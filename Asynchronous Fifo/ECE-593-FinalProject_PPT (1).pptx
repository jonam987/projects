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sldIdLst>
    <p:sldId id="256" r:id="rId3"/>
    <p:sldId id="1082" r:id="rId4"/>
    <p:sldId id="1414" r:id="rId5"/>
    <p:sldId id="1463" r:id="rId6"/>
    <p:sldId id="1464" r:id="rId7"/>
    <p:sldId id="1465" r:id="rId8"/>
    <p:sldId id="1466" r:id="rId9"/>
    <p:sldId id="1467" r:id="rId10"/>
    <p:sldId id="1469" r:id="rId11"/>
    <p:sldId id="1470" r:id="rId12"/>
    <p:sldId id="14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1217EE"/>
    <a:srgbClr val="CCCC00"/>
    <a:srgbClr val="FFFF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DC093-360F-403A-9F0C-8C25252E2A51}" v="4" dt="2024-05-31T17:57:50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666" autoAdjust="0"/>
  </p:normalViewPr>
  <p:slideViewPr>
    <p:cSldViewPr snapToGrid="0">
      <p:cViewPr varScale="1">
        <p:scale>
          <a:sx n="97" d="100"/>
          <a:sy n="97" d="100"/>
        </p:scale>
        <p:origin x="1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 Patil" userId="d9f36aa470552ec6" providerId="LiveId" clId="{0DC02FE3-BF95-4F4F-B9CE-72F34073DEFF}"/>
    <pc:docChg chg="custSel addSld modSld">
      <pc:chgData name="Venkatesh Patil" userId="d9f36aa470552ec6" providerId="LiveId" clId="{0DC02FE3-BF95-4F4F-B9CE-72F34073DEFF}" dt="2024-01-08T19:02:11.617" v="33" actId="20577"/>
      <pc:docMkLst>
        <pc:docMk/>
      </pc:docMkLst>
      <pc:sldChg chg="addSp delSp modSp add mod">
        <pc:chgData name="Venkatesh Patil" userId="d9f36aa470552ec6" providerId="LiveId" clId="{0DC02FE3-BF95-4F4F-B9CE-72F34073DEFF}" dt="2024-01-08T19:02:11.617" v="33" actId="20577"/>
        <pc:sldMkLst>
          <pc:docMk/>
          <pc:sldMk cId="2535949431" sldId="1145"/>
        </pc:sldMkLst>
        <pc:spChg chg="mod">
          <ac:chgData name="Venkatesh Patil" userId="d9f36aa470552ec6" providerId="LiveId" clId="{0DC02FE3-BF95-4F4F-B9CE-72F34073DEFF}" dt="2024-01-08T19:02:11.617" v="33" actId="20577"/>
          <ac:spMkLst>
            <pc:docMk/>
            <pc:sldMk cId="2535949431" sldId="1145"/>
            <ac:spMk id="2" creationId="{99E8BF50-85F7-89D0-EDC7-AEB9D4C67745}"/>
          </ac:spMkLst>
        </pc:spChg>
        <pc:spChg chg="del mod">
          <ac:chgData name="Venkatesh Patil" userId="d9f36aa470552ec6" providerId="LiveId" clId="{0DC02FE3-BF95-4F4F-B9CE-72F34073DEFF}" dt="2024-01-08T19:01:40.772" v="2" actId="478"/>
          <ac:spMkLst>
            <pc:docMk/>
            <pc:sldMk cId="2535949431" sldId="1145"/>
            <ac:spMk id="3" creationId="{E2B2E24C-621E-60FD-8622-E48AFEA72431}"/>
          </ac:spMkLst>
        </pc:spChg>
        <pc:spChg chg="add del mod">
          <ac:chgData name="Venkatesh Patil" userId="d9f36aa470552ec6" providerId="LiveId" clId="{0DC02FE3-BF95-4F4F-B9CE-72F34073DEFF}" dt="2024-01-08T19:01:44.597" v="3" actId="478"/>
          <ac:spMkLst>
            <pc:docMk/>
            <pc:sldMk cId="2535949431" sldId="1145"/>
            <ac:spMk id="9" creationId="{BBF78F4E-645D-11D6-8A1B-C7484293D7D5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11" creationId="{FC978307-11FA-D50B-0E70-1193C727662F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12" creationId="{8956D124-67D8-D807-5CDC-81C2DB60DE28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14" creationId="{D12163E1-E123-9EEB-254F-8574C04916A7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15" creationId="{6999C861-B234-2609-2962-D86234E9980B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17" creationId="{001C99F4-DF7B-4BDB-A70F-7EE7B3185093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18" creationId="{F02DDB9E-CE38-9E7F-F0C0-359E0FB87D4C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20" creationId="{4A94D032-97D5-AA75-EC23-01BD2F456D17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21" creationId="{159B3278-24BF-67E6-A7D5-0EF5957A22F5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25" creationId="{F9ED105D-9A5B-C7F6-5B34-BD27BAEA63EB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26" creationId="{31B7A5F9-332E-5157-05FE-975DAD81B423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28" creationId="{2CE7726C-8E3A-BA83-0B51-FD44A035A4DC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29" creationId="{A22AA52D-62AC-4415-6FDD-A2C9F961C439}"/>
          </ac:spMkLst>
        </pc:spChg>
        <pc:spChg chg="mod">
          <ac:chgData name="Venkatesh Patil" userId="d9f36aa470552ec6" providerId="LiveId" clId="{0DC02FE3-BF95-4F4F-B9CE-72F34073DEFF}" dt="2024-01-08T19:01:45.503" v="4"/>
          <ac:spMkLst>
            <pc:docMk/>
            <pc:sldMk cId="2535949431" sldId="1145"/>
            <ac:spMk id="30" creationId="{2F930FAB-1D5B-094F-C9AA-F62F11785B59}"/>
          </ac:spMkLst>
        </pc:spChg>
        <pc:spChg chg="add mod">
          <ac:chgData name="Venkatesh Patil" userId="d9f36aa470552ec6" providerId="LiveId" clId="{0DC02FE3-BF95-4F4F-B9CE-72F34073DEFF}" dt="2024-01-08T19:01:56.059" v="5" actId="1076"/>
          <ac:spMkLst>
            <pc:docMk/>
            <pc:sldMk cId="2535949431" sldId="1145"/>
            <ac:spMk id="39" creationId="{895FA87A-60B3-A14A-D283-27FB8236D979}"/>
          </ac:spMkLst>
        </pc:spChg>
        <pc:spChg chg="add mod">
          <ac:chgData name="Venkatesh Patil" userId="d9f36aa470552ec6" providerId="LiveId" clId="{0DC02FE3-BF95-4F4F-B9CE-72F34073DEFF}" dt="2024-01-08T19:01:56.059" v="5" actId="1076"/>
          <ac:spMkLst>
            <pc:docMk/>
            <pc:sldMk cId="2535949431" sldId="1145"/>
            <ac:spMk id="40" creationId="{5A863D98-03FA-BA06-4890-039D9D9CC7C1}"/>
          </ac:spMkLst>
        </pc:spChg>
        <pc:spChg chg="add mod">
          <ac:chgData name="Venkatesh Patil" userId="d9f36aa470552ec6" providerId="LiveId" clId="{0DC02FE3-BF95-4F4F-B9CE-72F34073DEFF}" dt="2024-01-08T19:01:56.059" v="5" actId="1076"/>
          <ac:spMkLst>
            <pc:docMk/>
            <pc:sldMk cId="2535949431" sldId="1145"/>
            <ac:spMk id="43" creationId="{3C9F61C9-FFCA-4F65-9BEF-50F36864CA18}"/>
          </ac:spMkLst>
        </pc:spChg>
        <pc:spChg chg="add mod">
          <ac:chgData name="Venkatesh Patil" userId="d9f36aa470552ec6" providerId="LiveId" clId="{0DC02FE3-BF95-4F4F-B9CE-72F34073DEFF}" dt="2024-01-08T19:01:56.059" v="5" actId="1076"/>
          <ac:spMkLst>
            <pc:docMk/>
            <pc:sldMk cId="2535949431" sldId="1145"/>
            <ac:spMk id="45" creationId="{A6BC0241-EE52-0790-34DA-80EE5480C468}"/>
          </ac:spMkLst>
        </pc:spChg>
        <pc:grpChg chg="add mod">
          <ac:chgData name="Venkatesh Patil" userId="d9f36aa470552ec6" providerId="LiveId" clId="{0DC02FE3-BF95-4F4F-B9CE-72F34073DEFF}" dt="2024-01-08T19:01:56.059" v="5" actId="1076"/>
          <ac:grpSpMkLst>
            <pc:docMk/>
            <pc:sldMk cId="2535949431" sldId="1145"/>
            <ac:grpSpMk id="10" creationId="{4C6D91C6-8787-5F8E-CC27-90C52F748E6D}"/>
          </ac:grpSpMkLst>
        </pc:grpChg>
        <pc:grpChg chg="add mod">
          <ac:chgData name="Venkatesh Patil" userId="d9f36aa470552ec6" providerId="LiveId" clId="{0DC02FE3-BF95-4F4F-B9CE-72F34073DEFF}" dt="2024-01-08T19:01:56.059" v="5" actId="1076"/>
          <ac:grpSpMkLst>
            <pc:docMk/>
            <pc:sldMk cId="2535949431" sldId="1145"/>
            <ac:grpSpMk id="13" creationId="{1962F54B-0CB1-09F8-6748-33D964E86CDF}"/>
          </ac:grpSpMkLst>
        </pc:grpChg>
        <pc:grpChg chg="add mod">
          <ac:chgData name="Venkatesh Patil" userId="d9f36aa470552ec6" providerId="LiveId" clId="{0DC02FE3-BF95-4F4F-B9CE-72F34073DEFF}" dt="2024-01-08T19:01:56.059" v="5" actId="1076"/>
          <ac:grpSpMkLst>
            <pc:docMk/>
            <pc:sldMk cId="2535949431" sldId="1145"/>
            <ac:grpSpMk id="16" creationId="{A4B60D67-F1BD-8678-B3DE-8E739D0E1207}"/>
          </ac:grpSpMkLst>
        </pc:grpChg>
        <pc:grpChg chg="add mod">
          <ac:chgData name="Venkatesh Patil" userId="d9f36aa470552ec6" providerId="LiveId" clId="{0DC02FE3-BF95-4F4F-B9CE-72F34073DEFF}" dt="2024-01-08T19:01:56.059" v="5" actId="1076"/>
          <ac:grpSpMkLst>
            <pc:docMk/>
            <pc:sldMk cId="2535949431" sldId="1145"/>
            <ac:grpSpMk id="19" creationId="{1CF4E2BE-8435-7D7F-67CB-00CEB8EE202C}"/>
          </ac:grpSpMkLst>
        </pc:grpChg>
        <pc:grpChg chg="add mod">
          <ac:chgData name="Venkatesh Patil" userId="d9f36aa470552ec6" providerId="LiveId" clId="{0DC02FE3-BF95-4F4F-B9CE-72F34073DEFF}" dt="2024-01-08T19:01:56.059" v="5" actId="1076"/>
          <ac:grpSpMkLst>
            <pc:docMk/>
            <pc:sldMk cId="2535949431" sldId="1145"/>
            <ac:grpSpMk id="22" creationId="{FB274C43-1328-AE3F-431E-32FCCCA7E99C}"/>
          </ac:grpSpMkLst>
        </pc:grpChg>
        <pc:grpChg chg="mod">
          <ac:chgData name="Venkatesh Patil" userId="d9f36aa470552ec6" providerId="LiveId" clId="{0DC02FE3-BF95-4F4F-B9CE-72F34073DEFF}" dt="2024-01-08T19:01:45.503" v="4"/>
          <ac:grpSpMkLst>
            <pc:docMk/>
            <pc:sldMk cId="2535949431" sldId="1145"/>
            <ac:grpSpMk id="23" creationId="{7B2540AE-7522-AF48-4E80-16290AE0F399}"/>
          </ac:grpSpMkLst>
        </pc:grpChg>
        <pc:grpChg chg="add mod">
          <ac:chgData name="Venkatesh Patil" userId="d9f36aa470552ec6" providerId="LiveId" clId="{0DC02FE3-BF95-4F4F-B9CE-72F34073DEFF}" dt="2024-01-08T19:01:56.059" v="5" actId="1076"/>
          <ac:grpSpMkLst>
            <pc:docMk/>
            <pc:sldMk cId="2535949431" sldId="1145"/>
            <ac:grpSpMk id="27" creationId="{1EF84B1D-31C4-2530-2B0F-4BC1ED2D4AF5}"/>
          </ac:grpSpMkLst>
        </pc:grpChg>
        <pc:picChg chg="mod">
          <ac:chgData name="Venkatesh Patil" userId="d9f36aa470552ec6" providerId="LiveId" clId="{0DC02FE3-BF95-4F4F-B9CE-72F34073DEFF}" dt="2024-01-08T19:01:45.503" v="4"/>
          <ac:picMkLst>
            <pc:docMk/>
            <pc:sldMk cId="2535949431" sldId="1145"/>
            <ac:picMk id="24" creationId="{DEA736CB-E057-5C45-2D0A-F6871158CE4C}"/>
          </ac:picMkLst>
        </pc:pic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1" creationId="{D8E2B88E-532C-DBAA-A0D7-C89465DC25BC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2" creationId="{64472403-A5D1-0B26-1112-336DA054CC1E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3" creationId="{26A90CE0-05DE-D9A4-EB90-825C8E3B4847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4" creationId="{B9CDD0A3-9E9C-D9B6-32A6-B531849FC76F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5" creationId="{BF4A72DD-F6D2-3F87-F766-A994046A29B1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6" creationId="{EBADE287-A471-4529-07A4-FC9CF19F4680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7" creationId="{382EC13F-5011-74B3-43EB-881CF3A5CD6B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38" creationId="{6EC23A49-B669-1D64-8C15-C0313819CAA5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41" creationId="{A94B0E07-C3FF-71A6-2605-C18FF70A3F6A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42" creationId="{9790331C-922B-2D72-044C-0A1504F9FEA2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44" creationId="{E11AF476-86A0-2B8D-1C48-6C0F29ABE60D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46" creationId="{AEB8CFD7-86FD-8792-8CF6-46631875CB66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47" creationId="{C5DA4D3E-A3DF-C687-8670-56C6449EBCCF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48" creationId="{55186144-3D7F-ADAB-2F0F-BDF9438F0307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49" creationId="{CA5C99C5-3760-BB66-ADEE-61CA2F8501F7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50" creationId="{C10DC91D-37D5-5586-2600-C7CC06E9D81B}"/>
          </ac:cxnSpMkLst>
        </pc:cxnChg>
        <pc:cxnChg chg="add mod">
          <ac:chgData name="Venkatesh Patil" userId="d9f36aa470552ec6" providerId="LiveId" clId="{0DC02FE3-BF95-4F4F-B9CE-72F34073DEFF}" dt="2024-01-08T19:01:56.059" v="5" actId="1076"/>
          <ac:cxnSpMkLst>
            <pc:docMk/>
            <pc:sldMk cId="2535949431" sldId="1145"/>
            <ac:cxnSpMk id="51" creationId="{5DA77FA3-3167-8A58-C414-F9A410104134}"/>
          </ac:cxnSpMkLst>
        </pc:cxnChg>
      </pc:sldChg>
    </pc:docChg>
  </pc:docChgLst>
  <pc:docChgLst>
    <pc:chgData name="Venkatesh Patil" userId="d9f36aa470552ec6" providerId="LiveId" clId="{CF347FCE-01B0-486B-AA11-A8191E9B375E}"/>
    <pc:docChg chg="undo custSel addSld delSld modSld sldOrd">
      <pc:chgData name="Venkatesh Patil" userId="d9f36aa470552ec6" providerId="LiveId" clId="{CF347FCE-01B0-486B-AA11-A8191E9B375E}" dt="2024-05-30T16:34:25.442" v="10174" actId="5793"/>
      <pc:docMkLst>
        <pc:docMk/>
      </pc:docMkLst>
      <pc:sldChg chg="modSp mod">
        <pc:chgData name="Venkatesh Patil" userId="d9f36aa470552ec6" providerId="LiveId" clId="{CF347FCE-01B0-486B-AA11-A8191E9B375E}" dt="2024-05-29T17:13:35.904" v="111" actId="20577"/>
        <pc:sldMkLst>
          <pc:docMk/>
          <pc:sldMk cId="3526645437" sldId="781"/>
        </pc:sldMkLst>
        <pc:spChg chg="mod">
          <ac:chgData name="Venkatesh Patil" userId="d9f36aa470552ec6" providerId="LiveId" clId="{CF347FCE-01B0-486B-AA11-A8191E9B375E}" dt="2024-05-29T17:13:35.904" v="111" actId="20577"/>
          <ac:spMkLst>
            <pc:docMk/>
            <pc:sldMk cId="3526645437" sldId="781"/>
            <ac:spMk id="13314" creationId="{00000000-0000-0000-0000-000000000000}"/>
          </ac:spMkLst>
        </pc:spChg>
        <pc:grpChg chg="mod">
          <ac:chgData name="Venkatesh Patil" userId="d9f36aa470552ec6" providerId="LiveId" clId="{CF347FCE-01B0-486B-AA11-A8191E9B375E}" dt="2024-05-29T17:13:30.189" v="101" actId="14100"/>
          <ac:grpSpMkLst>
            <pc:docMk/>
            <pc:sldMk cId="3526645437" sldId="781"/>
            <ac:grpSpMk id="6" creationId="{3A1822BA-EC7B-DEBF-9AFC-D02541521D1A}"/>
          </ac:grpSpMkLst>
        </pc:grpChg>
      </pc:sldChg>
      <pc:sldChg chg="modSp mod">
        <pc:chgData name="Venkatesh Patil" userId="d9f36aa470552ec6" providerId="LiveId" clId="{CF347FCE-01B0-486B-AA11-A8191E9B375E}" dt="2024-05-30T03:43:09.666" v="9837" actId="20577"/>
        <pc:sldMkLst>
          <pc:docMk/>
          <pc:sldMk cId="3690305819" sldId="1082"/>
        </pc:sldMkLst>
        <pc:spChg chg="mod">
          <ac:chgData name="Venkatesh Patil" userId="d9f36aa470552ec6" providerId="LiveId" clId="{CF347FCE-01B0-486B-AA11-A8191E9B375E}" dt="2024-05-30T03:43:09.666" v="9837" actId="20577"/>
          <ac:spMkLst>
            <pc:docMk/>
            <pc:sldMk cId="3690305819" sldId="1082"/>
            <ac:spMk id="507907" creationId="{00000000-0000-0000-0000-000000000000}"/>
          </ac:spMkLst>
        </pc:spChg>
        <pc:grpChg chg="mod">
          <ac:chgData name="Venkatesh Patil" userId="d9f36aa470552ec6" providerId="LiveId" clId="{CF347FCE-01B0-486B-AA11-A8191E9B375E}" dt="2024-05-30T03:42:24.170" v="9756" actId="14100"/>
          <ac:grpSpMkLst>
            <pc:docMk/>
            <pc:sldMk cId="3690305819" sldId="1082"/>
            <ac:grpSpMk id="5" creationId="{616DCD2F-32FD-12FB-A0C8-538156EDE041}"/>
          </ac:grpSpMkLst>
        </pc:grpChg>
      </pc:sldChg>
      <pc:sldChg chg="addSp delSp modSp mod">
        <pc:chgData name="Venkatesh Patil" userId="d9f36aa470552ec6" providerId="LiveId" clId="{CF347FCE-01B0-486B-AA11-A8191E9B375E}" dt="2024-05-29T17:21:41.334" v="121" actId="1076"/>
        <pc:sldMkLst>
          <pc:docMk/>
          <pc:sldMk cId="3502830358" sldId="1256"/>
        </pc:sldMkLst>
        <pc:spChg chg="del">
          <ac:chgData name="Venkatesh Patil" userId="d9f36aa470552ec6" providerId="LiveId" clId="{CF347FCE-01B0-486B-AA11-A8191E9B375E}" dt="2024-05-29T17:21:27.713" v="115" actId="478"/>
          <ac:spMkLst>
            <pc:docMk/>
            <pc:sldMk cId="3502830358" sldId="1256"/>
            <ac:spMk id="2" creationId="{FB1660A3-7526-02C9-3927-DDA5DC7F9531}"/>
          </ac:spMkLst>
        </pc:spChg>
        <pc:spChg chg="mod">
          <ac:chgData name="Venkatesh Patil" userId="d9f36aa470552ec6" providerId="LiveId" clId="{CF347FCE-01B0-486B-AA11-A8191E9B375E}" dt="2024-05-29T17:21:41.334" v="121" actId="1076"/>
          <ac:spMkLst>
            <pc:docMk/>
            <pc:sldMk cId="3502830358" sldId="1256"/>
            <ac:spMk id="8" creationId="{90681F68-3F43-DFF8-B4DC-E18D773E668B}"/>
          </ac:spMkLst>
        </pc:spChg>
        <pc:picChg chg="del">
          <ac:chgData name="Venkatesh Patil" userId="d9f36aa470552ec6" providerId="LiveId" clId="{CF347FCE-01B0-486B-AA11-A8191E9B375E}" dt="2024-05-29T17:21:22.741" v="112" actId="478"/>
          <ac:picMkLst>
            <pc:docMk/>
            <pc:sldMk cId="3502830358" sldId="1256"/>
            <ac:picMk id="7" creationId="{E26AE68E-0F2C-7D92-F73B-5F7D6A598D0A}"/>
          </ac:picMkLst>
        </pc:picChg>
        <pc:picChg chg="add mod">
          <ac:chgData name="Venkatesh Patil" userId="d9f36aa470552ec6" providerId="LiveId" clId="{CF347FCE-01B0-486B-AA11-A8191E9B375E}" dt="2024-05-29T17:21:36.302" v="120" actId="1076"/>
          <ac:picMkLst>
            <pc:docMk/>
            <pc:sldMk cId="3502830358" sldId="1256"/>
            <ac:picMk id="10" creationId="{87E1D445-4687-E4C2-45E2-DE0FC9A80E13}"/>
          </ac:picMkLst>
        </pc:picChg>
      </pc:sldChg>
      <pc:sldChg chg="modSp mod">
        <pc:chgData name="Venkatesh Patil" userId="d9f36aa470552ec6" providerId="LiveId" clId="{CF347FCE-01B0-486B-AA11-A8191E9B375E}" dt="2024-05-30T16:34:25.442" v="10174" actId="5793"/>
        <pc:sldMkLst>
          <pc:docMk/>
          <pc:sldMk cId="2650919241" sldId="1275"/>
        </pc:sldMkLst>
        <pc:spChg chg="mod">
          <ac:chgData name="Venkatesh Patil" userId="d9f36aa470552ec6" providerId="LiveId" clId="{CF347FCE-01B0-486B-AA11-A8191E9B375E}" dt="2024-05-30T16:34:25.442" v="10174" actId="5793"/>
          <ac:spMkLst>
            <pc:docMk/>
            <pc:sldMk cId="2650919241" sldId="1275"/>
            <ac:spMk id="3" creationId="{E5FC261A-722B-BF20-143E-8281EC29DDB7}"/>
          </ac:spMkLst>
        </pc:spChg>
      </pc:sldChg>
      <pc:sldChg chg="modSp mod">
        <pc:chgData name="Venkatesh Patil" userId="d9f36aa470552ec6" providerId="LiveId" clId="{CF347FCE-01B0-486B-AA11-A8191E9B375E}" dt="2024-05-30T03:23:55.538" v="9427" actId="20577"/>
        <pc:sldMkLst>
          <pc:docMk/>
          <pc:sldMk cId="3195465880" sldId="1296"/>
        </pc:sldMkLst>
        <pc:spChg chg="mod">
          <ac:chgData name="Venkatesh Patil" userId="d9f36aa470552ec6" providerId="LiveId" clId="{CF347FCE-01B0-486B-AA11-A8191E9B375E}" dt="2024-05-30T03:23:55.538" v="9427" actId="20577"/>
          <ac:spMkLst>
            <pc:docMk/>
            <pc:sldMk cId="3195465880" sldId="1296"/>
            <ac:spMk id="13314" creationId="{3DAB2ACF-CDE4-4739-8F33-5D5D30192A06}"/>
          </ac:spMkLst>
        </pc:spChg>
        <pc:grpChg chg="mod">
          <ac:chgData name="Venkatesh Patil" userId="d9f36aa470552ec6" providerId="LiveId" clId="{CF347FCE-01B0-486B-AA11-A8191E9B375E}" dt="2024-05-30T03:23:19.089" v="9391" actId="1076"/>
          <ac:grpSpMkLst>
            <pc:docMk/>
            <pc:sldMk cId="3195465880" sldId="1296"/>
            <ac:grpSpMk id="6" creationId="{B06A04BC-8261-13F1-1C22-D6819A6C8EA8}"/>
          </ac:grpSpMkLst>
        </pc:grpChg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2720690196" sldId="1339"/>
        </pc:sldMkLst>
      </pc:sldChg>
      <pc:sldChg chg="del">
        <pc:chgData name="Venkatesh Patil" userId="d9f36aa470552ec6" providerId="LiveId" clId="{CF347FCE-01B0-486B-AA11-A8191E9B375E}" dt="2024-05-30T03:23:31.148" v="9393" actId="47"/>
        <pc:sldMkLst>
          <pc:docMk/>
          <pc:sldMk cId="3129909375" sldId="1361"/>
        </pc:sldMkLst>
      </pc:sldChg>
      <pc:sldChg chg="delSp modSp del mod delAnim">
        <pc:chgData name="Venkatesh Patil" userId="d9f36aa470552ec6" providerId="LiveId" clId="{CF347FCE-01B0-486B-AA11-A8191E9B375E}" dt="2024-05-29T17:24:50.643" v="222" actId="47"/>
        <pc:sldMkLst>
          <pc:docMk/>
          <pc:sldMk cId="4187391686" sldId="1395"/>
        </pc:sldMkLst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3" creationId="{3274BB1F-E78E-7FB8-35E2-E2E9341445DB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10" creationId="{AE9A5D70-1612-BFAA-D24F-6CA24AFC3AF3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15" creationId="{BD3B45BE-0A7F-7586-3BC8-13BCF7EC738C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24" creationId="{0ED69436-3ADA-8F4B-10EB-EA83B28946DB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25" creationId="{3421EA35-0A17-C18E-610C-EDCACE400C06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27" creationId="{050CE8E3-AB8E-0848-CF8F-D1DB8BC8A811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29" creationId="{881BFB1A-CAD6-F6AA-0867-E11E9100EF68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34" creationId="{92BEF8EE-037F-D51A-9FE8-1A1CE717454B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35" creationId="{71156639-0FB4-5B7E-E178-93E70681438D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36" creationId="{2FF56722-8776-771D-91E7-BA2B0876EA57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38" creationId="{64562525-C0E9-1FBA-F5F8-7D8B51954C6C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39" creationId="{B045F0A8-D84A-9F7C-B7B2-8FC938FCAD43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40" creationId="{9D2E2DD0-CB3D-40E9-D04E-5772285B3CB0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46" creationId="{16F2E84A-AFDC-9D9C-AE9B-3AD56E61B82B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47" creationId="{FDB7AF3D-2F10-9C95-C03E-D6B771731EEC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48" creationId="{856EFA1C-EF85-089B-7CC1-DE20679E6A8D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52" creationId="{CCEAEC09-47B8-2B52-FFA8-84D2A7141B0D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54" creationId="{38943665-9B06-4A5E-DC1C-C8B966382890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58" creationId="{0EFC4D05-E6B3-9485-4CAB-45BC1FC6C29F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59" creationId="{0D42CA66-0233-284B-E18A-6AA54F5B484B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60" creationId="{02AFC932-AA6E-E7CE-5E43-04D6F9B97707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61" creationId="{297D1496-FF2E-F6B2-928F-09ED773C6068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69" creationId="{7EA57043-9845-436B-5ED6-25F261F1E3CF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73" creationId="{0A5AEE24-1743-768A-3FFA-D5DB8FEFB5B4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74" creationId="{A9C1A9C1-362B-CF5B-491B-11FAE29AA459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75" creationId="{9973B17A-7ECC-383B-A745-031AAB111BE4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76" creationId="{79118878-732A-6819-3DE7-0A1D94892219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77" creationId="{41688048-E8DB-0A5C-7AB5-53A20CA04C2D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80" creationId="{85752C92-CB07-782B-1031-1AF3EC2F99CA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88" creationId="{019C96F1-D50A-FF43-6AFE-47B603AA436C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90" creationId="{43485554-96D1-4E5F-7ADF-AA3BDAA300CC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94" creationId="{64BFAA1B-343B-3684-2859-1303368A620B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95" creationId="{2DEAACC0-B02C-DEA3-1C3F-E2B67CDDBDA6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96" creationId="{AFC3CFEB-329B-9C81-EEDA-4A21E566E4A4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97" creationId="{41B58B02-B4CA-19BE-55FF-E7432082B862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102" creationId="{BB4E63A4-E069-6E54-918A-8F1019BE43AA}"/>
          </ac:spMkLst>
        </pc:spChg>
        <pc:spChg chg="del">
          <ac:chgData name="Venkatesh Patil" userId="d9f36aa470552ec6" providerId="LiveId" clId="{CF347FCE-01B0-486B-AA11-A8191E9B375E}" dt="2024-05-29T17:23:51.158" v="220" actId="478"/>
          <ac:spMkLst>
            <pc:docMk/>
            <pc:sldMk cId="4187391686" sldId="1395"/>
            <ac:spMk id="103" creationId="{09E518EA-83FE-F2DC-1352-ABF9D4B931DB}"/>
          </ac:spMkLst>
        </pc:spChg>
        <pc:spChg chg="del">
          <ac:chgData name="Venkatesh Patil" userId="d9f36aa470552ec6" providerId="LiveId" clId="{CF347FCE-01B0-486B-AA11-A8191E9B375E}" dt="2024-05-29T17:23:55.235" v="221" actId="478"/>
          <ac:spMkLst>
            <pc:docMk/>
            <pc:sldMk cId="4187391686" sldId="1395"/>
            <ac:spMk id="105" creationId="{BCA013B2-CCC1-916E-CE6B-30D42093406C}"/>
          </ac:spMkLst>
        </pc:spChg>
        <pc:picChg chg="del">
          <ac:chgData name="Venkatesh Patil" userId="d9f36aa470552ec6" providerId="LiveId" clId="{CF347FCE-01B0-486B-AA11-A8191E9B375E}" dt="2024-05-29T17:23:51.158" v="220" actId="478"/>
          <ac:picMkLst>
            <pc:docMk/>
            <pc:sldMk cId="4187391686" sldId="1395"/>
            <ac:picMk id="93" creationId="{645F52CB-F8F1-9122-534D-E88FD6AE6998}"/>
          </ac:picMkLst>
        </pc:picChg>
        <pc:picChg chg="del">
          <ac:chgData name="Venkatesh Patil" userId="d9f36aa470552ec6" providerId="LiveId" clId="{CF347FCE-01B0-486B-AA11-A8191E9B375E}" dt="2024-05-29T17:23:51.158" v="220" actId="478"/>
          <ac:picMkLst>
            <pc:docMk/>
            <pc:sldMk cId="4187391686" sldId="1395"/>
            <ac:picMk id="99" creationId="{DA4675DD-D6AF-CE08-AE10-C3A60122E1C8}"/>
          </ac:picMkLst>
        </pc:picChg>
        <pc:picChg chg="del">
          <ac:chgData name="Venkatesh Patil" userId="d9f36aa470552ec6" providerId="LiveId" clId="{CF347FCE-01B0-486B-AA11-A8191E9B375E}" dt="2024-05-29T17:23:51.158" v="220" actId="478"/>
          <ac:picMkLst>
            <pc:docMk/>
            <pc:sldMk cId="4187391686" sldId="1395"/>
            <ac:picMk id="101" creationId="{B521EF18-9FB9-EF1E-39A5-4597F1FC2582}"/>
          </ac:picMkLst>
        </pc:picChg>
        <pc:cxnChg chg="del">
          <ac:chgData name="Venkatesh Patil" userId="d9f36aa470552ec6" providerId="LiveId" clId="{CF347FCE-01B0-486B-AA11-A8191E9B375E}" dt="2024-05-29T17:23:51.158" v="220" actId="478"/>
          <ac:cxnSpMkLst>
            <pc:docMk/>
            <pc:sldMk cId="4187391686" sldId="1395"/>
            <ac:cxnSpMk id="56" creationId="{D07FE2AF-C349-8836-8CEA-C865EB523114}"/>
          </ac:cxnSpMkLst>
        </pc:cxnChg>
        <pc:cxnChg chg="del">
          <ac:chgData name="Venkatesh Patil" userId="d9f36aa470552ec6" providerId="LiveId" clId="{CF347FCE-01B0-486B-AA11-A8191E9B375E}" dt="2024-05-29T17:23:51.158" v="220" actId="478"/>
          <ac:cxnSpMkLst>
            <pc:docMk/>
            <pc:sldMk cId="4187391686" sldId="1395"/>
            <ac:cxnSpMk id="57" creationId="{76E5FD5C-DDC8-0C93-3FC4-0790857B8C97}"/>
          </ac:cxnSpMkLst>
        </pc:cxnChg>
        <pc:cxnChg chg="del">
          <ac:chgData name="Venkatesh Patil" userId="d9f36aa470552ec6" providerId="LiveId" clId="{CF347FCE-01B0-486B-AA11-A8191E9B375E}" dt="2024-05-29T17:23:51.158" v="220" actId="478"/>
          <ac:cxnSpMkLst>
            <pc:docMk/>
            <pc:sldMk cId="4187391686" sldId="1395"/>
            <ac:cxnSpMk id="64" creationId="{47598A9B-1D05-991E-CE3A-69DEE7FA9C85}"/>
          </ac:cxnSpMkLst>
        </pc:cxnChg>
        <pc:cxnChg chg="del mod">
          <ac:chgData name="Venkatesh Patil" userId="d9f36aa470552ec6" providerId="LiveId" clId="{CF347FCE-01B0-486B-AA11-A8191E9B375E}" dt="2024-05-29T17:23:51.158" v="220" actId="478"/>
          <ac:cxnSpMkLst>
            <pc:docMk/>
            <pc:sldMk cId="4187391686" sldId="1395"/>
            <ac:cxnSpMk id="70" creationId="{5FE569DA-974D-7F59-A1A4-C1EB3D78CD91}"/>
          </ac:cxnSpMkLst>
        </pc:cxnChg>
        <pc:cxnChg chg="del">
          <ac:chgData name="Venkatesh Patil" userId="d9f36aa470552ec6" providerId="LiveId" clId="{CF347FCE-01B0-486B-AA11-A8191E9B375E}" dt="2024-05-29T17:23:51.158" v="220" actId="478"/>
          <ac:cxnSpMkLst>
            <pc:docMk/>
            <pc:sldMk cId="4187391686" sldId="1395"/>
            <ac:cxnSpMk id="78" creationId="{B459E22A-B765-2D5D-741A-A44E31187AA1}"/>
          </ac:cxnSpMkLst>
        </pc:cxnChg>
        <pc:cxnChg chg="del">
          <ac:chgData name="Venkatesh Patil" userId="d9f36aa470552ec6" providerId="LiveId" clId="{CF347FCE-01B0-486B-AA11-A8191E9B375E}" dt="2024-05-29T17:23:51.158" v="220" actId="478"/>
          <ac:cxnSpMkLst>
            <pc:docMk/>
            <pc:sldMk cId="4187391686" sldId="1395"/>
            <ac:cxnSpMk id="81" creationId="{07CB1ED6-DF6C-2102-B110-AEBEAC691C32}"/>
          </ac:cxnSpMkLst>
        </pc:cxnChg>
        <pc:cxnChg chg="del mod">
          <ac:chgData name="Venkatesh Patil" userId="d9f36aa470552ec6" providerId="LiveId" clId="{CF347FCE-01B0-486B-AA11-A8191E9B375E}" dt="2024-05-29T17:23:51.158" v="220" actId="478"/>
          <ac:cxnSpMkLst>
            <pc:docMk/>
            <pc:sldMk cId="4187391686" sldId="1395"/>
            <ac:cxnSpMk id="84" creationId="{2A954768-05FB-6E2C-1540-5B34E160957C}"/>
          </ac:cxnSpMkLst>
        </pc:cxnChg>
      </pc:sldChg>
      <pc:sldChg chg="del">
        <pc:chgData name="Venkatesh Patil" userId="d9f36aa470552ec6" providerId="LiveId" clId="{CF347FCE-01B0-486B-AA11-A8191E9B375E}" dt="2024-05-29T17:24:52.351" v="223" actId="47"/>
        <pc:sldMkLst>
          <pc:docMk/>
          <pc:sldMk cId="4123347718" sldId="1402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166277443" sldId="1413"/>
        </pc:sldMkLst>
      </pc:sldChg>
      <pc:sldChg chg="addSp delSp modSp mod modNotesTx">
        <pc:chgData name="Venkatesh Patil" userId="d9f36aa470552ec6" providerId="LiveId" clId="{CF347FCE-01B0-486B-AA11-A8191E9B375E}" dt="2024-05-30T03:24:25.700" v="9430" actId="207"/>
        <pc:sldMkLst>
          <pc:docMk/>
          <pc:sldMk cId="2435024730" sldId="1414"/>
        </pc:sldMkLst>
        <pc:spChg chg="mod">
          <ac:chgData name="Venkatesh Patil" userId="d9f36aa470552ec6" providerId="LiveId" clId="{CF347FCE-01B0-486B-AA11-A8191E9B375E}" dt="2024-05-29T18:59:32.407" v="451" actId="20577"/>
          <ac:spMkLst>
            <pc:docMk/>
            <pc:sldMk cId="2435024730" sldId="1414"/>
            <ac:spMk id="2" creationId="{52AD9B88-90EF-EEFA-3452-735746A4B166}"/>
          </ac:spMkLst>
        </pc:spChg>
        <pc:spChg chg="mod topLvl">
          <ac:chgData name="Venkatesh Patil" userId="d9f36aa470552ec6" providerId="LiveId" clId="{CF347FCE-01B0-486B-AA11-A8191E9B375E}" dt="2024-05-29T17:31:18.511" v="385" actId="164"/>
          <ac:spMkLst>
            <pc:docMk/>
            <pc:sldMk cId="2435024730" sldId="1414"/>
            <ac:spMk id="8" creationId="{2B7776F3-F9CF-9DC0-21D2-E3204078430E}"/>
          </ac:spMkLst>
        </pc:spChg>
        <pc:spChg chg="del">
          <ac:chgData name="Venkatesh Patil" userId="d9f36aa470552ec6" providerId="LiveId" clId="{CF347FCE-01B0-486B-AA11-A8191E9B375E}" dt="2024-05-29T17:27:51.480" v="329" actId="478"/>
          <ac:spMkLst>
            <pc:docMk/>
            <pc:sldMk cId="2435024730" sldId="1414"/>
            <ac:spMk id="9" creationId="{5AC13B9E-9DFA-7BB0-1F12-D8886FC03361}"/>
          </ac:spMkLst>
        </pc:spChg>
        <pc:spChg chg="del">
          <ac:chgData name="Venkatesh Patil" userId="d9f36aa470552ec6" providerId="LiveId" clId="{CF347FCE-01B0-486B-AA11-A8191E9B375E}" dt="2024-05-29T17:27:46.023" v="326" actId="478"/>
          <ac:spMkLst>
            <pc:docMk/>
            <pc:sldMk cId="2435024730" sldId="1414"/>
            <ac:spMk id="10" creationId="{83C9B4D1-6674-C726-19FE-5B5B61D07DCA}"/>
          </ac:spMkLst>
        </pc:spChg>
        <pc:spChg chg="del">
          <ac:chgData name="Venkatesh Patil" userId="d9f36aa470552ec6" providerId="LiveId" clId="{CF347FCE-01B0-486B-AA11-A8191E9B375E}" dt="2024-05-29T17:28:17.038" v="332" actId="478"/>
          <ac:spMkLst>
            <pc:docMk/>
            <pc:sldMk cId="2435024730" sldId="1414"/>
            <ac:spMk id="11" creationId="{4B9DDEF2-935F-89CD-E91D-F5B239F980C7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12" creationId="{5C713FAB-4ECE-067A-351E-0DF89377C4B3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13" creationId="{DA4CCC47-7AAF-046D-0DA3-DE1384E6EABA}"/>
          </ac:spMkLst>
        </pc:spChg>
        <pc:spChg chg="add mod">
          <ac:chgData name="Venkatesh Patil" userId="d9f36aa470552ec6" providerId="LiveId" clId="{CF347FCE-01B0-486B-AA11-A8191E9B375E}" dt="2024-05-29T19:03:01.527" v="926" actId="1076"/>
          <ac:spMkLst>
            <pc:docMk/>
            <pc:sldMk cId="2435024730" sldId="1414"/>
            <ac:spMk id="14" creationId="{AAF1F0D6-B5B0-A8CF-FA61-DF5DDFDD8509}"/>
          </ac:spMkLst>
        </pc:spChg>
        <pc:spChg chg="add mod">
          <ac:chgData name="Venkatesh Patil" userId="d9f36aa470552ec6" providerId="LiveId" clId="{CF347FCE-01B0-486B-AA11-A8191E9B375E}" dt="2024-05-29T17:31:18.511" v="385" actId="164"/>
          <ac:spMkLst>
            <pc:docMk/>
            <pc:sldMk cId="2435024730" sldId="1414"/>
            <ac:spMk id="15" creationId="{0EB5132F-208D-D65B-CF0C-A2DFD28E1C76}"/>
          </ac:spMkLst>
        </pc:spChg>
        <pc:spChg chg="add mod">
          <ac:chgData name="Venkatesh Patil" userId="d9f36aa470552ec6" providerId="LiveId" clId="{CF347FCE-01B0-486B-AA11-A8191E9B375E}" dt="2024-05-29T19:03:17.435" v="936" actId="1076"/>
          <ac:spMkLst>
            <pc:docMk/>
            <pc:sldMk cId="2435024730" sldId="1414"/>
            <ac:spMk id="16" creationId="{36267292-E342-8E37-6209-BB04C97663E7}"/>
          </ac:spMkLst>
        </pc:spChg>
        <pc:spChg chg="add mod">
          <ac:chgData name="Venkatesh Patil" userId="d9f36aa470552ec6" providerId="LiveId" clId="{CF347FCE-01B0-486B-AA11-A8191E9B375E}" dt="2024-05-29T17:31:18.511" v="385" actId="164"/>
          <ac:spMkLst>
            <pc:docMk/>
            <pc:sldMk cId="2435024730" sldId="1414"/>
            <ac:spMk id="17" creationId="{51A1B138-3C6A-C1AC-DD3A-931C7E18F075}"/>
          </ac:spMkLst>
        </pc:spChg>
        <pc:spChg chg="add mod">
          <ac:chgData name="Venkatesh Patil" userId="d9f36aa470552ec6" providerId="LiveId" clId="{CF347FCE-01B0-486B-AA11-A8191E9B375E}" dt="2024-05-29T19:04:01.064" v="971" actId="1076"/>
          <ac:spMkLst>
            <pc:docMk/>
            <pc:sldMk cId="2435024730" sldId="1414"/>
            <ac:spMk id="18" creationId="{7A06F32B-B237-0A55-A8B4-30D6049E823F}"/>
          </ac:spMkLst>
        </pc:spChg>
        <pc:spChg chg="add mod">
          <ac:chgData name="Venkatesh Patil" userId="d9f36aa470552ec6" providerId="LiveId" clId="{CF347FCE-01B0-486B-AA11-A8191E9B375E}" dt="2024-05-29T17:31:18.511" v="385" actId="164"/>
          <ac:spMkLst>
            <pc:docMk/>
            <pc:sldMk cId="2435024730" sldId="1414"/>
            <ac:spMk id="19" creationId="{52FA613A-ED5C-B415-7022-3401D378B132}"/>
          </ac:spMkLst>
        </pc:spChg>
        <pc:spChg chg="add mod">
          <ac:chgData name="Venkatesh Patil" userId="d9f36aa470552ec6" providerId="LiveId" clId="{CF347FCE-01B0-486B-AA11-A8191E9B375E}" dt="2024-05-29T19:04:12.997" v="981" actId="1076"/>
          <ac:spMkLst>
            <pc:docMk/>
            <pc:sldMk cId="2435024730" sldId="1414"/>
            <ac:spMk id="20" creationId="{C6F4D158-3138-9D6C-E8C8-5BA34C3EA226}"/>
          </ac:spMkLst>
        </pc:spChg>
        <pc:spChg chg="add mod">
          <ac:chgData name="Venkatesh Patil" userId="d9f36aa470552ec6" providerId="LiveId" clId="{CF347FCE-01B0-486B-AA11-A8191E9B375E}" dt="2024-05-29T17:31:18.511" v="385" actId="164"/>
          <ac:spMkLst>
            <pc:docMk/>
            <pc:sldMk cId="2435024730" sldId="1414"/>
            <ac:spMk id="21" creationId="{21F2DE19-ACF6-6936-0C84-1156B077C9FF}"/>
          </ac:spMkLst>
        </pc:spChg>
        <pc:spChg chg="del">
          <ac:chgData name="Venkatesh Patil" userId="d9f36aa470552ec6" providerId="LiveId" clId="{CF347FCE-01B0-486B-AA11-A8191E9B375E}" dt="2024-05-29T17:28:20.398" v="333" actId="478"/>
          <ac:spMkLst>
            <pc:docMk/>
            <pc:sldMk cId="2435024730" sldId="1414"/>
            <ac:spMk id="22" creationId="{3ED66278-C0A9-C4E9-3282-B3BE958B3561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23" creationId="{9CF77788-A295-3865-E756-C7AF5F8196A3}"/>
          </ac:spMkLst>
        </pc:spChg>
        <pc:spChg chg="del">
          <ac:chgData name="Venkatesh Patil" userId="d9f36aa470552ec6" providerId="LiveId" clId="{CF347FCE-01B0-486B-AA11-A8191E9B375E}" dt="2024-05-29T17:27:54.926" v="330" actId="478"/>
          <ac:spMkLst>
            <pc:docMk/>
            <pc:sldMk cId="2435024730" sldId="1414"/>
            <ac:spMk id="24" creationId="{B232A3AA-3223-6BA1-D473-AD642C067B00}"/>
          </ac:spMkLst>
        </pc:spChg>
        <pc:spChg chg="del">
          <ac:chgData name="Venkatesh Patil" userId="d9f36aa470552ec6" providerId="LiveId" clId="{CF347FCE-01B0-486B-AA11-A8191E9B375E}" dt="2024-05-29T17:27:58.465" v="331" actId="478"/>
          <ac:spMkLst>
            <pc:docMk/>
            <pc:sldMk cId="2435024730" sldId="1414"/>
            <ac:spMk id="25" creationId="{CE950446-C39E-EA73-CE2A-3DA5704CB2CD}"/>
          </ac:spMkLst>
        </pc:spChg>
        <pc:spChg chg="add mod">
          <ac:chgData name="Venkatesh Patil" userId="d9f36aa470552ec6" providerId="LiveId" clId="{CF347FCE-01B0-486B-AA11-A8191E9B375E}" dt="2024-05-29T19:03:46.869" v="961" actId="1076"/>
          <ac:spMkLst>
            <pc:docMk/>
            <pc:sldMk cId="2435024730" sldId="1414"/>
            <ac:spMk id="30" creationId="{4C88F8BC-4C49-FAB0-F1D0-2C23AAC6DCBC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33" creationId="{3E5EB618-58AD-0940-08BA-99332A8293CD}"/>
          </ac:spMkLst>
        </pc:spChg>
        <pc:spChg chg="add mod">
          <ac:chgData name="Venkatesh Patil" userId="d9f36aa470552ec6" providerId="LiveId" clId="{CF347FCE-01B0-486B-AA11-A8191E9B375E}" dt="2024-05-30T03:24:25.700" v="9430" actId="207"/>
          <ac:spMkLst>
            <pc:docMk/>
            <pc:sldMk cId="2435024730" sldId="1414"/>
            <ac:spMk id="34" creationId="{EBACC134-C2D7-41B5-1FBD-9A6BB06B1151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35" creationId="{B5B61E5D-3E86-E8C0-B45E-9D3746344CD1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37" creationId="{4CFE6873-4D46-3A9F-49BD-37B5ADFD285F}"/>
          </ac:spMkLst>
        </pc:spChg>
        <pc:spChg chg="mod topLvl">
          <ac:chgData name="Venkatesh Patil" userId="d9f36aa470552ec6" providerId="LiveId" clId="{CF347FCE-01B0-486B-AA11-A8191E9B375E}" dt="2024-05-29T19:06:10.486" v="994" actId="1076"/>
          <ac:spMkLst>
            <pc:docMk/>
            <pc:sldMk cId="2435024730" sldId="1414"/>
            <ac:spMk id="38" creationId="{0200B0D8-7857-52A3-9853-F5A227E80DD3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39" creationId="{52A4EA60-F7BC-3EA5-FC12-508CB2477769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0" creationId="{5F87D682-135A-B326-E6A9-435289BFD0DF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1" creationId="{C6D88F2F-744E-FAAF-3B57-4F68BA94557D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2" creationId="{AFD48B55-6E14-C69F-D9AE-7C0F78B691DA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3" creationId="{538781B5-A388-0405-A964-E7DEFE8280D1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4" creationId="{AB2BFBC4-B648-4AEB-5429-F1B0383FA4DB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5" creationId="{49D4E3B0-F062-059E-31F1-6F4ECE688BCF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6" creationId="{1E1C9171-5095-93AF-2D7E-E01DF09CD1FE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7" creationId="{57BB2A00-16DD-D306-1412-D613A438AFD1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48" creationId="{A8AE1687-7244-B5FE-ABFC-DEBF3E662129}"/>
          </ac:spMkLst>
        </pc:spChg>
        <pc:spChg chg="del mod topLvl">
          <ac:chgData name="Venkatesh Patil" userId="d9f36aa470552ec6" providerId="LiveId" clId="{CF347FCE-01B0-486B-AA11-A8191E9B375E}" dt="2024-05-29T17:28:31.643" v="335" actId="478"/>
          <ac:spMkLst>
            <pc:docMk/>
            <pc:sldMk cId="2435024730" sldId="1414"/>
            <ac:spMk id="50" creationId="{84BE279D-6505-6D70-F979-1A3B76AA5CF8}"/>
          </ac:spMkLst>
        </pc:spChg>
        <pc:spChg chg="del">
          <ac:chgData name="Venkatesh Patil" userId="d9f36aa470552ec6" providerId="LiveId" clId="{CF347FCE-01B0-486B-AA11-A8191E9B375E}" dt="2024-05-29T17:27:42.069" v="325" actId="478"/>
          <ac:spMkLst>
            <pc:docMk/>
            <pc:sldMk cId="2435024730" sldId="1414"/>
            <ac:spMk id="51" creationId="{5D121FB2-7906-9646-E63C-D40B8971C0B6}"/>
          </ac:spMkLst>
        </pc:spChg>
        <pc:spChg chg="del">
          <ac:chgData name="Venkatesh Patil" userId="d9f36aa470552ec6" providerId="LiveId" clId="{CF347FCE-01B0-486B-AA11-A8191E9B375E}" dt="2024-05-29T17:27:42.069" v="325" actId="478"/>
          <ac:spMkLst>
            <pc:docMk/>
            <pc:sldMk cId="2435024730" sldId="1414"/>
            <ac:spMk id="52" creationId="{9A0D0E2A-AE22-0F2F-ED58-A49CD3F7C531}"/>
          </ac:spMkLst>
        </pc:spChg>
        <pc:spChg chg="del">
          <ac:chgData name="Venkatesh Patil" userId="d9f36aa470552ec6" providerId="LiveId" clId="{CF347FCE-01B0-486B-AA11-A8191E9B375E}" dt="2024-05-29T17:27:42.069" v="325" actId="478"/>
          <ac:spMkLst>
            <pc:docMk/>
            <pc:sldMk cId="2435024730" sldId="1414"/>
            <ac:spMk id="53" creationId="{7B1E915D-8FAE-86AA-4C05-E96ECE61CDB4}"/>
          </ac:spMkLst>
        </pc:spChg>
        <pc:spChg chg="del">
          <ac:chgData name="Venkatesh Patil" userId="d9f36aa470552ec6" providerId="LiveId" clId="{CF347FCE-01B0-486B-AA11-A8191E9B375E}" dt="2024-05-29T17:27:42.069" v="325" actId="478"/>
          <ac:spMkLst>
            <pc:docMk/>
            <pc:sldMk cId="2435024730" sldId="1414"/>
            <ac:spMk id="54" creationId="{F8842DC5-DB2C-593B-59EB-2BB02CC840F3}"/>
          </ac:spMkLst>
        </pc:spChg>
        <pc:spChg chg="del">
          <ac:chgData name="Venkatesh Patil" userId="d9f36aa470552ec6" providerId="LiveId" clId="{CF347FCE-01B0-486B-AA11-A8191E9B375E}" dt="2024-05-29T17:27:42.069" v="325" actId="478"/>
          <ac:spMkLst>
            <pc:docMk/>
            <pc:sldMk cId="2435024730" sldId="1414"/>
            <ac:spMk id="55" creationId="{67364151-7E9A-CB1B-316F-2251BCF3B488}"/>
          </ac:spMkLst>
        </pc:spChg>
        <pc:spChg chg="del">
          <ac:chgData name="Venkatesh Patil" userId="d9f36aa470552ec6" providerId="LiveId" clId="{CF347FCE-01B0-486B-AA11-A8191E9B375E}" dt="2024-05-29T17:27:42.069" v="325" actId="478"/>
          <ac:spMkLst>
            <pc:docMk/>
            <pc:sldMk cId="2435024730" sldId="1414"/>
            <ac:spMk id="56" creationId="{8C1ED650-D6BE-774B-8B3E-CC64F6A04690}"/>
          </ac:spMkLst>
        </pc:spChg>
        <pc:spChg chg="del">
          <ac:chgData name="Venkatesh Patil" userId="d9f36aa470552ec6" providerId="LiveId" clId="{CF347FCE-01B0-486B-AA11-A8191E9B375E}" dt="2024-05-29T17:27:42.069" v="325" actId="478"/>
          <ac:spMkLst>
            <pc:docMk/>
            <pc:sldMk cId="2435024730" sldId="1414"/>
            <ac:spMk id="57" creationId="{B4FE2417-8A7F-0AA1-778F-23B4E21E52DE}"/>
          </ac:spMkLst>
        </pc:spChg>
        <pc:spChg chg="add mod">
          <ac:chgData name="Venkatesh Patil" userId="d9f36aa470552ec6" providerId="LiveId" clId="{CF347FCE-01B0-486B-AA11-A8191E9B375E}" dt="2024-05-29T17:34:45.696" v="429" actId="164"/>
          <ac:spMkLst>
            <pc:docMk/>
            <pc:sldMk cId="2435024730" sldId="1414"/>
            <ac:spMk id="59" creationId="{97616CC5-BFC7-5883-FDD6-1FD6A3484A7F}"/>
          </ac:spMkLst>
        </pc:spChg>
        <pc:spChg chg="add mod">
          <ac:chgData name="Venkatesh Patil" userId="d9f36aa470552ec6" providerId="LiveId" clId="{CF347FCE-01B0-486B-AA11-A8191E9B375E}" dt="2024-05-29T17:34:45.696" v="429" actId="164"/>
          <ac:spMkLst>
            <pc:docMk/>
            <pc:sldMk cId="2435024730" sldId="1414"/>
            <ac:spMk id="60" creationId="{B20FBD4D-4427-351C-6A05-48169F4CBDD7}"/>
          </ac:spMkLst>
        </pc:spChg>
        <pc:spChg chg="add mod">
          <ac:chgData name="Venkatesh Patil" userId="d9f36aa470552ec6" providerId="LiveId" clId="{CF347FCE-01B0-486B-AA11-A8191E9B375E}" dt="2024-05-29T17:34:45.696" v="429" actId="164"/>
          <ac:spMkLst>
            <pc:docMk/>
            <pc:sldMk cId="2435024730" sldId="1414"/>
            <ac:spMk id="61" creationId="{7AD41234-BBA1-CD8B-45A8-AFB4CBBA7944}"/>
          </ac:spMkLst>
        </pc:spChg>
        <pc:spChg chg="add mod ord">
          <ac:chgData name="Venkatesh Patil" userId="d9f36aa470552ec6" providerId="LiveId" clId="{CF347FCE-01B0-486B-AA11-A8191E9B375E}" dt="2024-05-29T19:52:14.560" v="3660" actId="164"/>
          <ac:spMkLst>
            <pc:docMk/>
            <pc:sldMk cId="2435024730" sldId="1414"/>
            <ac:spMk id="63" creationId="{9FB0EA5E-1035-C80D-E451-07D3D1C225E3}"/>
          </ac:spMkLst>
        </pc:spChg>
        <pc:spChg chg="add mod">
          <ac:chgData name="Venkatesh Patil" userId="d9f36aa470552ec6" providerId="LiveId" clId="{CF347FCE-01B0-486B-AA11-A8191E9B375E}" dt="2024-05-29T19:52:14.560" v="3660" actId="164"/>
          <ac:spMkLst>
            <pc:docMk/>
            <pc:sldMk cId="2435024730" sldId="1414"/>
            <ac:spMk id="64" creationId="{D9227B10-6FC7-091B-D25B-A26B3FB44135}"/>
          </ac:spMkLst>
        </pc:spChg>
        <pc:spChg chg="add mod">
          <ac:chgData name="Venkatesh Patil" userId="d9f36aa470552ec6" providerId="LiveId" clId="{CF347FCE-01B0-486B-AA11-A8191E9B375E}" dt="2024-05-29T19:52:14.560" v="3660" actId="164"/>
          <ac:spMkLst>
            <pc:docMk/>
            <pc:sldMk cId="2435024730" sldId="1414"/>
            <ac:spMk id="65" creationId="{22F77230-BD58-184E-B102-191AEF7FC8A1}"/>
          </ac:spMkLst>
        </pc:spChg>
        <pc:spChg chg="add mod">
          <ac:chgData name="Venkatesh Patil" userId="d9f36aa470552ec6" providerId="LiveId" clId="{CF347FCE-01B0-486B-AA11-A8191E9B375E}" dt="2024-05-29T19:52:14.560" v="3660" actId="164"/>
          <ac:spMkLst>
            <pc:docMk/>
            <pc:sldMk cId="2435024730" sldId="1414"/>
            <ac:spMk id="66" creationId="{5A324A68-1A5D-2B4E-1CD0-4F6050FB3891}"/>
          </ac:spMkLst>
        </pc:spChg>
        <pc:spChg chg="add mod">
          <ac:chgData name="Venkatesh Patil" userId="d9f36aa470552ec6" providerId="LiveId" clId="{CF347FCE-01B0-486B-AA11-A8191E9B375E}" dt="2024-05-29T19:48:47.190" v="3597" actId="1076"/>
          <ac:spMkLst>
            <pc:docMk/>
            <pc:sldMk cId="2435024730" sldId="1414"/>
            <ac:spMk id="67" creationId="{CCA5ACD0-191F-6B0F-1B3E-4A7935239A5E}"/>
          </ac:spMkLst>
        </pc:spChg>
        <pc:grpChg chg="add del">
          <ac:chgData name="Venkatesh Patil" userId="d9f36aa470552ec6" providerId="LiveId" clId="{CF347FCE-01B0-486B-AA11-A8191E9B375E}" dt="2024-05-29T17:28:26.448" v="334" actId="165"/>
          <ac:grpSpMkLst>
            <pc:docMk/>
            <pc:sldMk cId="2435024730" sldId="1414"/>
            <ac:grpSpMk id="3" creationId="{55766220-42FF-12CE-C5C2-4426B03F774C}"/>
          </ac:grpSpMkLst>
        </pc:grpChg>
        <pc:grpChg chg="add mod">
          <ac:chgData name="Venkatesh Patil" userId="d9f36aa470552ec6" providerId="LiveId" clId="{CF347FCE-01B0-486B-AA11-A8191E9B375E}" dt="2024-05-29T19:52:14.560" v="3660" actId="164"/>
          <ac:grpSpMkLst>
            <pc:docMk/>
            <pc:sldMk cId="2435024730" sldId="1414"/>
            <ac:grpSpMk id="32" creationId="{8374D867-65B7-EB3F-E260-E8F2AF8EB168}"/>
          </ac:grpSpMkLst>
        </pc:grpChg>
        <pc:grpChg chg="add mod">
          <ac:chgData name="Venkatesh Patil" userId="d9f36aa470552ec6" providerId="LiveId" clId="{CF347FCE-01B0-486B-AA11-A8191E9B375E}" dt="2024-05-29T19:52:14.560" v="3660" actId="164"/>
          <ac:grpSpMkLst>
            <pc:docMk/>
            <pc:sldMk cId="2435024730" sldId="1414"/>
            <ac:grpSpMk id="62" creationId="{21BD9092-2902-41E7-9E7B-3274A43CAEE0}"/>
          </ac:grpSpMkLst>
        </pc:grpChg>
        <pc:grpChg chg="add mod">
          <ac:chgData name="Venkatesh Patil" userId="d9f36aa470552ec6" providerId="LiveId" clId="{CF347FCE-01B0-486B-AA11-A8191E9B375E}" dt="2024-05-29T19:52:14.560" v="3660" actId="164"/>
          <ac:grpSpMkLst>
            <pc:docMk/>
            <pc:sldMk cId="2435024730" sldId="1414"/>
            <ac:grpSpMk id="68" creationId="{1CE45802-95CF-43ED-0F60-F6A033B97960}"/>
          </ac:grpSpMkLst>
        </pc:grpChg>
        <pc:picChg chg="add mod">
          <ac:chgData name="Venkatesh Patil" userId="d9f36aa470552ec6" providerId="LiveId" clId="{CF347FCE-01B0-486B-AA11-A8191E9B375E}" dt="2024-05-29T17:34:08.999" v="423" actId="1076"/>
          <ac:picMkLst>
            <pc:docMk/>
            <pc:sldMk cId="2435024730" sldId="1414"/>
            <ac:picMk id="58" creationId="{91FEC596-FE91-4163-A2EF-DE022C784325}"/>
          </ac:picMkLst>
        </pc:picChg>
        <pc:cxnChg chg="del mod topLvl">
          <ac:chgData name="Venkatesh Patil" userId="d9f36aa470552ec6" providerId="LiveId" clId="{CF347FCE-01B0-486B-AA11-A8191E9B375E}" dt="2024-05-29T17:28:31.643" v="335" actId="478"/>
          <ac:cxnSpMkLst>
            <pc:docMk/>
            <pc:sldMk cId="2435024730" sldId="1414"/>
            <ac:cxnSpMk id="26" creationId="{1DF80AD8-D57F-34A0-B53A-2A34F842EA6E}"/>
          </ac:cxnSpMkLst>
        </pc:cxnChg>
        <pc:cxnChg chg="del mod topLvl">
          <ac:chgData name="Venkatesh Patil" userId="d9f36aa470552ec6" providerId="LiveId" clId="{CF347FCE-01B0-486B-AA11-A8191E9B375E}" dt="2024-05-29T17:28:31.643" v="335" actId="478"/>
          <ac:cxnSpMkLst>
            <pc:docMk/>
            <pc:sldMk cId="2435024730" sldId="1414"/>
            <ac:cxnSpMk id="27" creationId="{D84EB77F-9784-B3D0-35D5-64A3C8BE6116}"/>
          </ac:cxnSpMkLst>
        </pc:cxnChg>
        <pc:cxnChg chg="del mod topLvl">
          <ac:chgData name="Venkatesh Patil" userId="d9f36aa470552ec6" providerId="LiveId" clId="{CF347FCE-01B0-486B-AA11-A8191E9B375E}" dt="2024-05-29T17:28:31.643" v="335" actId="478"/>
          <ac:cxnSpMkLst>
            <pc:docMk/>
            <pc:sldMk cId="2435024730" sldId="1414"/>
            <ac:cxnSpMk id="28" creationId="{825807E4-E884-22BA-97FF-A6A461155775}"/>
          </ac:cxnSpMkLst>
        </pc:cxnChg>
        <pc:cxnChg chg="del mod topLvl">
          <ac:chgData name="Venkatesh Patil" userId="d9f36aa470552ec6" providerId="LiveId" clId="{CF347FCE-01B0-486B-AA11-A8191E9B375E}" dt="2024-05-29T17:28:31.643" v="335" actId="478"/>
          <ac:cxnSpMkLst>
            <pc:docMk/>
            <pc:sldMk cId="2435024730" sldId="1414"/>
            <ac:cxnSpMk id="29" creationId="{970B53E0-3542-5DE4-CD58-FE38FE363FA8}"/>
          </ac:cxnSpMkLst>
        </pc:cxnChg>
        <pc:cxnChg chg="del mod topLvl">
          <ac:chgData name="Venkatesh Patil" userId="d9f36aa470552ec6" providerId="LiveId" clId="{CF347FCE-01B0-486B-AA11-A8191E9B375E}" dt="2024-05-29T17:28:31.643" v="335" actId="478"/>
          <ac:cxnSpMkLst>
            <pc:docMk/>
            <pc:sldMk cId="2435024730" sldId="1414"/>
            <ac:cxnSpMk id="31" creationId="{0FDE78D4-800D-587F-600F-A1F7EFE0ABC3}"/>
          </ac:cxnSpMkLst>
        </pc:cxnChg>
        <pc:cxnChg chg="del mod topLvl">
          <ac:chgData name="Venkatesh Patil" userId="d9f36aa470552ec6" providerId="LiveId" clId="{CF347FCE-01B0-486B-AA11-A8191E9B375E}" dt="2024-05-29T17:28:31.643" v="335" actId="478"/>
          <ac:cxnSpMkLst>
            <pc:docMk/>
            <pc:sldMk cId="2435024730" sldId="1414"/>
            <ac:cxnSpMk id="49" creationId="{35B384B2-702A-0771-44A6-C4134CB4154B}"/>
          </ac:cxnSpMkLst>
        </pc:cxnChg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521656688" sldId="1415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74292712" sldId="1416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05537053" sldId="1417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2913424477" sldId="1418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2854881138" sldId="1419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924449538" sldId="1420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141100425" sldId="1421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076801892" sldId="1422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2638407904" sldId="1423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95672876" sldId="1424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644374592" sldId="1426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586139178" sldId="1427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1180251959" sldId="1428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2513793252" sldId="1429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1834442473" sldId="1430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038732347" sldId="1431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856326944" sldId="1432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097252995" sldId="1433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2928077422" sldId="1434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4139740867" sldId="1436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052776796" sldId="1437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801738821" sldId="1438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1691297578" sldId="1439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4042893083" sldId="1440"/>
        </pc:sldMkLst>
      </pc:sldChg>
      <pc:sldChg chg="del">
        <pc:chgData name="Venkatesh Patil" userId="d9f36aa470552ec6" providerId="LiveId" clId="{CF347FCE-01B0-486B-AA11-A8191E9B375E}" dt="2024-05-30T03:41:36.691" v="9677" actId="47"/>
        <pc:sldMkLst>
          <pc:docMk/>
          <pc:sldMk cId="3380529322" sldId="1441"/>
        </pc:sldMkLst>
      </pc:sldChg>
      <pc:sldChg chg="addSp delSp modSp mod modTransition modNotesTx">
        <pc:chgData name="Venkatesh Patil" userId="d9f36aa470552ec6" providerId="LiveId" clId="{CF347FCE-01B0-486B-AA11-A8191E9B375E}" dt="2024-05-30T03:37:28.243" v="9600"/>
        <pc:sldMkLst>
          <pc:docMk/>
          <pc:sldMk cId="1087020802" sldId="1442"/>
        </pc:sldMkLst>
        <pc:spChg chg="mod">
          <ac:chgData name="Venkatesh Patil" userId="d9f36aa470552ec6" providerId="LiveId" clId="{CF347FCE-01B0-486B-AA11-A8191E9B375E}" dt="2024-05-30T01:08:58.655" v="6132" actId="20577"/>
          <ac:spMkLst>
            <pc:docMk/>
            <pc:sldMk cId="1087020802" sldId="1442"/>
            <ac:spMk id="2" creationId="{52AD9B88-90EF-EEFA-3452-735746A4B166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9" creationId="{4BF16A8C-FDC0-6439-B55E-32C4AEC01BC8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18" creationId="{B9466E85-7898-858F-3A5A-5239AC869AFC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19" creationId="{A5CE8C7B-50A4-ABFE-B739-CD2A890F5BE3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0" creationId="{AEB16A42-3210-BDAA-9284-5249EDA98828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1" creationId="{27E243B9-D548-6F32-709E-86BB0FC6B3C9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2" creationId="{F05DB473-7AF9-20A4-F2F7-6FBB59FB30D7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3" creationId="{FD080E60-83FB-8B26-8897-073927C6AFDC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4" creationId="{F2C35F4B-E2B7-E9CE-A7D7-80194F947D89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5" creationId="{056495BF-4A39-F2F5-2780-3A3ED79F8723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6" creationId="{F67B6135-7154-9EBB-C9FC-FD34E98F79CE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7" creationId="{62BE550E-4923-DC69-7294-D83948AC7753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8" creationId="{BBB85B76-B971-5512-CB83-F40B0E3626F9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29" creationId="{129BC5D4-88E3-59E0-AE88-7AC464A58B7E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0" creationId="{5FD12A13-EB56-A8AB-CCD7-4A05D6A7F76C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1" creationId="{47ABC7A5-D143-657D-0BC9-1B5C53861069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2" creationId="{C6EB3BB6-C48A-5BD7-01A2-E311D4AC53CB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3" creationId="{B24E5DB6-C7D2-B3BB-FD98-C109F44B3E34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4" creationId="{58B776EF-F6C1-5A17-771D-934196BB9BAF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5" creationId="{D7C8D4DA-5B31-5EDC-5431-F388E191F779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6" creationId="{161173F6-4BC6-77CF-1F7F-CE18A561BC6B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7" creationId="{ABC8A0D0-E2B3-6A43-CFED-62311D06172A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8" creationId="{C99AFFA1-8A72-86C4-4015-E7ACBA817CA1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39" creationId="{9524BC85-6789-9325-125D-965233F3B859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0" creationId="{84D9BE5E-58D2-7CCC-82DA-7866297F72B2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1" creationId="{BC3E3A97-F52C-F33A-047C-FF012A13DFA8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2" creationId="{E52448A8-8A39-83EA-A258-A9D67F15CD8F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3" creationId="{E82D7DA6-0E91-6C2C-1A71-0BD53FD5AB91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4" creationId="{8F08E559-840B-4FD7-B73A-462A0CCE5055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5" creationId="{E9608530-7F73-5A5D-6A73-DA0CB6A65C2E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6" creationId="{2B1D74FF-ABD7-993A-AE9E-3729042FE977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7" creationId="{6BA87B37-7C51-0C14-AA8C-5F721C60B889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8" creationId="{86CDDA0C-2644-41BD-A86F-9F245E53E137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49" creationId="{DB46944D-711C-F26C-086D-E62A7E6A85F7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0" creationId="{6D8A2070-F981-ADF2-CA89-DA3657AD8263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1" creationId="{4A4CBBEF-E244-62ED-AB3C-696AF261A130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2" creationId="{CCF43FB2-C6A7-7D4E-96F0-7DE52702CC83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3" creationId="{6FCACD13-EF76-4E12-D138-C3852366878C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4" creationId="{00780B21-E523-FA37-9A79-BB253128CA2A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5" creationId="{F17DAE1B-5036-E73E-69E0-B38F92E7C9FC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6" creationId="{981EFD2D-FEA6-7E8D-85D1-84CCDF3807E5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7" creationId="{454B6509-4897-539F-4172-EC117D6A5075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8" creationId="{7CC70ED7-98A0-0B12-E2FE-9FE3A90BE117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59" creationId="{4A5FF401-B88C-A7BA-8CBB-AB6657FA00A5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0" creationId="{47228E2C-48DD-2E51-3F50-0F07BC5F9B43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1" creationId="{788FE764-6F5B-30B4-4343-BD9976A81268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2" creationId="{4AEAFBC0-478F-B4EE-54E6-F0766A2550F4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3" creationId="{52A2BCF4-FF11-A2A9-3185-94DC81898B34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4" creationId="{0E2235C8-2F2C-378B-3F72-4D2D8F30D8A3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5" creationId="{93FDB427-3B52-9047-F3DE-623FA4B91DD4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6" creationId="{B31AF16C-88A4-AD76-2462-22B4480A31CD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7" creationId="{BA17B770-8227-CC82-D3E1-19F2B7C94E4C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68" creationId="{0BEFEA63-4E9F-FE09-106A-CAF8DA66B08B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70" creationId="{2CF7D6FE-9A7F-4BA0-ACED-9427B512580A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72" creationId="{926F470E-364D-3859-CE10-1A84CBF73A7D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74" creationId="{F1042712-5EDB-B365-AD25-0A44A5BF6C6B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80" creationId="{6C5A1499-B08A-48E2-E98F-93A53DA22EE2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81" creationId="{DC7A2E5C-147C-00FC-F96B-336D5DDBF5A1}"/>
          </ac:spMkLst>
        </pc:spChg>
        <pc:spChg chg="mod">
          <ac:chgData name="Venkatesh Patil" userId="d9f36aa470552ec6" providerId="LiveId" clId="{CF347FCE-01B0-486B-AA11-A8191E9B375E}" dt="2024-05-30T00:35:58.227" v="5667"/>
          <ac:spMkLst>
            <pc:docMk/>
            <pc:sldMk cId="1087020802" sldId="1442"/>
            <ac:spMk id="82" creationId="{653D5B01-E1DF-ED3F-AA88-2F8D49680414}"/>
          </ac:spMkLst>
        </pc:spChg>
        <pc:spChg chg="add mod ord">
          <ac:chgData name="Venkatesh Patil" userId="d9f36aa470552ec6" providerId="LiveId" clId="{CF347FCE-01B0-486B-AA11-A8191E9B375E}" dt="2024-05-30T01:14:34.605" v="6270" actId="167"/>
          <ac:spMkLst>
            <pc:docMk/>
            <pc:sldMk cId="1087020802" sldId="1442"/>
            <ac:spMk id="83" creationId="{DEEF5B1F-C4C9-332E-651F-2C46FE8B641F}"/>
          </ac:spMkLst>
        </pc:spChg>
        <pc:spChg chg="add mod">
          <ac:chgData name="Venkatesh Patil" userId="d9f36aa470552ec6" providerId="LiveId" clId="{CF347FCE-01B0-486B-AA11-A8191E9B375E}" dt="2024-05-30T01:09:05.084" v="6133" actId="1076"/>
          <ac:spMkLst>
            <pc:docMk/>
            <pc:sldMk cId="1087020802" sldId="1442"/>
            <ac:spMk id="84" creationId="{74DB0EDA-2BBA-AB45-74FE-0C780DE94AF3}"/>
          </ac:spMkLst>
        </pc:spChg>
        <pc:spChg chg="add mod ord">
          <ac:chgData name="Venkatesh Patil" userId="d9f36aa470552ec6" providerId="LiveId" clId="{CF347FCE-01B0-486B-AA11-A8191E9B375E}" dt="2024-05-30T01:14:14.138" v="6269" actId="167"/>
          <ac:spMkLst>
            <pc:docMk/>
            <pc:sldMk cId="1087020802" sldId="1442"/>
            <ac:spMk id="85" creationId="{11C0872B-8117-0941-330E-AA88B1F26DB8}"/>
          </ac:spMkLst>
        </pc:spChg>
        <pc:spChg chg="add mod">
          <ac:chgData name="Venkatesh Patil" userId="d9f36aa470552ec6" providerId="LiveId" clId="{CF347FCE-01B0-486B-AA11-A8191E9B375E}" dt="2024-05-30T01:08:02.831" v="6115" actId="1076"/>
          <ac:spMkLst>
            <pc:docMk/>
            <pc:sldMk cId="1087020802" sldId="1442"/>
            <ac:spMk id="86" creationId="{EED4636E-A533-2EA2-4AF8-C9160CF316FC}"/>
          </ac:spMkLst>
        </pc:spChg>
        <pc:spChg chg="add mod">
          <ac:chgData name="Venkatesh Patil" userId="d9f36aa470552ec6" providerId="LiveId" clId="{CF347FCE-01B0-486B-AA11-A8191E9B375E}" dt="2024-05-30T01:08:02.831" v="6115" actId="1076"/>
          <ac:spMkLst>
            <pc:docMk/>
            <pc:sldMk cId="1087020802" sldId="1442"/>
            <ac:spMk id="87" creationId="{CF4B2A71-7E8B-2EEB-A119-6601A67866B9}"/>
          </ac:spMkLst>
        </pc:spChg>
        <pc:spChg chg="add mod">
          <ac:chgData name="Venkatesh Patil" userId="d9f36aa470552ec6" providerId="LiveId" clId="{CF347FCE-01B0-486B-AA11-A8191E9B375E}" dt="2024-05-30T00:57:35.962" v="6029" actId="164"/>
          <ac:spMkLst>
            <pc:docMk/>
            <pc:sldMk cId="1087020802" sldId="1442"/>
            <ac:spMk id="88" creationId="{04C4E13F-A387-79BE-34ED-0B592BA18A67}"/>
          </ac:spMkLst>
        </pc:spChg>
        <pc:spChg chg="add mod">
          <ac:chgData name="Venkatesh Patil" userId="d9f36aa470552ec6" providerId="LiveId" clId="{CF347FCE-01B0-486B-AA11-A8191E9B375E}" dt="2024-05-30T00:56:52.260" v="6025" actId="164"/>
          <ac:spMkLst>
            <pc:docMk/>
            <pc:sldMk cId="1087020802" sldId="1442"/>
            <ac:spMk id="89" creationId="{2F15660F-37D4-FA09-5E66-8C1033856B39}"/>
          </ac:spMkLst>
        </pc:spChg>
        <pc:spChg chg="add mod">
          <ac:chgData name="Venkatesh Patil" userId="d9f36aa470552ec6" providerId="LiveId" clId="{CF347FCE-01B0-486B-AA11-A8191E9B375E}" dt="2024-05-30T00:56:59.988" v="6026" actId="164"/>
          <ac:spMkLst>
            <pc:docMk/>
            <pc:sldMk cId="1087020802" sldId="1442"/>
            <ac:spMk id="90" creationId="{5F354449-5561-2B7E-A0D8-FA73DC36A258}"/>
          </ac:spMkLst>
        </pc:spChg>
        <pc:spChg chg="add mod">
          <ac:chgData name="Venkatesh Patil" userId="d9f36aa470552ec6" providerId="LiveId" clId="{CF347FCE-01B0-486B-AA11-A8191E9B375E}" dt="2024-05-30T00:57:35.962" v="6029" actId="164"/>
          <ac:spMkLst>
            <pc:docMk/>
            <pc:sldMk cId="1087020802" sldId="1442"/>
            <ac:spMk id="91" creationId="{346972D7-535E-CBEC-08D4-CB39B2E64B9E}"/>
          </ac:spMkLst>
        </pc:spChg>
        <pc:spChg chg="add mod">
          <ac:chgData name="Venkatesh Patil" userId="d9f36aa470552ec6" providerId="LiveId" clId="{CF347FCE-01B0-486B-AA11-A8191E9B375E}" dt="2024-05-30T00:56:52.260" v="6025" actId="164"/>
          <ac:spMkLst>
            <pc:docMk/>
            <pc:sldMk cId="1087020802" sldId="1442"/>
            <ac:spMk id="92" creationId="{F941623E-36B3-3C8D-62DB-F54B99806D5C}"/>
          </ac:spMkLst>
        </pc:spChg>
        <pc:spChg chg="add mod">
          <ac:chgData name="Venkatesh Patil" userId="d9f36aa470552ec6" providerId="LiveId" clId="{CF347FCE-01B0-486B-AA11-A8191E9B375E}" dt="2024-05-30T00:56:59.988" v="6026" actId="164"/>
          <ac:spMkLst>
            <pc:docMk/>
            <pc:sldMk cId="1087020802" sldId="1442"/>
            <ac:spMk id="93" creationId="{4819A8DA-C14F-A0BE-676B-9304DFC02202}"/>
          </ac:spMkLst>
        </pc:spChg>
        <pc:spChg chg="add mod">
          <ac:chgData name="Venkatesh Patil" userId="d9f36aa470552ec6" providerId="LiveId" clId="{CF347FCE-01B0-486B-AA11-A8191E9B375E}" dt="2024-05-30T01:08:02.831" v="6115" actId="1076"/>
          <ac:spMkLst>
            <pc:docMk/>
            <pc:sldMk cId="1087020802" sldId="1442"/>
            <ac:spMk id="94" creationId="{C788A823-F31D-0E51-4B35-CE1D262786DD}"/>
          </ac:spMkLst>
        </pc:spChg>
        <pc:spChg chg="add mod ord">
          <ac:chgData name="Venkatesh Patil" userId="d9f36aa470552ec6" providerId="LiveId" clId="{CF347FCE-01B0-486B-AA11-A8191E9B375E}" dt="2024-05-30T01:08:02.831" v="6115" actId="1076"/>
          <ac:spMkLst>
            <pc:docMk/>
            <pc:sldMk cId="1087020802" sldId="1442"/>
            <ac:spMk id="95" creationId="{6618F5D3-FBD8-E5D4-B0F6-42C163A44515}"/>
          </ac:spMkLst>
        </pc:spChg>
        <pc:spChg chg="add mod">
          <ac:chgData name="Venkatesh Patil" userId="d9f36aa470552ec6" providerId="LiveId" clId="{CF347FCE-01B0-486B-AA11-A8191E9B375E}" dt="2024-05-30T01:08:02.831" v="6115" actId="1076"/>
          <ac:spMkLst>
            <pc:docMk/>
            <pc:sldMk cId="1087020802" sldId="1442"/>
            <ac:spMk id="96" creationId="{4EEFDE96-EF5C-C375-713B-0B848DD24EBF}"/>
          </ac:spMkLst>
        </pc:spChg>
        <pc:spChg chg="add mod">
          <ac:chgData name="Venkatesh Patil" userId="d9f36aa470552ec6" providerId="LiveId" clId="{CF347FCE-01B0-486B-AA11-A8191E9B375E}" dt="2024-05-30T01:00:58.767" v="6057" actId="164"/>
          <ac:spMkLst>
            <pc:docMk/>
            <pc:sldMk cId="1087020802" sldId="1442"/>
            <ac:spMk id="97" creationId="{EFAC7E7A-3009-AC9D-28CF-C76BF3E84592}"/>
          </ac:spMkLst>
        </pc:spChg>
        <pc:spChg chg="add mod">
          <ac:chgData name="Venkatesh Patil" userId="d9f36aa470552ec6" providerId="LiveId" clId="{CF347FCE-01B0-486B-AA11-A8191E9B375E}" dt="2024-05-30T01:00:48.245" v="6056" actId="164"/>
          <ac:spMkLst>
            <pc:docMk/>
            <pc:sldMk cId="1087020802" sldId="1442"/>
            <ac:spMk id="98" creationId="{ADB26C08-4575-33B3-9592-865B89159E02}"/>
          </ac:spMkLst>
        </pc:spChg>
        <pc:spChg chg="add del mod">
          <ac:chgData name="Venkatesh Patil" userId="d9f36aa470552ec6" providerId="LiveId" clId="{CF347FCE-01B0-486B-AA11-A8191E9B375E}" dt="2024-05-30T00:41:23.843" v="5785" actId="478"/>
          <ac:spMkLst>
            <pc:docMk/>
            <pc:sldMk cId="1087020802" sldId="1442"/>
            <ac:spMk id="99" creationId="{0AA8190D-211E-13B6-012E-3949F22C40B9}"/>
          </ac:spMkLst>
        </pc:spChg>
        <pc:spChg chg="add del">
          <ac:chgData name="Venkatesh Patil" userId="d9f36aa470552ec6" providerId="LiveId" clId="{CF347FCE-01B0-486B-AA11-A8191E9B375E}" dt="2024-05-30T00:41:35.038" v="5787" actId="478"/>
          <ac:spMkLst>
            <pc:docMk/>
            <pc:sldMk cId="1087020802" sldId="1442"/>
            <ac:spMk id="101" creationId="{70A3CE01-7BF3-C7F1-5339-305378806A39}"/>
          </ac:spMkLst>
        </pc:spChg>
        <pc:spChg chg="add mod">
          <ac:chgData name="Venkatesh Patil" userId="d9f36aa470552ec6" providerId="LiveId" clId="{CF347FCE-01B0-486B-AA11-A8191E9B375E}" dt="2024-05-30T01:00:58.767" v="6057" actId="164"/>
          <ac:spMkLst>
            <pc:docMk/>
            <pc:sldMk cId="1087020802" sldId="1442"/>
            <ac:spMk id="102" creationId="{13E150C9-BBC6-8534-FC3B-E99DE67D2121}"/>
          </ac:spMkLst>
        </pc:spChg>
        <pc:spChg chg="add mod">
          <ac:chgData name="Venkatesh Patil" userId="d9f36aa470552ec6" providerId="LiveId" clId="{CF347FCE-01B0-486B-AA11-A8191E9B375E}" dt="2024-05-30T01:00:48.245" v="6056" actId="164"/>
          <ac:spMkLst>
            <pc:docMk/>
            <pc:sldMk cId="1087020802" sldId="1442"/>
            <ac:spMk id="103" creationId="{C762E074-CD5A-40A9-2F38-D29C55474FCF}"/>
          </ac:spMkLst>
        </pc:spChg>
        <pc:spChg chg="add del mod">
          <ac:chgData name="Venkatesh Patil" userId="d9f36aa470552ec6" providerId="LiveId" clId="{CF347FCE-01B0-486B-AA11-A8191E9B375E}" dt="2024-05-30T03:36:13.175" v="9596" actId="478"/>
          <ac:spMkLst>
            <pc:docMk/>
            <pc:sldMk cId="1087020802" sldId="1442"/>
            <ac:spMk id="104" creationId="{A9AF8ECE-CADC-27C1-A1F4-DFCBCB6B50AF}"/>
          </ac:spMkLst>
        </pc:spChg>
        <pc:spChg chg="add del mod">
          <ac:chgData name="Venkatesh Patil" userId="d9f36aa470552ec6" providerId="LiveId" clId="{CF347FCE-01B0-486B-AA11-A8191E9B375E}" dt="2024-05-30T03:36:16.901" v="9597" actId="478"/>
          <ac:spMkLst>
            <pc:docMk/>
            <pc:sldMk cId="1087020802" sldId="1442"/>
            <ac:spMk id="105" creationId="{453C7705-8537-DEC3-E956-EC9D55195542}"/>
          </ac:spMkLst>
        </pc:spChg>
        <pc:spChg chg="add mod ord">
          <ac:chgData name="Venkatesh Patil" userId="d9f36aa470552ec6" providerId="LiveId" clId="{CF347FCE-01B0-486B-AA11-A8191E9B375E}" dt="2024-05-30T01:08:02.831" v="6115" actId="1076"/>
          <ac:spMkLst>
            <pc:docMk/>
            <pc:sldMk cId="1087020802" sldId="1442"/>
            <ac:spMk id="106" creationId="{BB9603D8-1F43-9062-8600-C7846ED90623}"/>
          </ac:spMkLst>
        </pc:spChg>
        <pc:spChg chg="add mod">
          <ac:chgData name="Venkatesh Patil" userId="d9f36aa470552ec6" providerId="LiveId" clId="{CF347FCE-01B0-486B-AA11-A8191E9B375E}" dt="2024-05-30T01:05:34.821" v="6090" actId="164"/>
          <ac:spMkLst>
            <pc:docMk/>
            <pc:sldMk cId="1087020802" sldId="1442"/>
            <ac:spMk id="107" creationId="{99B0F2A0-A982-B249-2DB2-7A4F7F8759ED}"/>
          </ac:spMkLst>
        </pc:spChg>
        <pc:spChg chg="add mod">
          <ac:chgData name="Venkatesh Patil" userId="d9f36aa470552ec6" providerId="LiveId" clId="{CF347FCE-01B0-486B-AA11-A8191E9B375E}" dt="2024-05-30T01:05:34.821" v="6090" actId="164"/>
          <ac:spMkLst>
            <pc:docMk/>
            <pc:sldMk cId="1087020802" sldId="1442"/>
            <ac:spMk id="108" creationId="{80F8294B-9527-E44B-2862-09C4D6A89CB0}"/>
          </ac:spMkLst>
        </pc:spChg>
        <pc:spChg chg="add mod">
          <ac:chgData name="Venkatesh Patil" userId="d9f36aa470552ec6" providerId="LiveId" clId="{CF347FCE-01B0-486B-AA11-A8191E9B375E}" dt="2024-05-30T01:08:02.831" v="6115" actId="1076"/>
          <ac:spMkLst>
            <pc:docMk/>
            <pc:sldMk cId="1087020802" sldId="1442"/>
            <ac:spMk id="113" creationId="{BE42B45E-B8EA-9F19-4C8C-8A915154B69F}"/>
          </ac:spMkLst>
        </pc:spChg>
        <pc:spChg chg="add mod">
          <ac:chgData name="Venkatesh Patil" userId="d9f36aa470552ec6" providerId="LiveId" clId="{CF347FCE-01B0-486B-AA11-A8191E9B375E}" dt="2024-05-30T01:12:21.880" v="6263" actId="20577"/>
          <ac:spMkLst>
            <pc:docMk/>
            <pc:sldMk cId="1087020802" sldId="1442"/>
            <ac:spMk id="116" creationId="{2EB6EB4A-BF63-4ECF-8AA0-83F102462B32}"/>
          </ac:spMkLst>
        </pc:spChg>
        <pc:spChg chg="add mod">
          <ac:chgData name="Venkatesh Patil" userId="d9f36aa470552ec6" providerId="LiveId" clId="{CF347FCE-01B0-486B-AA11-A8191E9B375E}" dt="2024-05-30T00:57:35.962" v="6029" actId="164"/>
          <ac:spMkLst>
            <pc:docMk/>
            <pc:sldMk cId="1087020802" sldId="1442"/>
            <ac:spMk id="118" creationId="{B9D0C830-97FE-50BA-E9D9-DC731100E638}"/>
          </ac:spMkLst>
        </pc:spChg>
        <pc:spChg chg="add mod">
          <ac:chgData name="Venkatesh Patil" userId="d9f36aa470552ec6" providerId="LiveId" clId="{CF347FCE-01B0-486B-AA11-A8191E9B375E}" dt="2024-05-30T00:56:52.260" v="6025" actId="164"/>
          <ac:spMkLst>
            <pc:docMk/>
            <pc:sldMk cId="1087020802" sldId="1442"/>
            <ac:spMk id="119" creationId="{DE3E9982-622F-9DA1-7857-A62A949F14E8}"/>
          </ac:spMkLst>
        </pc:spChg>
        <pc:spChg chg="add mod">
          <ac:chgData name="Venkatesh Patil" userId="d9f36aa470552ec6" providerId="LiveId" clId="{CF347FCE-01B0-486B-AA11-A8191E9B375E}" dt="2024-05-30T01:00:58.767" v="6057" actId="164"/>
          <ac:spMkLst>
            <pc:docMk/>
            <pc:sldMk cId="1087020802" sldId="1442"/>
            <ac:spMk id="130" creationId="{4A5A2B06-6F29-53EF-E13B-0A8AD01D40C9}"/>
          </ac:spMkLst>
        </pc:spChg>
        <pc:spChg chg="add mod">
          <ac:chgData name="Venkatesh Patil" userId="d9f36aa470552ec6" providerId="LiveId" clId="{CF347FCE-01B0-486B-AA11-A8191E9B375E}" dt="2024-05-30T01:00:58.767" v="6057" actId="164"/>
          <ac:spMkLst>
            <pc:docMk/>
            <pc:sldMk cId="1087020802" sldId="1442"/>
            <ac:spMk id="133" creationId="{BA88C5B8-6F45-E42C-7BA9-44F78DDC8601}"/>
          </ac:spMkLst>
        </pc:spChg>
        <pc:spChg chg="add mod">
          <ac:chgData name="Venkatesh Patil" userId="d9f36aa470552ec6" providerId="LiveId" clId="{CF347FCE-01B0-486B-AA11-A8191E9B375E}" dt="2024-05-30T01:00:48.245" v="6056" actId="164"/>
          <ac:spMkLst>
            <pc:docMk/>
            <pc:sldMk cId="1087020802" sldId="1442"/>
            <ac:spMk id="134" creationId="{56BECF3A-1A8C-F603-1508-C4ADDCDFEA1D}"/>
          </ac:spMkLst>
        </pc:spChg>
        <pc:spChg chg="add mod">
          <ac:chgData name="Venkatesh Patil" userId="d9f36aa470552ec6" providerId="LiveId" clId="{CF347FCE-01B0-486B-AA11-A8191E9B375E}" dt="2024-05-30T01:06:10.949" v="6100" actId="164"/>
          <ac:spMkLst>
            <pc:docMk/>
            <pc:sldMk cId="1087020802" sldId="1442"/>
            <ac:spMk id="154" creationId="{84020920-CA5D-B96A-898A-70E14560B9EA}"/>
          </ac:spMkLst>
        </pc:spChg>
        <pc:spChg chg="add mod">
          <ac:chgData name="Venkatesh Patil" userId="d9f36aa470552ec6" providerId="LiveId" clId="{CF347FCE-01B0-486B-AA11-A8191E9B375E}" dt="2024-05-30T01:06:10.949" v="6100" actId="164"/>
          <ac:spMkLst>
            <pc:docMk/>
            <pc:sldMk cId="1087020802" sldId="1442"/>
            <ac:spMk id="156" creationId="{4DA9A442-8F41-5E4F-6039-E7427E3CEA1C}"/>
          </ac:spMkLst>
        </pc:spChg>
        <pc:spChg chg="add del mod">
          <ac:chgData name="Venkatesh Patil" userId="d9f36aa470552ec6" providerId="LiveId" clId="{CF347FCE-01B0-486B-AA11-A8191E9B375E}" dt="2024-05-30T03:35:47.058" v="9584" actId="478"/>
          <ac:spMkLst>
            <pc:docMk/>
            <pc:sldMk cId="1087020802" sldId="1442"/>
            <ac:spMk id="166" creationId="{C6EE1069-E059-54EC-5BC3-4B523CD10970}"/>
          </ac:spMkLst>
        </pc:spChg>
        <pc:spChg chg="add del mod">
          <ac:chgData name="Venkatesh Patil" userId="d9f36aa470552ec6" providerId="LiveId" clId="{CF347FCE-01B0-486B-AA11-A8191E9B375E}" dt="2024-05-30T03:36:10.703" v="9595" actId="478"/>
          <ac:spMkLst>
            <pc:docMk/>
            <pc:sldMk cId="1087020802" sldId="1442"/>
            <ac:spMk id="167" creationId="{8DF2D26E-D5A0-F30C-8B74-6E9F468CB5CD}"/>
          </ac:spMkLst>
        </pc:spChg>
        <pc:spChg chg="add del mod">
          <ac:chgData name="Venkatesh Patil" userId="d9f36aa470552ec6" providerId="LiveId" clId="{CF347FCE-01B0-486B-AA11-A8191E9B375E}" dt="2024-05-30T03:35:54.092" v="9587" actId="478"/>
          <ac:spMkLst>
            <pc:docMk/>
            <pc:sldMk cId="1087020802" sldId="1442"/>
            <ac:spMk id="168" creationId="{6458C49B-53FA-C185-A2F6-915F91844FF8}"/>
          </ac:spMkLst>
        </pc:spChg>
        <pc:spChg chg="add del mod">
          <ac:chgData name="Venkatesh Patil" userId="d9f36aa470552ec6" providerId="LiveId" clId="{CF347FCE-01B0-486B-AA11-A8191E9B375E}" dt="2024-05-30T03:35:57.540" v="9589" actId="478"/>
          <ac:spMkLst>
            <pc:docMk/>
            <pc:sldMk cId="1087020802" sldId="1442"/>
            <ac:spMk id="169" creationId="{B1CBC2DA-603A-3C66-EBE6-459C3317739B}"/>
          </ac:spMkLst>
        </pc:spChg>
        <pc:spChg chg="add del mod">
          <ac:chgData name="Venkatesh Patil" userId="d9f36aa470552ec6" providerId="LiveId" clId="{CF347FCE-01B0-486B-AA11-A8191E9B375E}" dt="2024-05-30T03:35:55.856" v="9588" actId="478"/>
          <ac:spMkLst>
            <pc:docMk/>
            <pc:sldMk cId="1087020802" sldId="1442"/>
            <ac:spMk id="170" creationId="{AC4CB060-5D38-A9FF-A283-A9E61BB4B7E3}"/>
          </ac:spMkLst>
        </pc:spChg>
        <pc:spChg chg="add del mod">
          <ac:chgData name="Venkatesh Patil" userId="d9f36aa470552ec6" providerId="LiveId" clId="{CF347FCE-01B0-486B-AA11-A8191E9B375E}" dt="2024-05-30T03:35:51.310" v="9586" actId="478"/>
          <ac:spMkLst>
            <pc:docMk/>
            <pc:sldMk cId="1087020802" sldId="1442"/>
            <ac:spMk id="171" creationId="{C1F270C8-CD3E-A4D5-6C44-13A344A55FCE}"/>
          </ac:spMkLst>
        </pc:spChg>
        <pc:spChg chg="add del mod">
          <ac:chgData name="Venkatesh Patil" userId="d9f36aa470552ec6" providerId="LiveId" clId="{CF347FCE-01B0-486B-AA11-A8191E9B375E}" dt="2024-05-30T02:55:27.019" v="8026" actId="478"/>
          <ac:spMkLst>
            <pc:docMk/>
            <pc:sldMk cId="1087020802" sldId="1442"/>
            <ac:spMk id="172" creationId="{C035CD7B-414B-CCC8-AA34-9861B018A04C}"/>
          </ac:spMkLst>
        </pc:spChg>
        <pc:spChg chg="add del mod">
          <ac:chgData name="Venkatesh Patil" userId="d9f36aa470552ec6" providerId="LiveId" clId="{CF347FCE-01B0-486B-AA11-A8191E9B375E}" dt="2024-05-30T03:35:44.243" v="9583" actId="478"/>
          <ac:spMkLst>
            <pc:docMk/>
            <pc:sldMk cId="1087020802" sldId="1442"/>
            <ac:spMk id="173" creationId="{C1FE65AC-0233-89C0-03D5-89D36D7D8BF8}"/>
          </ac:spMkLst>
        </pc:spChg>
        <pc:grpChg chg="add mod">
          <ac:chgData name="Venkatesh Patil" userId="d9f36aa470552ec6" providerId="LiveId" clId="{CF347FCE-01B0-486B-AA11-A8191E9B375E}" dt="2024-05-30T01:08:02.831" v="6115" actId="1076"/>
          <ac:grpSpMkLst>
            <pc:docMk/>
            <pc:sldMk cId="1087020802" sldId="1442"/>
            <ac:grpSpMk id="3" creationId="{B53C1272-FC6F-D5E7-425B-C960C0C1D6C3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8" creationId="{20BCD927-161B-932E-A77C-3A109FBB1D0F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10" creationId="{35B60A9D-C118-B260-E423-C3613BCED2E3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11" creationId="{170B5F94-F49B-DFFC-9B5B-93F9973716CB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12" creationId="{FF6A38FD-D202-5996-D2FA-96B613FD86E6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13" creationId="{10DB1DD3-8BBC-53A4-03DF-5C73A66CF43E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14" creationId="{941C5B5C-BDCA-6C7C-3462-512DD504E716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16" creationId="{4E5E61FA-0279-BD09-7539-F727B7B7EF78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17" creationId="{E8FC148C-AAD2-9C71-B9A8-791EFF550B5B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69" creationId="{FFB1FFBC-B2E2-75E4-3060-D006CDAD52E8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71" creationId="{EC681E19-9181-5C95-BF78-DB8EA9BD0494}"/>
          </ac:grpSpMkLst>
        </pc:grpChg>
        <pc:grpChg chg="mod">
          <ac:chgData name="Venkatesh Patil" userId="d9f36aa470552ec6" providerId="LiveId" clId="{CF347FCE-01B0-486B-AA11-A8191E9B375E}" dt="2024-05-30T00:35:58.227" v="5667"/>
          <ac:grpSpMkLst>
            <pc:docMk/>
            <pc:sldMk cId="1087020802" sldId="1442"/>
            <ac:grpSpMk id="73" creationId="{9739FE8F-47B0-7D48-9782-C4957B2C432D}"/>
          </ac:grpSpMkLst>
        </pc:grpChg>
        <pc:grpChg chg="add mod">
          <ac:chgData name="Venkatesh Patil" userId="d9f36aa470552ec6" providerId="LiveId" clId="{CF347FCE-01B0-486B-AA11-A8191E9B375E}" dt="2024-05-30T01:08:02.831" v="6115" actId="1076"/>
          <ac:grpSpMkLst>
            <pc:docMk/>
            <pc:sldMk cId="1087020802" sldId="1442"/>
            <ac:grpSpMk id="126" creationId="{BB57DCE9-544A-97C4-39B7-72052EB4546E}"/>
          </ac:grpSpMkLst>
        </pc:grpChg>
        <pc:grpChg chg="add mod">
          <ac:chgData name="Venkatesh Patil" userId="d9f36aa470552ec6" providerId="LiveId" clId="{CF347FCE-01B0-486B-AA11-A8191E9B375E}" dt="2024-05-30T01:08:02.831" v="6115" actId="1076"/>
          <ac:grpSpMkLst>
            <pc:docMk/>
            <pc:sldMk cId="1087020802" sldId="1442"/>
            <ac:grpSpMk id="127" creationId="{8AAE1B0A-6D94-5975-76A6-6C143219F5E9}"/>
          </ac:grpSpMkLst>
        </pc:grpChg>
        <pc:grpChg chg="add mod">
          <ac:chgData name="Venkatesh Patil" userId="d9f36aa470552ec6" providerId="LiveId" clId="{CF347FCE-01B0-486B-AA11-A8191E9B375E}" dt="2024-05-30T01:08:02.831" v="6115" actId="1076"/>
          <ac:grpSpMkLst>
            <pc:docMk/>
            <pc:sldMk cId="1087020802" sldId="1442"/>
            <ac:grpSpMk id="128" creationId="{20C78600-F994-4792-7E49-841A6A201028}"/>
          </ac:grpSpMkLst>
        </pc:grpChg>
        <pc:grpChg chg="add del mod">
          <ac:chgData name="Venkatesh Patil" userId="d9f36aa470552ec6" providerId="LiveId" clId="{CF347FCE-01B0-486B-AA11-A8191E9B375E}" dt="2024-05-30T03:36:20.807" v="9598" actId="478"/>
          <ac:grpSpMkLst>
            <pc:docMk/>
            <pc:sldMk cId="1087020802" sldId="1442"/>
            <ac:grpSpMk id="138" creationId="{10EDA212-65EE-F8F0-5431-F4B48326933B}"/>
          </ac:grpSpMkLst>
        </pc:grpChg>
        <pc:grpChg chg="add mod">
          <ac:chgData name="Venkatesh Patil" userId="d9f36aa470552ec6" providerId="LiveId" clId="{CF347FCE-01B0-486B-AA11-A8191E9B375E}" dt="2024-05-30T01:08:02.831" v="6115" actId="1076"/>
          <ac:grpSpMkLst>
            <pc:docMk/>
            <pc:sldMk cId="1087020802" sldId="1442"/>
            <ac:grpSpMk id="139" creationId="{D83F382E-7F2A-FA3A-A20B-84D70834ADF6}"/>
          </ac:grpSpMkLst>
        </pc:grpChg>
        <pc:grpChg chg="add del mod">
          <ac:chgData name="Venkatesh Patil" userId="d9f36aa470552ec6" providerId="LiveId" clId="{CF347FCE-01B0-486B-AA11-A8191E9B375E}" dt="2024-05-30T03:35:40.137" v="9581" actId="478"/>
          <ac:grpSpMkLst>
            <pc:docMk/>
            <pc:sldMk cId="1087020802" sldId="1442"/>
            <ac:grpSpMk id="155" creationId="{72D2F407-77A7-6AD1-7E6E-FCA14EFD4F99}"/>
          </ac:grpSpMkLst>
        </pc:grpChg>
        <pc:grpChg chg="add mod">
          <ac:chgData name="Venkatesh Patil" userId="d9f36aa470552ec6" providerId="LiveId" clId="{CF347FCE-01B0-486B-AA11-A8191E9B375E}" dt="2024-05-30T01:08:02.831" v="6115" actId="1076"/>
          <ac:grpSpMkLst>
            <pc:docMk/>
            <pc:sldMk cId="1087020802" sldId="1442"/>
            <ac:grpSpMk id="157" creationId="{73D9B543-2500-36A5-8192-A4B9CEDC7DFF}"/>
          </ac:grpSpMkLst>
        </pc:grpChg>
        <pc:picChg chg="del">
          <ac:chgData name="Venkatesh Patil" userId="d9f36aa470552ec6" providerId="LiveId" clId="{CF347FCE-01B0-486B-AA11-A8191E9B375E}" dt="2024-05-30T00:35:32.431" v="5666" actId="478"/>
          <ac:picMkLst>
            <pc:docMk/>
            <pc:sldMk cId="1087020802" sldId="1442"/>
            <ac:picMk id="15" creationId="{B5C9FDA6-DAFD-57B4-9D1F-7E1882DC5D71}"/>
          </ac:picMkLst>
        </pc:picChg>
        <pc:picChg chg="add mod">
          <ac:chgData name="Venkatesh Patil" userId="d9f36aa470552ec6" providerId="LiveId" clId="{CF347FCE-01B0-486B-AA11-A8191E9B375E}" dt="2024-05-30T01:05:34.821" v="6090" actId="164"/>
          <ac:picMkLst>
            <pc:docMk/>
            <pc:sldMk cId="1087020802" sldId="1442"/>
            <ac:picMk id="110" creationId="{4BA9968E-6707-1845-FCC7-4F9DF3A59F0B}"/>
          </ac:picMkLst>
        </pc:picChg>
        <pc:picChg chg="add mod">
          <ac:chgData name="Venkatesh Patil" userId="d9f36aa470552ec6" providerId="LiveId" clId="{CF347FCE-01B0-486B-AA11-A8191E9B375E}" dt="2024-05-30T01:05:34.821" v="6090" actId="164"/>
          <ac:picMkLst>
            <pc:docMk/>
            <pc:sldMk cId="1087020802" sldId="1442"/>
            <ac:picMk id="112" creationId="{BEAB48CA-A796-2478-5760-6D4E80B4BB06}"/>
          </ac:picMkLst>
        </pc:picChg>
        <pc:picChg chg="add del">
          <ac:chgData name="Venkatesh Patil" userId="d9f36aa470552ec6" providerId="LiveId" clId="{CF347FCE-01B0-486B-AA11-A8191E9B375E}" dt="2024-05-30T00:53:23.638" v="5965" actId="22"/>
          <ac:picMkLst>
            <pc:docMk/>
            <pc:sldMk cId="1087020802" sldId="1442"/>
            <ac:picMk id="115" creationId="{D6DE1977-144C-1370-3D32-739B47540195}"/>
          </ac:picMkLst>
        </pc:picChg>
        <pc:picChg chg="add del mod">
          <ac:chgData name="Venkatesh Patil" userId="d9f36aa470552ec6" providerId="LiveId" clId="{CF347FCE-01B0-486B-AA11-A8191E9B375E}" dt="2024-05-30T01:01:01.981" v="6058" actId="478"/>
          <ac:picMkLst>
            <pc:docMk/>
            <pc:sldMk cId="1087020802" sldId="1442"/>
            <ac:picMk id="121" creationId="{409FC4DA-1FFF-CEAD-63BE-81794C837D61}"/>
          </ac:picMkLst>
        </pc:picChg>
        <pc:cxnChg chg="mod">
          <ac:chgData name="Venkatesh Patil" userId="d9f36aa470552ec6" providerId="LiveId" clId="{CF347FCE-01B0-486B-AA11-A8191E9B375E}" dt="2024-05-30T00:35:58.227" v="5667"/>
          <ac:cxnSpMkLst>
            <pc:docMk/>
            <pc:sldMk cId="1087020802" sldId="1442"/>
            <ac:cxnSpMk id="75" creationId="{05CDFC59-FD83-4BF2-6E59-B729A72B136C}"/>
          </ac:cxnSpMkLst>
        </pc:cxnChg>
        <pc:cxnChg chg="mod">
          <ac:chgData name="Venkatesh Patil" userId="d9f36aa470552ec6" providerId="LiveId" clId="{CF347FCE-01B0-486B-AA11-A8191E9B375E}" dt="2024-05-30T00:35:58.227" v="5667"/>
          <ac:cxnSpMkLst>
            <pc:docMk/>
            <pc:sldMk cId="1087020802" sldId="1442"/>
            <ac:cxnSpMk id="76" creationId="{112D0DE1-C7D6-1C1A-6717-4B7274BB2ED0}"/>
          </ac:cxnSpMkLst>
        </pc:cxnChg>
        <pc:cxnChg chg="mod">
          <ac:chgData name="Venkatesh Patil" userId="d9f36aa470552ec6" providerId="LiveId" clId="{CF347FCE-01B0-486B-AA11-A8191E9B375E}" dt="2024-05-30T00:35:58.227" v="5667"/>
          <ac:cxnSpMkLst>
            <pc:docMk/>
            <pc:sldMk cId="1087020802" sldId="1442"/>
            <ac:cxnSpMk id="77" creationId="{082E5842-59C6-4CD2-25AB-FCCE6CFA26BC}"/>
          </ac:cxnSpMkLst>
        </pc:cxnChg>
        <pc:cxnChg chg="mod">
          <ac:chgData name="Venkatesh Patil" userId="d9f36aa470552ec6" providerId="LiveId" clId="{CF347FCE-01B0-486B-AA11-A8191E9B375E}" dt="2024-05-30T00:35:58.227" v="5667"/>
          <ac:cxnSpMkLst>
            <pc:docMk/>
            <pc:sldMk cId="1087020802" sldId="1442"/>
            <ac:cxnSpMk id="78" creationId="{64DD8800-DFE5-93F7-F5F9-186A313DD9EA}"/>
          </ac:cxnSpMkLst>
        </pc:cxnChg>
        <pc:cxnChg chg="mod">
          <ac:chgData name="Venkatesh Patil" userId="d9f36aa470552ec6" providerId="LiveId" clId="{CF347FCE-01B0-486B-AA11-A8191E9B375E}" dt="2024-05-30T00:35:58.227" v="5667"/>
          <ac:cxnSpMkLst>
            <pc:docMk/>
            <pc:sldMk cId="1087020802" sldId="1442"/>
            <ac:cxnSpMk id="79" creationId="{38748486-8AE7-A461-14E9-362BC8B62ACF}"/>
          </ac:cxnSpMkLst>
        </pc:cxnChg>
        <pc:cxnChg chg="add del mod">
          <ac:chgData name="Venkatesh Patil" userId="d9f36aa470552ec6" providerId="LiveId" clId="{CF347FCE-01B0-486B-AA11-A8191E9B375E}" dt="2024-05-30T00:56:06.830" v="6006" actId="478"/>
          <ac:cxnSpMkLst>
            <pc:docMk/>
            <pc:sldMk cId="1087020802" sldId="1442"/>
            <ac:cxnSpMk id="117" creationId="{5C6A41FC-1EBC-05AB-7574-C5ED3FB9B873}"/>
          </ac:cxnSpMkLst>
        </pc:cxnChg>
        <pc:cxnChg chg="add mod">
          <ac:chgData name="Venkatesh Patil" userId="d9f36aa470552ec6" providerId="LiveId" clId="{CF347FCE-01B0-486B-AA11-A8191E9B375E}" dt="2024-05-30T01:08:02.831" v="6115" actId="1076"/>
          <ac:cxnSpMkLst>
            <pc:docMk/>
            <pc:sldMk cId="1087020802" sldId="1442"/>
            <ac:cxnSpMk id="124" creationId="{7E6C1FD1-0328-2ED9-FEAC-F3A1FD48B964}"/>
          </ac:cxnSpMkLst>
        </pc:cxnChg>
        <pc:cxnChg chg="add mod">
          <ac:chgData name="Venkatesh Patil" userId="d9f36aa470552ec6" providerId="LiveId" clId="{CF347FCE-01B0-486B-AA11-A8191E9B375E}" dt="2024-05-30T01:00:58.767" v="6057" actId="164"/>
          <ac:cxnSpMkLst>
            <pc:docMk/>
            <pc:sldMk cId="1087020802" sldId="1442"/>
            <ac:cxnSpMk id="131" creationId="{8611090F-A143-49E3-BFA7-A761C8CEC1F9}"/>
          </ac:cxnSpMkLst>
        </pc:cxnChg>
        <pc:cxnChg chg="add del mod">
          <ac:chgData name="Venkatesh Patil" userId="d9f36aa470552ec6" providerId="LiveId" clId="{CF347FCE-01B0-486B-AA11-A8191E9B375E}" dt="2024-05-30T03:36:24.147" v="9599" actId="478"/>
          <ac:cxnSpMkLst>
            <pc:docMk/>
            <pc:sldMk cId="1087020802" sldId="1442"/>
            <ac:cxnSpMk id="135" creationId="{7E5C3FA8-44C6-E0B1-321D-E9F5526312D3}"/>
          </ac:cxnSpMkLst>
        </pc:cxnChg>
        <pc:cxnChg chg="add mod">
          <ac:chgData name="Venkatesh Patil" userId="d9f36aa470552ec6" providerId="LiveId" clId="{CF347FCE-01B0-486B-AA11-A8191E9B375E}" dt="2024-05-30T01:08:02.831" v="6115" actId="1076"/>
          <ac:cxnSpMkLst>
            <pc:docMk/>
            <pc:sldMk cId="1087020802" sldId="1442"/>
            <ac:cxnSpMk id="141" creationId="{CA8FA8F9-79B0-C0DB-B4BB-510B1B671407}"/>
          </ac:cxnSpMkLst>
        </pc:cxnChg>
        <pc:cxnChg chg="add mod">
          <ac:chgData name="Venkatesh Patil" userId="d9f36aa470552ec6" providerId="LiveId" clId="{CF347FCE-01B0-486B-AA11-A8191E9B375E}" dt="2024-05-30T01:08:02.831" v="6115" actId="1076"/>
          <ac:cxnSpMkLst>
            <pc:docMk/>
            <pc:sldMk cId="1087020802" sldId="1442"/>
            <ac:cxnSpMk id="142" creationId="{D9840CA6-C7AD-A8A4-8CF3-4EAE2FA9D770}"/>
          </ac:cxnSpMkLst>
        </pc:cxnChg>
        <pc:cxnChg chg="add del mod">
          <ac:chgData name="Venkatesh Patil" userId="d9f36aa470552ec6" providerId="LiveId" clId="{CF347FCE-01B0-486B-AA11-A8191E9B375E}" dt="2024-05-30T03:36:08.451" v="9594" actId="478"/>
          <ac:cxnSpMkLst>
            <pc:docMk/>
            <pc:sldMk cId="1087020802" sldId="1442"/>
            <ac:cxnSpMk id="143" creationId="{83609FE0-70AC-179B-73BE-19041F642930}"/>
          </ac:cxnSpMkLst>
        </pc:cxnChg>
        <pc:cxnChg chg="add del mod">
          <ac:chgData name="Venkatesh Patil" userId="d9f36aa470552ec6" providerId="LiveId" clId="{CF347FCE-01B0-486B-AA11-A8191E9B375E}" dt="2024-05-30T03:36:03.541" v="9591" actId="478"/>
          <ac:cxnSpMkLst>
            <pc:docMk/>
            <pc:sldMk cId="1087020802" sldId="1442"/>
            <ac:cxnSpMk id="145" creationId="{390BAF02-0946-A7CA-01F0-44FD5E65693C}"/>
          </ac:cxnSpMkLst>
        </pc:cxnChg>
        <pc:cxnChg chg="add del mod">
          <ac:chgData name="Venkatesh Patil" userId="d9f36aa470552ec6" providerId="LiveId" clId="{CF347FCE-01B0-486B-AA11-A8191E9B375E}" dt="2024-05-30T03:36:01.611" v="9590" actId="478"/>
          <ac:cxnSpMkLst>
            <pc:docMk/>
            <pc:sldMk cId="1087020802" sldId="1442"/>
            <ac:cxnSpMk id="147" creationId="{FDF39ECC-2586-C231-0F1C-8F848A271953}"/>
          </ac:cxnSpMkLst>
        </pc:cxnChg>
        <pc:cxnChg chg="add del mod">
          <ac:chgData name="Venkatesh Patil" userId="d9f36aa470552ec6" providerId="LiveId" clId="{CF347FCE-01B0-486B-AA11-A8191E9B375E}" dt="2024-05-30T03:35:42.866" v="9582" actId="478"/>
          <ac:cxnSpMkLst>
            <pc:docMk/>
            <pc:sldMk cId="1087020802" sldId="1442"/>
            <ac:cxnSpMk id="158" creationId="{695C6A41-9734-0424-4567-04D8F38CED86}"/>
          </ac:cxnSpMkLst>
        </pc:cxnChg>
        <pc:cxnChg chg="add del mod">
          <ac:chgData name="Venkatesh Patil" userId="d9f36aa470552ec6" providerId="LiveId" clId="{CF347FCE-01B0-486B-AA11-A8191E9B375E}" dt="2024-05-30T03:36:06.672" v="9593" actId="478"/>
          <ac:cxnSpMkLst>
            <pc:docMk/>
            <pc:sldMk cId="1087020802" sldId="1442"/>
            <ac:cxnSpMk id="160" creationId="{CB1B381B-33EE-F039-A213-2E2181576C8C}"/>
          </ac:cxnSpMkLst>
        </pc:cxnChg>
        <pc:cxnChg chg="add del mod">
          <ac:chgData name="Venkatesh Patil" userId="d9f36aa470552ec6" providerId="LiveId" clId="{CF347FCE-01B0-486B-AA11-A8191E9B375E}" dt="2024-05-30T03:36:04.643" v="9592" actId="478"/>
          <ac:cxnSpMkLst>
            <pc:docMk/>
            <pc:sldMk cId="1087020802" sldId="1442"/>
            <ac:cxnSpMk id="163" creationId="{39891DB5-0CA7-4FD9-D243-F5606D7FBACD}"/>
          </ac:cxnSpMkLst>
        </pc:cxnChg>
      </pc:sldChg>
      <pc:sldChg chg="delSp modSp add mod">
        <pc:chgData name="Venkatesh Patil" userId="d9f36aa470552ec6" providerId="LiveId" clId="{CF347FCE-01B0-486B-AA11-A8191E9B375E}" dt="2024-05-30T03:26:38.950" v="9457" actId="114"/>
        <pc:sldMkLst>
          <pc:docMk/>
          <pc:sldMk cId="50522486" sldId="1443"/>
        </pc:sldMkLst>
        <pc:spChg chg="mod">
          <ac:chgData name="Venkatesh Patil" userId="d9f36aa470552ec6" providerId="LiveId" clId="{CF347FCE-01B0-486B-AA11-A8191E9B375E}" dt="2024-05-30T03:26:38.950" v="9457" actId="114"/>
          <ac:spMkLst>
            <pc:docMk/>
            <pc:sldMk cId="50522486" sldId="1443"/>
            <ac:spMk id="34" creationId="{EBACC134-C2D7-41B5-1FBD-9A6BB06B1151}"/>
          </ac:spMkLst>
        </pc:spChg>
        <pc:spChg chg="del">
          <ac:chgData name="Venkatesh Patil" userId="d9f36aa470552ec6" providerId="LiveId" clId="{CF347FCE-01B0-486B-AA11-A8191E9B375E}" dt="2024-05-29T19:10:26" v="1346" actId="478"/>
          <ac:spMkLst>
            <pc:docMk/>
            <pc:sldMk cId="50522486" sldId="1443"/>
            <ac:spMk id="38" creationId="{0200B0D8-7857-52A3-9853-F5A227E80DD3}"/>
          </ac:spMkLst>
        </pc:spChg>
        <pc:spChg chg="del">
          <ac:chgData name="Venkatesh Patil" userId="d9f36aa470552ec6" providerId="LiveId" clId="{CF347FCE-01B0-486B-AA11-A8191E9B375E}" dt="2024-05-29T19:10:26" v="1346" actId="478"/>
          <ac:spMkLst>
            <pc:docMk/>
            <pc:sldMk cId="50522486" sldId="1443"/>
            <ac:spMk id="63" creationId="{9FB0EA5E-1035-C80D-E451-07D3D1C225E3}"/>
          </ac:spMkLst>
        </pc:spChg>
        <pc:spChg chg="del">
          <ac:chgData name="Venkatesh Patil" userId="d9f36aa470552ec6" providerId="LiveId" clId="{CF347FCE-01B0-486B-AA11-A8191E9B375E}" dt="2024-05-29T19:10:26" v="1346" actId="478"/>
          <ac:spMkLst>
            <pc:docMk/>
            <pc:sldMk cId="50522486" sldId="1443"/>
            <ac:spMk id="64" creationId="{D9227B10-6FC7-091B-D25B-A26B3FB44135}"/>
          </ac:spMkLst>
        </pc:spChg>
        <pc:spChg chg="del">
          <ac:chgData name="Venkatesh Patil" userId="d9f36aa470552ec6" providerId="LiveId" clId="{CF347FCE-01B0-486B-AA11-A8191E9B375E}" dt="2024-05-29T19:10:26" v="1346" actId="478"/>
          <ac:spMkLst>
            <pc:docMk/>
            <pc:sldMk cId="50522486" sldId="1443"/>
            <ac:spMk id="65" creationId="{22F77230-BD58-184E-B102-191AEF7FC8A1}"/>
          </ac:spMkLst>
        </pc:spChg>
        <pc:grpChg chg="del">
          <ac:chgData name="Venkatesh Patil" userId="d9f36aa470552ec6" providerId="LiveId" clId="{CF347FCE-01B0-486B-AA11-A8191E9B375E}" dt="2024-05-29T19:10:26" v="1346" actId="478"/>
          <ac:grpSpMkLst>
            <pc:docMk/>
            <pc:sldMk cId="50522486" sldId="1443"/>
            <ac:grpSpMk id="32" creationId="{8374D867-65B7-EB3F-E260-E8F2AF8EB168}"/>
          </ac:grpSpMkLst>
        </pc:grpChg>
        <pc:grpChg chg="del">
          <ac:chgData name="Venkatesh Patil" userId="d9f36aa470552ec6" providerId="LiveId" clId="{CF347FCE-01B0-486B-AA11-A8191E9B375E}" dt="2024-05-29T19:10:26" v="1346" actId="478"/>
          <ac:grpSpMkLst>
            <pc:docMk/>
            <pc:sldMk cId="50522486" sldId="1443"/>
            <ac:grpSpMk id="62" creationId="{21BD9092-2902-41E7-9E7B-3274A43CAEE0}"/>
          </ac:grpSpMkLst>
        </pc:grpChg>
      </pc:sldChg>
      <pc:sldChg chg="modSp add mod">
        <pc:chgData name="Venkatesh Patil" userId="d9f36aa470552ec6" providerId="LiveId" clId="{CF347FCE-01B0-486B-AA11-A8191E9B375E}" dt="2024-05-30T03:27:39.045" v="9462" actId="207"/>
        <pc:sldMkLst>
          <pc:docMk/>
          <pc:sldMk cId="3127246964" sldId="1444"/>
        </pc:sldMkLst>
        <pc:spChg chg="mod">
          <ac:chgData name="Venkatesh Patil" userId="d9f36aa470552ec6" providerId="LiveId" clId="{CF347FCE-01B0-486B-AA11-A8191E9B375E}" dt="2024-05-29T19:29:00.635" v="2515" actId="20577"/>
          <ac:spMkLst>
            <pc:docMk/>
            <pc:sldMk cId="3127246964" sldId="1444"/>
            <ac:spMk id="2" creationId="{52AD9B88-90EF-EEFA-3452-735746A4B166}"/>
          </ac:spMkLst>
        </pc:spChg>
        <pc:spChg chg="mod">
          <ac:chgData name="Venkatesh Patil" userId="d9f36aa470552ec6" providerId="LiveId" clId="{CF347FCE-01B0-486B-AA11-A8191E9B375E}" dt="2024-05-30T03:27:39.045" v="9462" actId="207"/>
          <ac:spMkLst>
            <pc:docMk/>
            <pc:sldMk cId="3127246964" sldId="1444"/>
            <ac:spMk id="34" creationId="{EBACC134-C2D7-41B5-1FBD-9A6BB06B1151}"/>
          </ac:spMkLst>
        </pc:spChg>
      </pc:sldChg>
      <pc:sldChg chg="add del">
        <pc:chgData name="Venkatesh Patil" userId="d9f36aa470552ec6" providerId="LiveId" clId="{CF347FCE-01B0-486B-AA11-A8191E9B375E}" dt="2024-05-30T03:27:58.828" v="9463" actId="47"/>
        <pc:sldMkLst>
          <pc:docMk/>
          <pc:sldMk cId="46299454" sldId="1445"/>
        </pc:sldMkLst>
      </pc:sldChg>
      <pc:sldChg chg="addSp delSp modSp add mod">
        <pc:chgData name="Venkatesh Patil" userId="d9f36aa470552ec6" providerId="LiveId" clId="{CF347FCE-01B0-486B-AA11-A8191E9B375E}" dt="2024-05-30T03:29:52.288" v="9531" actId="113"/>
        <pc:sldMkLst>
          <pc:docMk/>
          <pc:sldMk cId="1277861999" sldId="1446"/>
        </pc:sldMkLst>
        <pc:spChg chg="mod">
          <ac:chgData name="Venkatesh Patil" userId="d9f36aa470552ec6" providerId="LiveId" clId="{CF347FCE-01B0-486B-AA11-A8191E9B375E}" dt="2024-05-30T03:28:12.596" v="9479" actId="20577"/>
          <ac:spMkLst>
            <pc:docMk/>
            <pc:sldMk cId="1277861999" sldId="1446"/>
            <ac:spMk id="2" creationId="{52AD9B88-90EF-EEFA-3452-735746A4B166}"/>
          </ac:spMkLst>
        </pc:spChg>
        <pc:spChg chg="mod">
          <ac:chgData name="Venkatesh Patil" userId="d9f36aa470552ec6" providerId="LiveId" clId="{CF347FCE-01B0-486B-AA11-A8191E9B375E}" dt="2024-05-30T03:29:52.288" v="9531" actId="113"/>
          <ac:spMkLst>
            <pc:docMk/>
            <pc:sldMk cId="1277861999" sldId="1446"/>
            <ac:spMk id="34" creationId="{EBACC134-C2D7-41B5-1FBD-9A6BB06B1151}"/>
          </ac:spMkLst>
        </pc:spChg>
        <pc:picChg chg="add del mod">
          <ac:chgData name="Venkatesh Patil" userId="d9f36aa470552ec6" providerId="LiveId" clId="{CF347FCE-01B0-486B-AA11-A8191E9B375E}" dt="2024-05-29T19:41:17.371" v="2984" actId="478"/>
          <ac:picMkLst>
            <pc:docMk/>
            <pc:sldMk cId="1277861999" sldId="1446"/>
            <ac:picMk id="8" creationId="{1D68FADB-A5E6-E55B-F474-23F31C6E244A}"/>
          </ac:picMkLst>
        </pc:picChg>
      </pc:sldChg>
      <pc:sldChg chg="addSp delSp modSp add del mod">
        <pc:chgData name="Venkatesh Patil" userId="d9f36aa470552ec6" providerId="LiveId" clId="{CF347FCE-01B0-486B-AA11-A8191E9B375E}" dt="2024-05-29T20:21:54.374" v="4698" actId="47"/>
        <pc:sldMkLst>
          <pc:docMk/>
          <pc:sldMk cId="1726567458" sldId="1447"/>
        </pc:sldMkLst>
        <pc:spChg chg="mod">
          <ac:chgData name="Venkatesh Patil" userId="d9f36aa470552ec6" providerId="LiveId" clId="{CF347FCE-01B0-486B-AA11-A8191E9B375E}" dt="2024-05-29T19:49:58.171" v="3644" actId="20577"/>
          <ac:spMkLst>
            <pc:docMk/>
            <pc:sldMk cId="1726567458" sldId="1447"/>
            <ac:spMk id="2" creationId="{52AD9B88-90EF-EEFA-3452-735746A4B166}"/>
          </ac:spMkLst>
        </pc:spChg>
        <pc:spChg chg="add del mod">
          <ac:chgData name="Venkatesh Patil" userId="d9f36aa470552ec6" providerId="LiveId" clId="{CF347FCE-01B0-486B-AA11-A8191E9B375E}" dt="2024-05-29T19:52:43.431" v="3664" actId="478"/>
          <ac:spMkLst>
            <pc:docMk/>
            <pc:sldMk cId="1726567458" sldId="1447"/>
            <ac:spMk id="3" creationId="{C6BAB8F5-0584-5BDC-DF35-3586297AE80F}"/>
          </ac:spMkLst>
        </pc:spChg>
        <pc:spChg chg="add del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8" creationId="{900D2BD1-36FA-E58C-85F5-66E92B61DFE1}"/>
          </ac:spMkLst>
        </pc:spChg>
        <pc:spChg chg="add del mod">
          <ac:chgData name="Venkatesh Patil" userId="d9f36aa470552ec6" providerId="LiveId" clId="{CF347FCE-01B0-486B-AA11-A8191E9B375E}" dt="2024-05-29T19:50:50.923" v="3652" actId="478"/>
          <ac:spMkLst>
            <pc:docMk/>
            <pc:sldMk cId="1726567458" sldId="1447"/>
            <ac:spMk id="9" creationId="{B23AE812-7080-AB10-BF1E-B4D62E51DAFE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11" creationId="{F180D4B5-E489-E837-1C0E-D63AC3D7EDA2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14" creationId="{EB8EE0C2-746F-F3D8-7C9D-D69F38887878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15" creationId="{29FBBF57-28A1-10A4-3546-43AC4B71F185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16" creationId="{1322CC34-78BA-8804-C179-FD34FBB734CF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17" creationId="{24DF0448-C10D-D545-2CBE-38B542E78516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18" creationId="{780B7839-A4B4-40B1-E278-6ED329EA2F73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19" creationId="{3B3ABAE7-06D5-A250-B1B7-9EDB37E6EBC9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0" creationId="{BB4724CF-9166-0967-2E1F-A540CA2D1DCA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1" creationId="{9D714FE9-397B-5141-0F6D-FDAD5D37E758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2" creationId="{AF4F1F95-546B-B86F-E5DD-34170D31C9D3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3" creationId="{77263069-245C-2471-9DB9-FE82FE1508F6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4" creationId="{C071F45B-BBD5-2AF2-DACA-DD794A236DBF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5" creationId="{00B77C73-8350-E050-9DC1-AF0BFAF02911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6" creationId="{787D8048-640C-3894-B363-9969F51A7F54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7" creationId="{7E9A0E8F-EA33-0056-C8BE-EC47D9E177A3}"/>
          </ac:spMkLst>
        </pc:spChg>
        <pc:spChg chg="mod">
          <ac:chgData name="Venkatesh Patil" userId="d9f36aa470552ec6" providerId="LiveId" clId="{CF347FCE-01B0-486B-AA11-A8191E9B375E}" dt="2024-05-29T19:55:16.470" v="3699" actId="2085"/>
          <ac:spMkLst>
            <pc:docMk/>
            <pc:sldMk cId="1726567458" sldId="1447"/>
            <ac:spMk id="28" creationId="{14B4BFEB-D630-00F5-B2B3-C02303325A32}"/>
          </ac:spMkLst>
        </pc:spChg>
        <pc:spChg chg="mod">
          <ac:chgData name="Venkatesh Patil" userId="d9f36aa470552ec6" providerId="LiveId" clId="{CF347FCE-01B0-486B-AA11-A8191E9B375E}" dt="2024-05-29T19:52:23.590" v="3661"/>
          <ac:spMkLst>
            <pc:docMk/>
            <pc:sldMk cId="1726567458" sldId="1447"/>
            <ac:spMk id="29" creationId="{A283C9E4-E9B9-1CB3-2DD2-2AEC4334F3EE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30" creationId="{07FCBF48-EC35-7ABF-C050-CB0F04E88D03}"/>
          </ac:spMkLst>
        </pc:spChg>
        <pc:spChg chg="add del mod">
          <ac:chgData name="Venkatesh Patil" userId="d9f36aa470552ec6" providerId="LiveId" clId="{CF347FCE-01B0-486B-AA11-A8191E9B375E}" dt="2024-05-29T19:56:24.736" v="3744" actId="478"/>
          <ac:spMkLst>
            <pc:docMk/>
            <pc:sldMk cId="1726567458" sldId="1447"/>
            <ac:spMk id="31" creationId="{158F27FD-5F6B-FFB6-5C5F-10A9D68F1661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32" creationId="{47B8AD97-2B13-FAF8-B273-FB46DF91B7C2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33" creationId="{528172D6-C5D4-30A2-AB0C-2CCAE5D8D66E}"/>
          </ac:spMkLst>
        </pc:spChg>
        <pc:spChg chg="add del mod">
          <ac:chgData name="Venkatesh Patil" userId="d9f36aa470552ec6" providerId="LiveId" clId="{CF347FCE-01B0-486B-AA11-A8191E9B375E}" dt="2024-05-29T19:58:36.090" v="3774" actId="1076"/>
          <ac:spMkLst>
            <pc:docMk/>
            <pc:sldMk cId="1726567458" sldId="1447"/>
            <ac:spMk id="34" creationId="{EBACC134-C2D7-41B5-1FBD-9A6BB06B1151}"/>
          </ac:spMkLst>
        </pc:spChg>
        <pc:spChg chg="add del mod">
          <ac:chgData name="Venkatesh Patil" userId="d9f36aa470552ec6" providerId="LiveId" clId="{CF347FCE-01B0-486B-AA11-A8191E9B375E}" dt="2024-05-29T19:57:12.530" v="3755" actId="478"/>
          <ac:spMkLst>
            <pc:docMk/>
            <pc:sldMk cId="1726567458" sldId="1447"/>
            <ac:spMk id="35" creationId="{A84A207F-1E0A-DD34-8FE5-A42BCE6BD4CD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36" creationId="{DDE5BB02-81EA-FFD8-C503-5CD2168D5BE0}"/>
          </ac:spMkLst>
        </pc:spChg>
        <pc:spChg chg="add del mod">
          <ac:chgData name="Venkatesh Patil" userId="d9f36aa470552ec6" providerId="LiveId" clId="{CF347FCE-01B0-486B-AA11-A8191E9B375E}" dt="2024-05-29T19:57:17.780" v="3758" actId="478"/>
          <ac:spMkLst>
            <pc:docMk/>
            <pc:sldMk cId="1726567458" sldId="1447"/>
            <ac:spMk id="37" creationId="{1E427057-5181-EC6B-08CF-7F4FEC606783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38" creationId="{2F82D44D-A521-C252-DAAB-D149462C51CA}"/>
          </ac:spMkLst>
        </pc:spChg>
        <pc:spChg chg="add del mod">
          <ac:chgData name="Venkatesh Patil" userId="d9f36aa470552ec6" providerId="LiveId" clId="{CF347FCE-01B0-486B-AA11-A8191E9B375E}" dt="2024-05-29T19:59:21.241" v="3780" actId="478"/>
          <ac:spMkLst>
            <pc:docMk/>
            <pc:sldMk cId="1726567458" sldId="1447"/>
            <ac:spMk id="39" creationId="{4C3B4686-DA03-FED4-6C54-45909C5DD05F}"/>
          </ac:spMkLst>
        </pc:spChg>
        <pc:spChg chg="add del mod">
          <ac:chgData name="Venkatesh Patil" userId="d9f36aa470552ec6" providerId="LiveId" clId="{CF347FCE-01B0-486B-AA11-A8191E9B375E}" dt="2024-05-29T19:59:22.842" v="3781" actId="478"/>
          <ac:spMkLst>
            <pc:docMk/>
            <pc:sldMk cId="1726567458" sldId="1447"/>
            <ac:spMk id="40" creationId="{81818F1C-3BBB-AF3D-B863-7C4EA1A4B09B}"/>
          </ac:spMkLst>
        </pc:spChg>
        <pc:spChg chg="add del mod">
          <ac:chgData name="Venkatesh Patil" userId="d9f36aa470552ec6" providerId="LiveId" clId="{CF347FCE-01B0-486B-AA11-A8191E9B375E}" dt="2024-05-29T19:54:56.544" v="3697" actId="478"/>
          <ac:spMkLst>
            <pc:docMk/>
            <pc:sldMk cId="1726567458" sldId="1447"/>
            <ac:spMk id="42" creationId="{0C321EFE-D6C0-9094-E1B2-C0B96817FCBE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43" creationId="{12879637-0724-6B8F-F6F9-1A6AEDDCAE74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44" creationId="{D40F0CAE-5737-8B0D-D7C7-5EB8C797B005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45" creationId="{8EA9A28F-4C52-3F9C-55B0-E0645A8BFEFA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46" creationId="{C06764F4-D14D-FCC5-769B-231E2786D50B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47" creationId="{98AF5DF8-8CB5-F636-239F-DAA7AED62426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48" creationId="{1764C61F-1EDE-2176-7D19-F557B81CB1FC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49" creationId="{DA3E9E14-0585-2690-69DB-2A3D3899C70C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0" creationId="{E533706A-BE57-37B9-15D4-FAA6C45BE6F1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1" creationId="{05550410-C782-65F9-2461-093AAF2C5B98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2" creationId="{79F43E61-91C4-9F17-5414-680F9A160E82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3" creationId="{0FF3A3B0-C6DA-A2F2-F60F-4E8954C0B967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4" creationId="{26B5871C-6632-D79E-C816-2E083FCD4255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5" creationId="{B4CC8C14-253C-5FB0-39BE-8A510FAD8368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6" creationId="{27F5CA8F-A591-60CA-BDB3-D95E030E99A3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7" creationId="{54BE2BAA-195E-FACE-FF26-55391DF01CCD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8" creationId="{C820C31C-73A7-6EC3-7BEB-61C72D3FB0CD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59" creationId="{AB903B07-0B9B-116E-C7FA-2D9C297B725A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60" creationId="{8290E260-172A-C4C7-6403-8929BD8078A1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61" creationId="{61FAFEE9-2142-6FBA-3910-7D25AE2F3244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62" creationId="{E7285AAC-326A-54DE-C559-3844D1FB8A60}"/>
          </ac:spMkLst>
        </pc:spChg>
        <pc:spChg chg="add mod">
          <ac:chgData name="Venkatesh Patil" userId="d9f36aa470552ec6" providerId="LiveId" clId="{CF347FCE-01B0-486B-AA11-A8191E9B375E}" dt="2024-05-29T19:59:46.816" v="3783" actId="164"/>
          <ac:spMkLst>
            <pc:docMk/>
            <pc:sldMk cId="1726567458" sldId="1447"/>
            <ac:spMk id="63" creationId="{386A0752-D1E5-C680-C0C5-E7225F4F554A}"/>
          </ac:spMkLst>
        </pc:spChg>
        <pc:spChg chg="add mod">
          <ac:chgData name="Venkatesh Patil" userId="d9f36aa470552ec6" providerId="LiveId" clId="{CF347FCE-01B0-486B-AA11-A8191E9B375E}" dt="2024-05-29T20:09:32.788" v="4358" actId="164"/>
          <ac:spMkLst>
            <pc:docMk/>
            <pc:sldMk cId="1726567458" sldId="1447"/>
            <ac:spMk id="65" creationId="{AD8DC339-9A40-81CB-8478-0A7787FE00A6}"/>
          </ac:spMkLst>
        </pc:spChg>
        <pc:spChg chg="add mod">
          <ac:chgData name="Venkatesh Patil" userId="d9f36aa470552ec6" providerId="LiveId" clId="{CF347FCE-01B0-486B-AA11-A8191E9B375E}" dt="2024-05-29T20:09:53.388" v="4363" actId="164"/>
          <ac:spMkLst>
            <pc:docMk/>
            <pc:sldMk cId="1726567458" sldId="1447"/>
            <ac:spMk id="66" creationId="{54A1A87B-F113-85BF-9118-F5A68139E54C}"/>
          </ac:spMkLst>
        </pc:spChg>
        <pc:spChg chg="add del">
          <ac:chgData name="Venkatesh Patil" userId="d9f36aa470552ec6" providerId="LiveId" clId="{CF347FCE-01B0-486B-AA11-A8191E9B375E}" dt="2024-05-29T20:01:16.500" v="3826" actId="478"/>
          <ac:spMkLst>
            <pc:docMk/>
            <pc:sldMk cId="1726567458" sldId="1447"/>
            <ac:spMk id="67" creationId="{F30E6514-279A-CA86-D09D-CDCC9577F599}"/>
          </ac:spMkLst>
        </pc:spChg>
        <pc:spChg chg="add del mod">
          <ac:chgData name="Venkatesh Patil" userId="d9f36aa470552ec6" providerId="LiveId" clId="{CF347FCE-01B0-486B-AA11-A8191E9B375E}" dt="2024-05-29T20:02:39.630" v="3837" actId="478"/>
          <ac:spMkLst>
            <pc:docMk/>
            <pc:sldMk cId="1726567458" sldId="1447"/>
            <ac:spMk id="68" creationId="{7C2F76C7-6A42-A284-DCD2-D4D0532D63E9}"/>
          </ac:spMkLst>
        </pc:spChg>
        <pc:spChg chg="add mod">
          <ac:chgData name="Venkatesh Patil" userId="d9f36aa470552ec6" providerId="LiveId" clId="{CF347FCE-01B0-486B-AA11-A8191E9B375E}" dt="2024-05-29T20:12:15.235" v="4451" actId="20577"/>
          <ac:spMkLst>
            <pc:docMk/>
            <pc:sldMk cId="1726567458" sldId="1447"/>
            <ac:spMk id="69" creationId="{AE235E06-0BB3-33C0-1AE5-81CE1B45EBF2}"/>
          </ac:spMkLst>
        </pc:spChg>
        <pc:spChg chg="add mod">
          <ac:chgData name="Venkatesh Patil" userId="d9f36aa470552ec6" providerId="LiveId" clId="{CF347FCE-01B0-486B-AA11-A8191E9B375E}" dt="2024-05-29T20:10:47.438" v="4371" actId="17032"/>
          <ac:spMkLst>
            <pc:docMk/>
            <pc:sldMk cId="1726567458" sldId="1447"/>
            <ac:spMk id="72" creationId="{6A9B8A73-2177-410F-6A27-3D0D4D8AFFED}"/>
          </ac:spMkLst>
        </pc:spChg>
        <pc:spChg chg="add mod">
          <ac:chgData name="Venkatesh Patil" userId="d9f36aa470552ec6" providerId="LiveId" clId="{CF347FCE-01B0-486B-AA11-A8191E9B375E}" dt="2024-05-29T20:14:07.009" v="4506" actId="1076"/>
          <ac:spMkLst>
            <pc:docMk/>
            <pc:sldMk cId="1726567458" sldId="1447"/>
            <ac:spMk id="73" creationId="{6CCB5E24-2EA6-E037-D3D7-BA7D0380FD20}"/>
          </ac:spMkLst>
        </pc:spChg>
        <pc:grpChg chg="add mod">
          <ac:chgData name="Venkatesh Patil" userId="d9f36aa470552ec6" providerId="LiveId" clId="{CF347FCE-01B0-486B-AA11-A8191E9B375E}" dt="2024-05-29T20:09:53.388" v="4363" actId="164"/>
          <ac:grpSpMkLst>
            <pc:docMk/>
            <pc:sldMk cId="1726567458" sldId="1447"/>
            <ac:grpSpMk id="10" creationId="{7DD5A89B-26CB-95CB-C48E-C2022CD63475}"/>
          </ac:grpSpMkLst>
        </pc:grpChg>
        <pc:grpChg chg="mod">
          <ac:chgData name="Venkatesh Patil" userId="d9f36aa470552ec6" providerId="LiveId" clId="{CF347FCE-01B0-486B-AA11-A8191E9B375E}" dt="2024-05-29T19:52:23.590" v="3661"/>
          <ac:grpSpMkLst>
            <pc:docMk/>
            <pc:sldMk cId="1726567458" sldId="1447"/>
            <ac:grpSpMk id="12" creationId="{A46F7686-CDAB-7632-ED29-DFB5AB4F2A0E}"/>
          </ac:grpSpMkLst>
        </pc:grpChg>
        <pc:grpChg chg="mod">
          <ac:chgData name="Venkatesh Patil" userId="d9f36aa470552ec6" providerId="LiveId" clId="{CF347FCE-01B0-486B-AA11-A8191E9B375E}" dt="2024-05-29T19:52:23.590" v="3661"/>
          <ac:grpSpMkLst>
            <pc:docMk/>
            <pc:sldMk cId="1726567458" sldId="1447"/>
            <ac:grpSpMk id="13" creationId="{CE88FC1D-597E-0EA5-F184-53B171965822}"/>
          </ac:grpSpMkLst>
        </pc:grpChg>
        <pc:grpChg chg="add mod">
          <ac:chgData name="Venkatesh Patil" userId="d9f36aa470552ec6" providerId="LiveId" clId="{CF347FCE-01B0-486B-AA11-A8191E9B375E}" dt="2024-05-29T20:09:32.788" v="4358" actId="164"/>
          <ac:grpSpMkLst>
            <pc:docMk/>
            <pc:sldMk cId="1726567458" sldId="1447"/>
            <ac:grpSpMk id="64" creationId="{1907453F-475D-2C1B-F42C-F25427252B6C}"/>
          </ac:grpSpMkLst>
        </pc:grpChg>
        <pc:grpChg chg="add mod">
          <ac:chgData name="Venkatesh Patil" userId="d9f36aa470552ec6" providerId="LiveId" clId="{CF347FCE-01B0-486B-AA11-A8191E9B375E}" dt="2024-05-29T20:09:36.126" v="4359" actId="1076"/>
          <ac:grpSpMkLst>
            <pc:docMk/>
            <pc:sldMk cId="1726567458" sldId="1447"/>
            <ac:grpSpMk id="70" creationId="{04D7C641-CD54-0EDE-41BC-4EAEC3DD0652}"/>
          </ac:grpSpMkLst>
        </pc:grpChg>
        <pc:grpChg chg="add mod">
          <ac:chgData name="Venkatesh Patil" userId="d9f36aa470552ec6" providerId="LiveId" clId="{CF347FCE-01B0-486B-AA11-A8191E9B375E}" dt="2024-05-29T20:10:06.566" v="4364" actId="1076"/>
          <ac:grpSpMkLst>
            <pc:docMk/>
            <pc:sldMk cId="1726567458" sldId="1447"/>
            <ac:grpSpMk id="71" creationId="{C1C5E7FB-ACA1-3C17-56FE-D8C6E277123E}"/>
          </ac:grpSpMkLst>
        </pc:grpChg>
      </pc:sldChg>
      <pc:sldChg chg="addSp delSp modSp add mod ord">
        <pc:chgData name="Venkatesh Patil" userId="d9f36aa470552ec6" providerId="LiveId" clId="{CF347FCE-01B0-486B-AA11-A8191E9B375E}" dt="2024-05-29T20:22:41.511" v="4716" actId="20577"/>
        <pc:sldMkLst>
          <pc:docMk/>
          <pc:sldMk cId="53421933" sldId="1448"/>
        </pc:sldMkLst>
        <pc:spChg chg="mod">
          <ac:chgData name="Venkatesh Patil" userId="d9f36aa470552ec6" providerId="LiveId" clId="{CF347FCE-01B0-486B-AA11-A8191E9B375E}" dt="2024-05-29T20:22:41.511" v="4716" actId="20577"/>
          <ac:spMkLst>
            <pc:docMk/>
            <pc:sldMk cId="53421933" sldId="1448"/>
            <ac:spMk id="2" creationId="{52AD9B88-90EF-EEFA-3452-735746A4B166}"/>
          </ac:spMkLst>
        </pc:spChg>
        <pc:spChg chg="add mod">
          <ac:chgData name="Venkatesh Patil" userId="d9f36aa470552ec6" providerId="LiveId" clId="{CF347FCE-01B0-486B-AA11-A8191E9B375E}" dt="2024-05-29T20:18:36.458" v="4590" actId="164"/>
          <ac:spMkLst>
            <pc:docMk/>
            <pc:sldMk cId="53421933" sldId="1448"/>
            <ac:spMk id="3" creationId="{226AF012-A42F-4FE4-D904-00B1296ABD1F}"/>
          </ac:spMkLst>
        </pc:spChg>
        <pc:spChg chg="mod topLvl">
          <ac:chgData name="Venkatesh Patil" userId="d9f36aa470552ec6" providerId="LiveId" clId="{CF347FCE-01B0-486B-AA11-A8191E9B375E}" dt="2024-05-29T20:18:36.458" v="4590" actId="164"/>
          <ac:spMkLst>
            <pc:docMk/>
            <pc:sldMk cId="53421933" sldId="1448"/>
            <ac:spMk id="11" creationId="{F180D4B5-E489-E837-1C0E-D63AC3D7EDA2}"/>
          </ac:spMkLst>
        </pc:spChg>
        <pc:spChg chg="del">
          <ac:chgData name="Venkatesh Patil" userId="d9f36aa470552ec6" providerId="LiveId" clId="{CF347FCE-01B0-486B-AA11-A8191E9B375E}" dt="2024-05-29T20:14:28.356" v="4507" actId="478"/>
          <ac:spMkLst>
            <pc:docMk/>
            <pc:sldMk cId="53421933" sldId="1448"/>
            <ac:spMk id="14" creationId="{EB8EE0C2-746F-F3D8-7C9D-D69F38887878}"/>
          </ac:spMkLst>
        </pc:spChg>
        <pc:spChg chg="mod topLvl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15" creationId="{29FBBF57-28A1-10A4-3546-43AC4B71F185}"/>
          </ac:spMkLst>
        </pc:spChg>
        <pc:spChg chg="del">
          <ac:chgData name="Venkatesh Patil" userId="d9f36aa470552ec6" providerId="LiveId" clId="{CF347FCE-01B0-486B-AA11-A8191E9B375E}" dt="2024-05-29T20:14:31.162" v="4508" actId="478"/>
          <ac:spMkLst>
            <pc:docMk/>
            <pc:sldMk cId="53421933" sldId="1448"/>
            <ac:spMk id="16" creationId="{1322CC34-78BA-8804-C179-FD34FBB734CF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17" creationId="{24DF0448-C10D-D545-2CBE-38B542E78516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18" creationId="{780B7839-A4B4-40B1-E278-6ED329EA2F73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19" creationId="{3B3ABAE7-06D5-A250-B1B7-9EDB37E6EBC9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0" creationId="{BB4724CF-9166-0967-2E1F-A540CA2D1DCA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1" creationId="{9D714FE9-397B-5141-0F6D-FDAD5D37E758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2" creationId="{AF4F1F95-546B-B86F-E5DD-34170D31C9D3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3" creationId="{77263069-245C-2471-9DB9-FE82FE1508F6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4" creationId="{C071F45B-BBD5-2AF2-DACA-DD794A236DBF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5" creationId="{00B77C73-8350-E050-9DC1-AF0BFAF02911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6" creationId="{787D8048-640C-3894-B363-9969F51A7F54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7" creationId="{7E9A0E8F-EA33-0056-C8BE-EC47D9E177A3}"/>
          </ac:spMkLst>
        </pc:spChg>
        <pc:spChg chg="mod">
          <ac:chgData name="Venkatesh Patil" userId="d9f36aa470552ec6" providerId="LiveId" clId="{CF347FCE-01B0-486B-AA11-A8191E9B375E}" dt="2024-05-29T20:17:48.257" v="4586" actId="14100"/>
          <ac:spMkLst>
            <pc:docMk/>
            <pc:sldMk cId="53421933" sldId="1448"/>
            <ac:spMk id="28" creationId="{14B4BFEB-D630-00F5-B2B3-C02303325A32}"/>
          </ac:spMkLst>
        </pc:spChg>
        <pc:spChg chg="mod">
          <ac:chgData name="Venkatesh Patil" userId="d9f36aa470552ec6" providerId="LiveId" clId="{CF347FCE-01B0-486B-AA11-A8191E9B375E}" dt="2024-05-29T20:15:27.946" v="4512" actId="165"/>
          <ac:spMkLst>
            <pc:docMk/>
            <pc:sldMk cId="53421933" sldId="1448"/>
            <ac:spMk id="29" creationId="{A283C9E4-E9B9-1CB3-2DD2-2AEC4334F3EE}"/>
          </ac:spMkLst>
        </pc:spChg>
        <pc:spChg chg="del">
          <ac:chgData name="Venkatesh Patil" userId="d9f36aa470552ec6" providerId="LiveId" clId="{CF347FCE-01B0-486B-AA11-A8191E9B375E}" dt="2024-05-29T20:20:48.189" v="4653" actId="478"/>
          <ac:spMkLst>
            <pc:docMk/>
            <pc:sldMk cId="53421933" sldId="1448"/>
            <ac:spMk id="34" creationId="{EBACC134-C2D7-41B5-1FBD-9A6BB06B1151}"/>
          </ac:spMkLst>
        </pc:spChg>
        <pc:spChg chg="mod topLvl">
          <ac:chgData name="Venkatesh Patil" userId="d9f36aa470552ec6" providerId="LiveId" clId="{CF347FCE-01B0-486B-AA11-A8191E9B375E}" dt="2024-05-29T20:18:47.791" v="4592" actId="164"/>
          <ac:spMkLst>
            <pc:docMk/>
            <pc:sldMk cId="53421933" sldId="1448"/>
            <ac:spMk id="66" creationId="{54A1A87B-F113-85BF-9118-F5A68139E54C}"/>
          </ac:spMkLst>
        </pc:spChg>
        <pc:spChg chg="mod">
          <ac:chgData name="Venkatesh Patil" userId="d9f36aa470552ec6" providerId="LiveId" clId="{CF347FCE-01B0-486B-AA11-A8191E9B375E}" dt="2024-05-29T20:20:30.108" v="4651" actId="20577"/>
          <ac:spMkLst>
            <pc:docMk/>
            <pc:sldMk cId="53421933" sldId="1448"/>
            <ac:spMk id="69" creationId="{AE235E06-0BB3-33C0-1AE5-81CE1B45EBF2}"/>
          </ac:spMkLst>
        </pc:spChg>
        <pc:spChg chg="mod">
          <ac:chgData name="Venkatesh Patil" userId="d9f36aa470552ec6" providerId="LiveId" clId="{CF347FCE-01B0-486B-AA11-A8191E9B375E}" dt="2024-05-29T20:18:17.168" v="4589" actId="1076"/>
          <ac:spMkLst>
            <pc:docMk/>
            <pc:sldMk cId="53421933" sldId="1448"/>
            <ac:spMk id="72" creationId="{6A9B8A73-2177-410F-6A27-3D0D4D8AFFED}"/>
          </ac:spMkLst>
        </pc:spChg>
        <pc:spChg chg="add del mod">
          <ac:chgData name="Venkatesh Patil" userId="d9f36aa470552ec6" providerId="LiveId" clId="{CF347FCE-01B0-486B-AA11-A8191E9B375E}" dt="2024-05-29T20:20:51.716" v="4654" actId="478"/>
          <ac:spMkLst>
            <pc:docMk/>
            <pc:sldMk cId="53421933" sldId="1448"/>
            <ac:spMk id="78" creationId="{B25B6640-4DFD-5443-762D-5A66BC85853D}"/>
          </ac:spMkLst>
        </pc:spChg>
        <pc:spChg chg="add mod">
          <ac:chgData name="Venkatesh Patil" userId="d9f36aa470552ec6" providerId="LiveId" clId="{CF347FCE-01B0-486B-AA11-A8191E9B375E}" dt="2024-05-29T20:21:41.432" v="4695" actId="164"/>
          <ac:spMkLst>
            <pc:docMk/>
            <pc:sldMk cId="53421933" sldId="1448"/>
            <ac:spMk id="79" creationId="{7A59BDFF-6E5A-8853-4576-1409FCAD7284}"/>
          </ac:spMkLst>
        </pc:spChg>
        <pc:grpChg chg="del mod topLvl">
          <ac:chgData name="Venkatesh Patil" userId="d9f36aa470552ec6" providerId="LiveId" clId="{CF347FCE-01B0-486B-AA11-A8191E9B375E}" dt="2024-05-29T20:15:27.946" v="4512" actId="165"/>
          <ac:grpSpMkLst>
            <pc:docMk/>
            <pc:sldMk cId="53421933" sldId="1448"/>
            <ac:grpSpMk id="10" creationId="{7DD5A89B-26CB-95CB-C48E-C2022CD63475}"/>
          </ac:grpSpMkLst>
        </pc:grpChg>
        <pc:grpChg chg="mod topLvl">
          <ac:chgData name="Venkatesh Patil" userId="d9f36aa470552ec6" providerId="LiveId" clId="{CF347FCE-01B0-486B-AA11-A8191E9B375E}" dt="2024-05-29T20:18:36.458" v="4590" actId="164"/>
          <ac:grpSpMkLst>
            <pc:docMk/>
            <pc:sldMk cId="53421933" sldId="1448"/>
            <ac:grpSpMk id="12" creationId="{A46F7686-CDAB-7632-ED29-DFB5AB4F2A0E}"/>
          </ac:grpSpMkLst>
        </pc:grpChg>
        <pc:grpChg chg="mod topLvl">
          <ac:chgData name="Venkatesh Patil" userId="d9f36aa470552ec6" providerId="LiveId" clId="{CF347FCE-01B0-486B-AA11-A8191E9B375E}" dt="2024-05-29T20:15:27.946" v="4512" actId="165"/>
          <ac:grpSpMkLst>
            <pc:docMk/>
            <pc:sldMk cId="53421933" sldId="1448"/>
            <ac:grpSpMk id="13" creationId="{CE88FC1D-597E-0EA5-F184-53B171965822}"/>
          </ac:grpSpMkLst>
        </pc:grpChg>
        <pc:grpChg chg="del">
          <ac:chgData name="Venkatesh Patil" userId="d9f36aa470552ec6" providerId="LiveId" clId="{CF347FCE-01B0-486B-AA11-A8191E9B375E}" dt="2024-05-29T20:15:02.766" v="4511" actId="165"/>
          <ac:grpSpMkLst>
            <pc:docMk/>
            <pc:sldMk cId="53421933" sldId="1448"/>
            <ac:grpSpMk id="71" creationId="{C1C5E7FB-ACA1-3C17-56FE-D8C6E277123E}"/>
          </ac:grpSpMkLst>
        </pc:grpChg>
        <pc:grpChg chg="add mod">
          <ac:chgData name="Venkatesh Patil" userId="d9f36aa470552ec6" providerId="LiveId" clId="{CF347FCE-01B0-486B-AA11-A8191E9B375E}" dt="2024-05-29T20:18:47.791" v="4592" actId="164"/>
          <ac:grpSpMkLst>
            <pc:docMk/>
            <pc:sldMk cId="53421933" sldId="1448"/>
            <ac:grpSpMk id="73" creationId="{775BB2E2-1A4F-F4CB-A940-43E9C2E21F6A}"/>
          </ac:grpSpMkLst>
        </pc:grpChg>
        <pc:grpChg chg="add mod">
          <ac:chgData name="Venkatesh Patil" userId="d9f36aa470552ec6" providerId="LiveId" clId="{CF347FCE-01B0-486B-AA11-A8191E9B375E}" dt="2024-05-29T20:21:41.432" v="4695" actId="164"/>
          <ac:grpSpMkLst>
            <pc:docMk/>
            <pc:sldMk cId="53421933" sldId="1448"/>
            <ac:grpSpMk id="74" creationId="{2AD55BF4-F5C0-462E-3FF0-CA2B042A4FF9}"/>
          </ac:grpSpMkLst>
        </pc:grpChg>
        <pc:grpChg chg="add mod">
          <ac:chgData name="Venkatesh Patil" userId="d9f36aa470552ec6" providerId="LiveId" clId="{CF347FCE-01B0-486B-AA11-A8191E9B375E}" dt="2024-05-29T20:21:41.432" v="4695" actId="164"/>
          <ac:grpSpMkLst>
            <pc:docMk/>
            <pc:sldMk cId="53421933" sldId="1448"/>
            <ac:grpSpMk id="80" creationId="{5AFDDF75-CDBD-ED1A-8D83-2D9DA72A1724}"/>
          </ac:grpSpMkLst>
        </pc:grpChg>
        <pc:cxnChg chg="add del mod">
          <ac:chgData name="Venkatesh Patil" userId="d9f36aa470552ec6" providerId="LiveId" clId="{CF347FCE-01B0-486B-AA11-A8191E9B375E}" dt="2024-05-29T20:18:12.166" v="4588" actId="478"/>
          <ac:cxnSpMkLst>
            <pc:docMk/>
            <pc:sldMk cId="53421933" sldId="1448"/>
            <ac:cxnSpMk id="31" creationId="{B1706806-958D-8D6E-6331-B0C0FD7A3E52}"/>
          </ac:cxnSpMkLst>
        </pc:cxnChg>
        <pc:cxnChg chg="add mod">
          <ac:chgData name="Venkatesh Patil" userId="d9f36aa470552ec6" providerId="LiveId" clId="{CF347FCE-01B0-486B-AA11-A8191E9B375E}" dt="2024-05-29T20:18:36.458" v="4590" actId="164"/>
          <ac:cxnSpMkLst>
            <pc:docMk/>
            <pc:sldMk cId="53421933" sldId="1448"/>
            <ac:cxnSpMk id="37" creationId="{5E47DD2E-7928-15DE-03B2-A69A0B749A88}"/>
          </ac:cxnSpMkLst>
        </pc:cxnChg>
        <pc:cxnChg chg="add mod">
          <ac:chgData name="Venkatesh Patil" userId="d9f36aa470552ec6" providerId="LiveId" clId="{CF347FCE-01B0-486B-AA11-A8191E9B375E}" dt="2024-05-29T20:18:36.458" v="4590" actId="164"/>
          <ac:cxnSpMkLst>
            <pc:docMk/>
            <pc:sldMk cId="53421933" sldId="1448"/>
            <ac:cxnSpMk id="39" creationId="{883D7575-B6C9-641A-0DB6-189B3875F4EE}"/>
          </ac:cxnSpMkLst>
        </pc:cxnChg>
        <pc:cxnChg chg="add mod">
          <ac:chgData name="Venkatesh Patil" userId="d9f36aa470552ec6" providerId="LiveId" clId="{CF347FCE-01B0-486B-AA11-A8191E9B375E}" dt="2024-05-29T20:18:36.458" v="4590" actId="164"/>
          <ac:cxnSpMkLst>
            <pc:docMk/>
            <pc:sldMk cId="53421933" sldId="1448"/>
            <ac:cxnSpMk id="42" creationId="{301EA5CA-115E-F004-DDEA-906A3C2361DD}"/>
          </ac:cxnSpMkLst>
        </pc:cxnChg>
        <pc:cxnChg chg="add mod">
          <ac:chgData name="Venkatesh Patil" userId="d9f36aa470552ec6" providerId="LiveId" clId="{CF347FCE-01B0-486B-AA11-A8191E9B375E}" dt="2024-05-29T20:18:36.458" v="4590" actId="164"/>
          <ac:cxnSpMkLst>
            <pc:docMk/>
            <pc:sldMk cId="53421933" sldId="1448"/>
            <ac:cxnSpMk id="67" creationId="{4CEDA5D1-3354-5810-C5F0-5474161F32B4}"/>
          </ac:cxnSpMkLst>
        </pc:cxnChg>
        <pc:cxnChg chg="add mod">
          <ac:chgData name="Venkatesh Patil" userId="d9f36aa470552ec6" providerId="LiveId" clId="{CF347FCE-01B0-486B-AA11-A8191E9B375E}" dt="2024-05-29T20:18:36.458" v="4590" actId="164"/>
          <ac:cxnSpMkLst>
            <pc:docMk/>
            <pc:sldMk cId="53421933" sldId="1448"/>
            <ac:cxnSpMk id="68" creationId="{C0970FFA-3A2A-E877-2A30-3CE24377535C}"/>
          </ac:cxnSpMkLst>
        </pc:cxnChg>
        <pc:cxnChg chg="add mod">
          <ac:chgData name="Venkatesh Patil" userId="d9f36aa470552ec6" providerId="LiveId" clId="{CF347FCE-01B0-486B-AA11-A8191E9B375E}" dt="2024-05-29T20:21:41.432" v="4695" actId="164"/>
          <ac:cxnSpMkLst>
            <pc:docMk/>
            <pc:sldMk cId="53421933" sldId="1448"/>
            <ac:cxnSpMk id="76" creationId="{3EE8F3D8-30FF-76DF-7BEF-E0F5F1E4C087}"/>
          </ac:cxnSpMkLst>
        </pc:cxnChg>
      </pc:sldChg>
      <pc:sldChg chg="addSp delSp modSp add mod">
        <pc:chgData name="Venkatesh Patil" userId="d9f36aa470552ec6" providerId="LiveId" clId="{CF347FCE-01B0-486B-AA11-A8191E9B375E}" dt="2024-05-30T03:31:34.734" v="9567" actId="1076"/>
        <pc:sldMkLst>
          <pc:docMk/>
          <pc:sldMk cId="57112382" sldId="1449"/>
        </pc:sldMkLst>
        <pc:spChg chg="mod">
          <ac:chgData name="Venkatesh Patil" userId="d9f36aa470552ec6" providerId="LiveId" clId="{CF347FCE-01B0-486B-AA11-A8191E9B375E}" dt="2024-05-30T03:30:32.015" v="9562" actId="20577"/>
          <ac:spMkLst>
            <pc:docMk/>
            <pc:sldMk cId="57112382" sldId="1449"/>
            <ac:spMk id="2" creationId="{52AD9B88-90EF-EEFA-3452-735746A4B166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10" creationId="{F99EE3D3-6A52-5BBB-8911-2824E100A0AF}"/>
          </ac:spMkLst>
        </pc:spChg>
        <pc:spChg chg="add del mod">
          <ac:chgData name="Venkatesh Patil" userId="d9f36aa470552ec6" providerId="LiveId" clId="{CF347FCE-01B0-486B-AA11-A8191E9B375E}" dt="2024-05-29T20:37:10.909" v="5219" actId="478"/>
          <ac:spMkLst>
            <pc:docMk/>
            <pc:sldMk cId="57112382" sldId="1449"/>
            <ac:spMk id="14" creationId="{738E893C-231A-7522-3CCE-1198E3D50606}"/>
          </ac:spMkLst>
        </pc:spChg>
        <pc:spChg chg="mod">
          <ac:chgData name="Venkatesh Patil" userId="d9f36aa470552ec6" providerId="LiveId" clId="{CF347FCE-01B0-486B-AA11-A8191E9B375E}" dt="2024-05-29T20:23:31.688" v="4725" actId="164"/>
          <ac:spMkLst>
            <pc:docMk/>
            <pc:sldMk cId="57112382" sldId="1449"/>
            <ac:spMk id="15" creationId="{29FBBF57-28A1-10A4-3546-43AC4B71F185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16" creationId="{C0993E00-DB08-2104-A479-C6C9FDDCC027}"/>
          </ac:spMkLst>
        </pc:spChg>
        <pc:spChg chg="mod">
          <ac:chgData name="Venkatesh Patil" userId="d9f36aa470552ec6" providerId="LiveId" clId="{CF347FCE-01B0-486B-AA11-A8191E9B375E}" dt="2024-05-29T20:36:13.654" v="5200" actId="1076"/>
          <ac:spMkLst>
            <pc:docMk/>
            <pc:sldMk cId="57112382" sldId="1449"/>
            <ac:spMk id="17" creationId="{24DF0448-C10D-D545-2CBE-38B542E78516}"/>
          </ac:spMkLst>
        </pc:spChg>
        <pc:spChg chg="mod">
          <ac:chgData name="Venkatesh Patil" userId="d9f36aa470552ec6" providerId="LiveId" clId="{CF347FCE-01B0-486B-AA11-A8191E9B375E}" dt="2024-05-29T20:36:13.654" v="5200" actId="1076"/>
          <ac:spMkLst>
            <pc:docMk/>
            <pc:sldMk cId="57112382" sldId="1449"/>
            <ac:spMk id="18" creationId="{780B7839-A4B4-40B1-E278-6ED329EA2F73}"/>
          </ac:spMkLst>
        </pc:spChg>
        <pc:spChg chg="mod">
          <ac:chgData name="Venkatesh Patil" userId="d9f36aa470552ec6" providerId="LiveId" clId="{CF347FCE-01B0-486B-AA11-A8191E9B375E}" dt="2024-05-29T20:36:13.654" v="5200" actId="1076"/>
          <ac:spMkLst>
            <pc:docMk/>
            <pc:sldMk cId="57112382" sldId="1449"/>
            <ac:spMk id="19" creationId="{3B3ABAE7-06D5-A250-B1B7-9EDB37E6EBC9}"/>
          </ac:spMkLst>
        </pc:spChg>
        <pc:spChg chg="del">
          <ac:chgData name="Venkatesh Patil" userId="d9f36aa470552ec6" providerId="LiveId" clId="{CF347FCE-01B0-486B-AA11-A8191E9B375E}" dt="2024-05-29T20:32:50.947" v="5155" actId="478"/>
          <ac:spMkLst>
            <pc:docMk/>
            <pc:sldMk cId="57112382" sldId="1449"/>
            <ac:spMk id="20" creationId="{BB4724CF-9166-0967-2E1F-A540CA2D1DCA}"/>
          </ac:spMkLst>
        </pc:spChg>
        <pc:spChg chg="mod">
          <ac:chgData name="Venkatesh Patil" userId="d9f36aa470552ec6" providerId="LiveId" clId="{CF347FCE-01B0-486B-AA11-A8191E9B375E}" dt="2024-05-29T20:33:21.704" v="5159" actId="1076"/>
          <ac:spMkLst>
            <pc:docMk/>
            <pc:sldMk cId="57112382" sldId="1449"/>
            <ac:spMk id="21" creationId="{9D714FE9-397B-5141-0F6D-FDAD5D37E758}"/>
          </ac:spMkLst>
        </pc:spChg>
        <pc:spChg chg="del">
          <ac:chgData name="Venkatesh Patil" userId="d9f36aa470552ec6" providerId="LiveId" clId="{CF347FCE-01B0-486B-AA11-A8191E9B375E}" dt="2024-05-29T20:33:52.857" v="5167" actId="478"/>
          <ac:spMkLst>
            <pc:docMk/>
            <pc:sldMk cId="57112382" sldId="1449"/>
            <ac:spMk id="22" creationId="{AF4F1F95-546B-B86F-E5DD-34170D31C9D3}"/>
          </ac:spMkLst>
        </pc:spChg>
        <pc:spChg chg="del">
          <ac:chgData name="Venkatesh Patil" userId="d9f36aa470552ec6" providerId="LiveId" clId="{CF347FCE-01B0-486B-AA11-A8191E9B375E}" dt="2024-05-29T20:33:47.489" v="5166" actId="478"/>
          <ac:spMkLst>
            <pc:docMk/>
            <pc:sldMk cId="57112382" sldId="1449"/>
            <ac:spMk id="23" creationId="{77263069-245C-2471-9DB9-FE82FE1508F6}"/>
          </ac:spMkLst>
        </pc:spChg>
        <pc:spChg chg="del">
          <ac:chgData name="Venkatesh Patil" userId="d9f36aa470552ec6" providerId="LiveId" clId="{CF347FCE-01B0-486B-AA11-A8191E9B375E}" dt="2024-05-29T20:33:44.476" v="5165" actId="478"/>
          <ac:spMkLst>
            <pc:docMk/>
            <pc:sldMk cId="57112382" sldId="1449"/>
            <ac:spMk id="24" creationId="{C071F45B-BBD5-2AF2-DACA-DD794A236DBF}"/>
          </ac:spMkLst>
        </pc:spChg>
        <pc:spChg chg="del">
          <ac:chgData name="Venkatesh Patil" userId="d9f36aa470552ec6" providerId="LiveId" clId="{CF347FCE-01B0-486B-AA11-A8191E9B375E}" dt="2024-05-29T20:33:37.858" v="5162" actId="478"/>
          <ac:spMkLst>
            <pc:docMk/>
            <pc:sldMk cId="57112382" sldId="1449"/>
            <ac:spMk id="25" creationId="{00B77C73-8350-E050-9DC1-AF0BFAF02911}"/>
          </ac:spMkLst>
        </pc:spChg>
        <pc:spChg chg="del">
          <ac:chgData name="Venkatesh Patil" userId="d9f36aa470552ec6" providerId="LiveId" clId="{CF347FCE-01B0-486B-AA11-A8191E9B375E}" dt="2024-05-29T20:33:32.970" v="5160" actId="478"/>
          <ac:spMkLst>
            <pc:docMk/>
            <pc:sldMk cId="57112382" sldId="1449"/>
            <ac:spMk id="26" creationId="{787D8048-640C-3894-B363-9969F51A7F54}"/>
          </ac:spMkLst>
        </pc:spChg>
        <pc:spChg chg="del">
          <ac:chgData name="Venkatesh Patil" userId="d9f36aa470552ec6" providerId="LiveId" clId="{CF347FCE-01B0-486B-AA11-A8191E9B375E}" dt="2024-05-29T20:33:35.020" v="5161" actId="478"/>
          <ac:spMkLst>
            <pc:docMk/>
            <pc:sldMk cId="57112382" sldId="1449"/>
            <ac:spMk id="27" creationId="{7E9A0E8F-EA33-0056-C8BE-EC47D9E177A3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31" creationId="{9ECF1F5A-2D18-D3B8-D07C-302B761DD4CE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34" creationId="{8C386E4C-9E55-7BCE-6F9D-D412F6B7BFF1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35" creationId="{18D80FEE-E6B6-AE61-F1E1-00AD4B033E51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40" creationId="{BAF3691E-AC3F-AAB1-D63C-58EAF8F3B33B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41" creationId="{8F3BD66E-2899-2387-C4ED-8A2029DA751B}"/>
          </ac:spMkLst>
        </pc:spChg>
        <pc:spChg chg="mod">
          <ac:chgData name="Venkatesh Patil" userId="d9f36aa470552ec6" providerId="LiveId" clId="{CF347FCE-01B0-486B-AA11-A8191E9B375E}" dt="2024-05-29T20:38:31.486" v="5243" actId="207"/>
          <ac:spMkLst>
            <pc:docMk/>
            <pc:sldMk cId="57112382" sldId="1449"/>
            <ac:spMk id="69" creationId="{AE235E06-0BB3-33C0-1AE5-81CE1B45EBF2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71" creationId="{475F3AC6-8B3B-B966-65DF-8AE035B3CDF4}"/>
          </ac:spMkLst>
        </pc:spChg>
        <pc:spChg chg="del">
          <ac:chgData name="Venkatesh Patil" userId="d9f36aa470552ec6" providerId="LiveId" clId="{CF347FCE-01B0-486B-AA11-A8191E9B375E}" dt="2024-05-29T20:23:01.421" v="4719" actId="478"/>
          <ac:spMkLst>
            <pc:docMk/>
            <pc:sldMk cId="57112382" sldId="1449"/>
            <ac:spMk id="72" creationId="{6A9B8A73-2177-410F-6A27-3D0D4D8AFFED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75" creationId="{16474ED8-BD49-E335-A3F7-2C371BD2ED47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77" creationId="{4DDD0BFE-6145-CE03-EADC-3F6D19E2CFA6}"/>
          </ac:spMkLst>
        </pc:spChg>
        <pc:spChg chg="add mod">
          <ac:chgData name="Venkatesh Patil" userId="d9f36aa470552ec6" providerId="LiveId" clId="{CF347FCE-01B0-486B-AA11-A8191E9B375E}" dt="2024-05-29T20:32:45.184" v="5154" actId="164"/>
          <ac:spMkLst>
            <pc:docMk/>
            <pc:sldMk cId="57112382" sldId="1449"/>
            <ac:spMk id="78" creationId="{44E468C4-F1B1-E828-DDF2-EBAD45AC5E1E}"/>
          </ac:spMkLst>
        </pc:spChg>
        <pc:spChg chg="del">
          <ac:chgData name="Venkatesh Patil" userId="d9f36aa470552ec6" providerId="LiveId" clId="{CF347FCE-01B0-486B-AA11-A8191E9B375E}" dt="2024-05-29T20:23:06.679" v="4720" actId="478"/>
          <ac:spMkLst>
            <pc:docMk/>
            <pc:sldMk cId="57112382" sldId="1449"/>
            <ac:spMk id="79" creationId="{7A59BDFF-6E5A-8853-4576-1409FCAD7284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83" creationId="{820802D9-1FE5-338E-0ACF-6B5732943FD7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84" creationId="{143ABD0C-1563-084F-42C8-74E060DD4A1A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85" creationId="{75A07D27-FD72-D566-EF86-2F70596E613C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86" creationId="{DC6303E9-3EC5-F350-08DE-61AF6675AB6B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87" creationId="{983D8A50-35A0-DC0A-E53C-8DC6C3C4A7D2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88" creationId="{3083A064-61C8-F702-CD90-96CC9F173758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89" creationId="{693F5D53-E7F2-FB68-2EFD-EFFA8BF62EEF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90" creationId="{17EF152D-06D1-8C0A-18D4-4B3705CF37B4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91" creationId="{606615EC-31D3-5E92-7C93-2F3FCAA6B823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92" creationId="{8DD9F58C-C7B2-D8DD-6485-857D9DE12FD5}"/>
          </ac:spMkLst>
        </pc:spChg>
        <pc:spChg chg="mod">
          <ac:chgData name="Venkatesh Patil" userId="d9f36aa470552ec6" providerId="LiveId" clId="{CF347FCE-01B0-486B-AA11-A8191E9B375E}" dt="2024-05-29T20:34:06.908" v="5168"/>
          <ac:spMkLst>
            <pc:docMk/>
            <pc:sldMk cId="57112382" sldId="1449"/>
            <ac:spMk id="93" creationId="{951433FA-E3AA-2EE3-059B-D38D3E429D67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95" creationId="{804C5755-1733-C123-A34D-4E918087026D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96" creationId="{DAC8ACB5-73A2-6FE7-DE14-AF9F8329C5CA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97" creationId="{53E81A08-FBD4-47AF-DA41-CC1E05929FD3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98" creationId="{1AE4975A-BD15-3067-D575-C6F392801C04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99" creationId="{B6EA7995-C113-2E55-E3C5-F1E7E1FD72AE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100" creationId="{3E15CB46-CC1A-052C-1F8C-A3B253B3D48C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101" creationId="{A59B90B0-1B4C-8E0F-F895-31A8F32C52C1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102" creationId="{29E8013B-6C2F-7600-4CC9-443D314B1B51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103" creationId="{C7D00263-741A-1F1C-53C5-DA9AFFD7C59E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104" creationId="{02C6A475-04A8-CBDA-9A93-B9D9A8287BE1}"/>
          </ac:spMkLst>
        </pc:spChg>
        <pc:spChg chg="mod">
          <ac:chgData name="Venkatesh Patil" userId="d9f36aa470552ec6" providerId="LiveId" clId="{CF347FCE-01B0-486B-AA11-A8191E9B375E}" dt="2024-05-29T20:34:12.452" v="5170"/>
          <ac:spMkLst>
            <pc:docMk/>
            <pc:sldMk cId="57112382" sldId="1449"/>
            <ac:spMk id="105" creationId="{1462D6C0-B765-E7A4-84E4-6976F476536B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07" creationId="{38CBBD1F-7B3F-0B5E-152C-6BAF53461D7D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08" creationId="{8274C781-66E2-E8F2-3FE8-38219E61CF51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09" creationId="{30875673-F3A2-28F4-1042-0B3E546413CE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0" creationId="{9DF3E671-6014-6378-CF7A-DDBD7EA54F44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1" creationId="{711392D4-70CC-8819-9920-26BD1A5E1C4C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2" creationId="{F6DBC84E-87D5-473C-E06A-AA13D0E77142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3" creationId="{A0758434-122F-1605-CC18-128507AA57EE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4" creationId="{9A434A90-6E94-7FA2-6726-98678FDAF63B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5" creationId="{BCF51F21-E9D3-796D-8465-F5B6F70FC2E5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6" creationId="{6E05AA3B-8EEB-64A4-E498-30C0D688CB9F}"/>
          </ac:spMkLst>
        </pc:spChg>
        <pc:spChg chg="mod">
          <ac:chgData name="Venkatesh Patil" userId="d9f36aa470552ec6" providerId="LiveId" clId="{CF347FCE-01B0-486B-AA11-A8191E9B375E}" dt="2024-05-29T20:34:19.601" v="5172"/>
          <ac:spMkLst>
            <pc:docMk/>
            <pc:sldMk cId="57112382" sldId="1449"/>
            <ac:spMk id="117" creationId="{9FDE4A75-BE8E-5314-B7DC-5682D58E1126}"/>
          </ac:spMkLst>
        </pc:spChg>
        <pc:spChg chg="add mod">
          <ac:chgData name="Venkatesh Patil" userId="d9f36aa470552ec6" providerId="LiveId" clId="{CF347FCE-01B0-486B-AA11-A8191E9B375E}" dt="2024-05-29T20:35:28.956" v="5187" actId="164"/>
          <ac:spMkLst>
            <pc:docMk/>
            <pc:sldMk cId="57112382" sldId="1449"/>
            <ac:spMk id="118" creationId="{9635F366-3F7E-F3CE-AA97-D5B13E990A16}"/>
          </ac:spMkLst>
        </pc:spChg>
        <pc:spChg chg="add mod">
          <ac:chgData name="Venkatesh Patil" userId="d9f36aa470552ec6" providerId="LiveId" clId="{CF347FCE-01B0-486B-AA11-A8191E9B375E}" dt="2024-05-29T20:35:28.956" v="5187" actId="164"/>
          <ac:spMkLst>
            <pc:docMk/>
            <pc:sldMk cId="57112382" sldId="1449"/>
            <ac:spMk id="119" creationId="{B719307C-3E4D-0D2F-F0AB-2C9E90F56401}"/>
          </ac:spMkLst>
        </pc:spChg>
        <pc:spChg chg="add mod">
          <ac:chgData name="Venkatesh Patil" userId="d9f36aa470552ec6" providerId="LiveId" clId="{CF347FCE-01B0-486B-AA11-A8191E9B375E}" dt="2024-05-29T20:35:28.956" v="5187" actId="164"/>
          <ac:spMkLst>
            <pc:docMk/>
            <pc:sldMk cId="57112382" sldId="1449"/>
            <ac:spMk id="120" creationId="{19E34357-422F-0889-B5FC-5834E20DB4DA}"/>
          </ac:spMkLst>
        </pc:spChg>
        <pc:spChg chg="add mod">
          <ac:chgData name="Venkatesh Patil" userId="d9f36aa470552ec6" providerId="LiveId" clId="{CF347FCE-01B0-486B-AA11-A8191E9B375E}" dt="2024-05-29T20:37:04.065" v="5218" actId="164"/>
          <ac:spMkLst>
            <pc:docMk/>
            <pc:sldMk cId="57112382" sldId="1449"/>
            <ac:spMk id="123" creationId="{943C3873-15D6-6C87-97FA-C73CF6C61B39}"/>
          </ac:spMkLst>
        </pc:spChg>
        <pc:spChg chg="add mod ord">
          <ac:chgData name="Venkatesh Patil" userId="d9f36aa470552ec6" providerId="LiveId" clId="{CF347FCE-01B0-486B-AA11-A8191E9B375E}" dt="2024-05-30T03:31:34.734" v="9567" actId="1076"/>
          <ac:spMkLst>
            <pc:docMk/>
            <pc:sldMk cId="57112382" sldId="1449"/>
            <ac:spMk id="128" creationId="{91684066-D661-DE10-820A-57A56EA9192E}"/>
          </ac:spMkLst>
        </pc:spChg>
        <pc:grpChg chg="add del mod">
          <ac:chgData name="Venkatesh Patil" userId="d9f36aa470552ec6" providerId="LiveId" clId="{CF347FCE-01B0-486B-AA11-A8191E9B375E}" dt="2024-05-29T20:36:23.312" v="5201" actId="164"/>
          <ac:grpSpMkLst>
            <pc:docMk/>
            <pc:sldMk cId="57112382" sldId="1449"/>
            <ac:grpSpMk id="9" creationId="{5570F1ED-ADA4-1B4C-2912-FAB5516129FE}"/>
          </ac:grpSpMkLst>
        </pc:grpChg>
        <pc:grpChg chg="mod">
          <ac:chgData name="Venkatesh Patil" userId="d9f36aa470552ec6" providerId="LiveId" clId="{CF347FCE-01B0-486B-AA11-A8191E9B375E}" dt="2024-05-29T20:35:28.956" v="5187" actId="164"/>
          <ac:grpSpMkLst>
            <pc:docMk/>
            <pc:sldMk cId="57112382" sldId="1449"/>
            <ac:grpSpMk id="13" creationId="{CE88FC1D-597E-0EA5-F184-53B171965822}"/>
          </ac:grpSpMkLst>
        </pc:grpChg>
        <pc:grpChg chg="del">
          <ac:chgData name="Venkatesh Patil" userId="d9f36aa470552ec6" providerId="LiveId" clId="{CF347FCE-01B0-486B-AA11-A8191E9B375E}" dt="2024-05-29T20:22:59.900" v="4718" actId="478"/>
          <ac:grpSpMkLst>
            <pc:docMk/>
            <pc:sldMk cId="57112382" sldId="1449"/>
            <ac:grpSpMk id="70" creationId="{04D7C641-CD54-0EDE-41BC-4EAEC3DD0652}"/>
          </ac:grpSpMkLst>
        </pc:grpChg>
        <pc:grpChg chg="mod topLvl">
          <ac:chgData name="Venkatesh Patil" userId="d9f36aa470552ec6" providerId="LiveId" clId="{CF347FCE-01B0-486B-AA11-A8191E9B375E}" dt="2024-05-29T20:23:31.688" v="4725" actId="164"/>
          <ac:grpSpMkLst>
            <pc:docMk/>
            <pc:sldMk cId="57112382" sldId="1449"/>
            <ac:grpSpMk id="74" creationId="{2AD55BF4-F5C0-462E-3FF0-CA2B042A4FF9}"/>
          </ac:grpSpMkLst>
        </pc:grpChg>
        <pc:grpChg chg="add del">
          <ac:chgData name="Venkatesh Patil" userId="d9f36aa470552ec6" providerId="LiveId" clId="{CF347FCE-01B0-486B-AA11-A8191E9B375E}" dt="2024-05-29T20:23:17.194" v="4723" actId="478"/>
          <ac:grpSpMkLst>
            <pc:docMk/>
            <pc:sldMk cId="57112382" sldId="1449"/>
            <ac:grpSpMk id="80" creationId="{5AFDDF75-CDBD-ED1A-8D83-2D9DA72A1724}"/>
          </ac:grpSpMkLst>
        </pc:grpChg>
        <pc:grpChg chg="add mod">
          <ac:chgData name="Venkatesh Patil" userId="d9f36aa470552ec6" providerId="LiveId" clId="{CF347FCE-01B0-486B-AA11-A8191E9B375E}" dt="2024-05-29T20:35:28.956" v="5187" actId="164"/>
          <ac:grpSpMkLst>
            <pc:docMk/>
            <pc:sldMk cId="57112382" sldId="1449"/>
            <ac:grpSpMk id="81" creationId="{752C649B-6F85-E0FF-CB59-FBEA7F0662BD}"/>
          </ac:grpSpMkLst>
        </pc:grpChg>
        <pc:grpChg chg="add mod">
          <ac:chgData name="Venkatesh Patil" userId="d9f36aa470552ec6" providerId="LiveId" clId="{CF347FCE-01B0-486B-AA11-A8191E9B375E}" dt="2024-05-29T20:35:28.956" v="5187" actId="164"/>
          <ac:grpSpMkLst>
            <pc:docMk/>
            <pc:sldMk cId="57112382" sldId="1449"/>
            <ac:grpSpMk id="82" creationId="{07B62A1C-9BCC-19B5-F35B-2A81805E9547}"/>
          </ac:grpSpMkLst>
        </pc:grpChg>
        <pc:grpChg chg="add mod">
          <ac:chgData name="Venkatesh Patil" userId="d9f36aa470552ec6" providerId="LiveId" clId="{CF347FCE-01B0-486B-AA11-A8191E9B375E}" dt="2024-05-29T20:35:28.956" v="5187" actId="164"/>
          <ac:grpSpMkLst>
            <pc:docMk/>
            <pc:sldMk cId="57112382" sldId="1449"/>
            <ac:grpSpMk id="94" creationId="{1B2DBC4D-76B0-93C4-B31B-DC18A943348E}"/>
          </ac:grpSpMkLst>
        </pc:grpChg>
        <pc:grpChg chg="add mod">
          <ac:chgData name="Venkatesh Patil" userId="d9f36aa470552ec6" providerId="LiveId" clId="{CF347FCE-01B0-486B-AA11-A8191E9B375E}" dt="2024-05-29T20:35:28.956" v="5187" actId="164"/>
          <ac:grpSpMkLst>
            <pc:docMk/>
            <pc:sldMk cId="57112382" sldId="1449"/>
            <ac:grpSpMk id="106" creationId="{EED63E9C-8610-A3A3-7508-B24B5053A8F5}"/>
          </ac:grpSpMkLst>
        </pc:grpChg>
        <pc:grpChg chg="add mod">
          <ac:chgData name="Venkatesh Patil" userId="d9f36aa470552ec6" providerId="LiveId" clId="{CF347FCE-01B0-486B-AA11-A8191E9B375E}" dt="2024-05-29T20:36:23.312" v="5201" actId="164"/>
          <ac:grpSpMkLst>
            <pc:docMk/>
            <pc:sldMk cId="57112382" sldId="1449"/>
            <ac:grpSpMk id="121" creationId="{5689D5AD-FA6C-4157-D4C2-6B6FFBFF982F}"/>
          </ac:grpSpMkLst>
        </pc:grpChg>
        <pc:grpChg chg="add mod">
          <ac:chgData name="Venkatesh Patil" userId="d9f36aa470552ec6" providerId="LiveId" clId="{CF347FCE-01B0-486B-AA11-A8191E9B375E}" dt="2024-05-29T20:37:04.065" v="5218" actId="164"/>
          <ac:grpSpMkLst>
            <pc:docMk/>
            <pc:sldMk cId="57112382" sldId="1449"/>
            <ac:grpSpMk id="122" creationId="{1DCC13CC-A958-77EF-84E2-35A9EF01E3E5}"/>
          </ac:grpSpMkLst>
        </pc:grpChg>
        <pc:grpChg chg="add mod">
          <ac:chgData name="Venkatesh Patil" userId="d9f36aa470552ec6" providerId="LiveId" clId="{CF347FCE-01B0-486B-AA11-A8191E9B375E}" dt="2024-05-29T20:37:39.327" v="5222" actId="1076"/>
          <ac:grpSpMkLst>
            <pc:docMk/>
            <pc:sldMk cId="57112382" sldId="1449"/>
            <ac:grpSpMk id="124" creationId="{DBE4CFB8-D816-3E1D-175C-02F7486FFB1F}"/>
          </ac:grpSpMkLst>
        </pc:grpChg>
        <pc:cxnChg chg="del topLvl">
          <ac:chgData name="Venkatesh Patil" userId="d9f36aa470552ec6" providerId="LiveId" clId="{CF347FCE-01B0-486B-AA11-A8191E9B375E}" dt="2024-05-29T20:23:17.194" v="4723" actId="478"/>
          <ac:cxnSpMkLst>
            <pc:docMk/>
            <pc:sldMk cId="57112382" sldId="1449"/>
            <ac:cxnSpMk id="76" creationId="{3EE8F3D8-30FF-76DF-7BEF-E0F5F1E4C087}"/>
          </ac:cxnSpMkLst>
        </pc:cxnChg>
        <pc:cxnChg chg="add del mod">
          <ac:chgData name="Venkatesh Patil" userId="d9f36aa470552ec6" providerId="LiveId" clId="{CF347FCE-01B0-486B-AA11-A8191E9B375E}" dt="2024-05-29T20:58:49.285" v="5434" actId="478"/>
          <ac:cxnSpMkLst>
            <pc:docMk/>
            <pc:sldMk cId="57112382" sldId="1449"/>
            <ac:cxnSpMk id="126" creationId="{DFDB10C1-BE6E-D5EB-3CDF-9E5648E8E843}"/>
          </ac:cxnSpMkLst>
        </pc:cxnChg>
      </pc:sldChg>
      <pc:sldChg chg="addSp delSp modSp add mod">
        <pc:chgData name="Venkatesh Patil" userId="d9f36aa470552ec6" providerId="LiveId" clId="{CF347FCE-01B0-486B-AA11-A8191E9B375E}" dt="2024-05-30T03:34:56.338" v="9578" actId="167"/>
        <pc:sldMkLst>
          <pc:docMk/>
          <pc:sldMk cId="2104325333" sldId="1450"/>
        </pc:sldMkLst>
        <pc:spChg chg="mod">
          <ac:chgData name="Venkatesh Patil" userId="d9f36aa470552ec6" providerId="LiveId" clId="{CF347FCE-01B0-486B-AA11-A8191E9B375E}" dt="2024-05-29T20:49:28.621" v="5262" actId="20577"/>
          <ac:spMkLst>
            <pc:docMk/>
            <pc:sldMk cId="2104325333" sldId="1450"/>
            <ac:spMk id="2" creationId="{52AD9B88-90EF-EEFA-3452-735746A4B166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8" creationId="{04338965-A918-B5B5-C6EB-9103A1DBDC2D}"/>
          </ac:spMkLst>
        </pc:spChg>
        <pc:spChg chg="add del mod">
          <ac:chgData name="Venkatesh Patil" userId="d9f36aa470552ec6" providerId="LiveId" clId="{CF347FCE-01B0-486B-AA11-A8191E9B375E}" dt="2024-05-29T20:55:33.880" v="5367" actId="478"/>
          <ac:spMkLst>
            <pc:docMk/>
            <pc:sldMk cId="2104325333" sldId="1450"/>
            <ac:spMk id="14" creationId="{575AD03C-F39B-09F3-F861-88EF2C34BD80}"/>
          </ac:spMkLst>
        </pc:spChg>
        <pc:spChg chg="add del mod">
          <ac:chgData name="Venkatesh Patil" userId="d9f36aa470552ec6" providerId="LiveId" clId="{CF347FCE-01B0-486B-AA11-A8191E9B375E}" dt="2024-05-29T20:55:39.200" v="5368" actId="478"/>
          <ac:spMkLst>
            <pc:docMk/>
            <pc:sldMk cId="2104325333" sldId="1450"/>
            <ac:spMk id="20" creationId="{82F21441-BB64-11D4-706E-B73877799F2C}"/>
          </ac:spMkLst>
        </pc:spChg>
        <pc:spChg chg="add del mod">
          <ac:chgData name="Venkatesh Patil" userId="d9f36aa470552ec6" providerId="LiveId" clId="{CF347FCE-01B0-486B-AA11-A8191E9B375E}" dt="2024-05-29T20:53:08.785" v="5354" actId="478"/>
          <ac:spMkLst>
            <pc:docMk/>
            <pc:sldMk cId="2104325333" sldId="1450"/>
            <ac:spMk id="22" creationId="{EBA72272-D426-6BAE-2147-D84BDA2C620E}"/>
          </ac:spMkLst>
        </pc:spChg>
        <pc:spChg chg="mod">
          <ac:chgData name="Venkatesh Patil" userId="d9f36aa470552ec6" providerId="LiveId" clId="{CF347FCE-01B0-486B-AA11-A8191E9B375E}" dt="2024-05-29T20:58:10.767" v="5431" actId="1076"/>
          <ac:spMkLst>
            <pc:docMk/>
            <pc:sldMk cId="2104325333" sldId="1450"/>
            <ac:spMk id="25" creationId="{EB98CECF-0D54-BFB8-04EF-844650B0E56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43" creationId="{7FD97594-5CDE-EA9B-6943-C16E8767FF5B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44" creationId="{E584BE5B-9227-CFC7-F4EF-0B96B6BF513F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45" creationId="{292834A1-2E9D-4932-F328-4E7DA813C76B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46" creationId="{E89FC8C8-EEF5-63D4-3264-4E69D54B946C}"/>
          </ac:spMkLst>
        </pc:spChg>
        <pc:spChg chg="add del mod">
          <ac:chgData name="Venkatesh Patil" userId="d9f36aa470552ec6" providerId="LiveId" clId="{CF347FCE-01B0-486B-AA11-A8191E9B375E}" dt="2024-05-29T20:58:08.798" v="5425" actId="478"/>
          <ac:spMkLst>
            <pc:docMk/>
            <pc:sldMk cId="2104325333" sldId="1450"/>
            <ac:spMk id="47" creationId="{407B701D-ECD2-74D2-E669-0FD96A09AB61}"/>
          </ac:spMkLst>
        </pc:spChg>
        <pc:spChg chg="add del mod">
          <ac:chgData name="Venkatesh Patil" userId="d9f36aa470552ec6" providerId="LiveId" clId="{CF347FCE-01B0-486B-AA11-A8191E9B375E}" dt="2024-05-29T20:58:09.508" v="5426" actId="478"/>
          <ac:spMkLst>
            <pc:docMk/>
            <pc:sldMk cId="2104325333" sldId="1450"/>
            <ac:spMk id="48" creationId="{F220091A-D824-F2E3-563F-BCB051DC62BB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49" creationId="{C7FC324D-F11A-5B56-4BA2-4734BEBCEFD8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50" creationId="{4482ADFD-5AFC-AF60-553D-2DF77D0813DF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51" creationId="{84B45F5D-1F08-6EF7-CF16-C88C54D88704}"/>
          </ac:spMkLst>
        </pc:spChg>
        <pc:spChg chg="add del mod">
          <ac:chgData name="Venkatesh Patil" userId="d9f36aa470552ec6" providerId="LiveId" clId="{CF347FCE-01B0-486B-AA11-A8191E9B375E}" dt="2024-05-29T20:58:09.713" v="5427" actId="478"/>
          <ac:spMkLst>
            <pc:docMk/>
            <pc:sldMk cId="2104325333" sldId="1450"/>
            <ac:spMk id="52" creationId="{9DA6C298-1C2A-E3A4-7796-F5871251EE5B}"/>
          </ac:spMkLst>
        </pc:spChg>
        <pc:spChg chg="add del mod">
          <ac:chgData name="Venkatesh Patil" userId="d9f36aa470552ec6" providerId="LiveId" clId="{CF347FCE-01B0-486B-AA11-A8191E9B375E}" dt="2024-05-29T20:58:09.917" v="5428" actId="478"/>
          <ac:spMkLst>
            <pc:docMk/>
            <pc:sldMk cId="2104325333" sldId="1450"/>
            <ac:spMk id="53" creationId="{524CF51C-9F4B-3D65-351A-B9BF07E46C13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54" creationId="{F6E6F487-959D-4391-BADF-B58A767C7D99}"/>
          </ac:spMkLst>
        </pc:spChg>
        <pc:spChg chg="mod">
          <ac:chgData name="Venkatesh Patil" userId="d9f36aa470552ec6" providerId="LiveId" clId="{CF347FCE-01B0-486B-AA11-A8191E9B375E}" dt="2024-05-29T20:58:08.607" v="5424" actId="14100"/>
          <ac:spMkLst>
            <pc:docMk/>
            <pc:sldMk cId="2104325333" sldId="1450"/>
            <ac:spMk id="55" creationId="{FD771C06-82EB-87F2-73B0-13147DAB04D2}"/>
          </ac:spMkLst>
        </pc:spChg>
        <pc:spChg chg="mod">
          <ac:chgData name="Venkatesh Patil" userId="d9f36aa470552ec6" providerId="LiveId" clId="{CF347FCE-01B0-486B-AA11-A8191E9B375E}" dt="2024-05-29T20:58:08.051" v="5421" actId="20577"/>
          <ac:spMkLst>
            <pc:docMk/>
            <pc:sldMk cId="2104325333" sldId="1450"/>
            <ac:spMk id="56" creationId="{2D231A14-B6B9-2A50-177F-6CCADDA365D2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57" creationId="{B8229063-FAA5-91E3-30F9-8D7349FE24D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58" creationId="{1144218E-FA75-FD1D-B16C-83BC060EE809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59" creationId="{9C94F289-CD69-A1B6-D74C-82905D6174A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60" creationId="{CCAED68A-829E-5656-0816-F0E4D413209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61" creationId="{57030690-456A-472F-46E9-A287B570006B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62" creationId="{6604F54E-CFF6-C6AC-4831-BD5571AD4D3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63" creationId="{4CCDE275-C341-4DE6-B2BD-E594C05F6E57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64" creationId="{E8D7395E-EDB8-F940-6A75-2255763F053E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65" creationId="{CC18BC68-278A-C324-9BB1-BA6B76FDA5DA}"/>
          </ac:spMkLst>
        </pc:spChg>
        <pc:spChg chg="del">
          <ac:chgData name="Venkatesh Patil" userId="d9f36aa470552ec6" providerId="LiveId" clId="{CF347FCE-01B0-486B-AA11-A8191E9B375E}" dt="2024-05-29T20:49:33.675" v="5263" actId="478"/>
          <ac:spMkLst>
            <pc:docMk/>
            <pc:sldMk cId="2104325333" sldId="1450"/>
            <ac:spMk id="69" creationId="{AE235E06-0BB3-33C0-1AE5-81CE1B45EBF2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70" creationId="{BF8BC284-CDE2-2EC6-0E33-A90E8BB20168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72" creationId="{F3228C85-29C3-92B5-BE0C-456682420914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76" creationId="{AB2DA5DA-9A18-3311-C930-41C19D6EC91C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79" creationId="{8967C2A3-3723-2D64-C261-9DA88A26DE99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80" creationId="{E88E9A54-8279-3B09-4896-BE18062F430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25" creationId="{FEB7529E-B74B-25A4-7518-3D88D2F4C98B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26" creationId="{F5E3834C-6F77-C277-B678-C9F6D3A8BA07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27" creationId="{7D24985D-C1AC-D7D6-EE67-CA5BFB6880FB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28" creationId="{7373A660-702D-4397-CB2D-CC39A63E05B4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29" creationId="{19DAE95E-6BF7-5EE5-B39B-9219ECE1E8EF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0" creationId="{8904BEFC-76C7-49D8-4118-DE5C78E6AC14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1" creationId="{0120654D-4240-2AAC-4FAA-21A4EA6ADE67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2" creationId="{F5DBCF94-92EC-722A-2C3A-8B59B599F6F7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3" creationId="{4579E90D-42D0-E5BC-21CA-16341CA2D625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4" creationId="{70480D18-53FB-175F-F008-1162AAC0DD87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5" creationId="{BB0C7240-198F-8F74-3076-2A39E1D18608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6" creationId="{CBECF834-B5EB-82D5-A3CB-33AF05B87D35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7" creationId="{7459FC3B-8768-6688-2927-0F743A6E593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8" creationId="{B7EE8150-1D2E-F64E-883C-EC521FC14733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39" creationId="{60D69668-4DD0-0BA0-FB20-B3A245D2A806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40" creationId="{EEA6A180-37E1-CC46-9BEE-EAAE62B207B1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41" creationId="{1838C0B0-46C0-1A7A-2111-611322925673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42" creationId="{74DB5116-EAF2-0803-9619-F138E14A156D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43" creationId="{A2533AFC-A855-A675-9539-3BA56533D86E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44" creationId="{A4B9FC91-2019-D2D3-2AE9-0369548B74EF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45" creationId="{6041D687-1D63-A21F-C0EC-B3789EB677F7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46" creationId="{D96534D9-6542-0186-1290-FC27C5AC471E}"/>
          </ac:spMkLst>
        </pc:spChg>
        <pc:spChg chg="mod">
          <ac:chgData name="Venkatesh Patil" userId="d9f36aa470552ec6" providerId="LiveId" clId="{CF347FCE-01B0-486B-AA11-A8191E9B375E}" dt="2024-05-29T20:55:11.871" v="5364" actId="14100"/>
          <ac:spMkLst>
            <pc:docMk/>
            <pc:sldMk cId="2104325333" sldId="1450"/>
            <ac:spMk id="147" creationId="{2B2F6218-0239-6735-1F8E-22507B26011A}"/>
          </ac:spMkLst>
        </pc:spChg>
        <pc:spChg chg="del mod">
          <ac:chgData name="Venkatesh Patil" userId="d9f36aa470552ec6" providerId="LiveId" clId="{CF347FCE-01B0-486B-AA11-A8191E9B375E}" dt="2024-05-29T20:54:45.349" v="5357" actId="478"/>
          <ac:spMkLst>
            <pc:docMk/>
            <pc:sldMk cId="2104325333" sldId="1450"/>
            <ac:spMk id="149" creationId="{B507EFC7-6429-C97C-405C-C0DC1E90A832}"/>
          </ac:spMkLst>
        </pc:spChg>
        <pc:spChg chg="mod">
          <ac:chgData name="Venkatesh Patil" userId="d9f36aa470552ec6" providerId="LiveId" clId="{CF347FCE-01B0-486B-AA11-A8191E9B375E}" dt="2024-05-29T20:58:10.547" v="5430" actId="14100"/>
          <ac:spMkLst>
            <pc:docMk/>
            <pc:sldMk cId="2104325333" sldId="1450"/>
            <ac:spMk id="151" creationId="{AEBFFF4C-909E-E54D-FBBC-FAF7CEF8FFB4}"/>
          </ac:spMkLst>
        </pc:spChg>
        <pc:spChg chg="mod">
          <ac:chgData name="Venkatesh Patil" userId="d9f36aa470552ec6" providerId="LiveId" clId="{CF347FCE-01B0-486B-AA11-A8191E9B375E}" dt="2024-05-29T20:56:27.193" v="5394" actId="1076"/>
          <ac:spMkLst>
            <pc:docMk/>
            <pc:sldMk cId="2104325333" sldId="1450"/>
            <ac:spMk id="153" creationId="{9AF88772-1123-952E-19FC-2F1A81BDDA05}"/>
          </ac:spMkLst>
        </pc:spChg>
        <pc:spChg chg="mod">
          <ac:chgData name="Venkatesh Patil" userId="d9f36aa470552ec6" providerId="LiveId" clId="{CF347FCE-01B0-486B-AA11-A8191E9B375E}" dt="2024-05-29T20:54:06.595" v="5355"/>
          <ac:spMkLst>
            <pc:docMk/>
            <pc:sldMk cId="2104325333" sldId="1450"/>
            <ac:spMk id="159" creationId="{9C48EFAF-4CB5-52C0-9931-C5720D517342}"/>
          </ac:spMkLst>
        </pc:spChg>
        <pc:spChg chg="mod">
          <ac:chgData name="Venkatesh Patil" userId="d9f36aa470552ec6" providerId="LiveId" clId="{CF347FCE-01B0-486B-AA11-A8191E9B375E}" dt="2024-05-29T20:56:06.164" v="5374" actId="1076"/>
          <ac:spMkLst>
            <pc:docMk/>
            <pc:sldMk cId="2104325333" sldId="1450"/>
            <ac:spMk id="160" creationId="{34D97113-3609-7EA0-618F-FB0497C38D5D}"/>
          </ac:spMkLst>
        </pc:spChg>
        <pc:spChg chg="mod">
          <ac:chgData name="Venkatesh Patil" userId="d9f36aa470552ec6" providerId="LiveId" clId="{CF347FCE-01B0-486B-AA11-A8191E9B375E}" dt="2024-05-29T20:56:11.443" v="5375" actId="1076"/>
          <ac:spMkLst>
            <pc:docMk/>
            <pc:sldMk cId="2104325333" sldId="1450"/>
            <ac:spMk id="161" creationId="{1D014E71-A4DC-4789-C91F-CA281F51C746}"/>
          </ac:spMkLst>
        </pc:spChg>
        <pc:spChg chg="add del mod">
          <ac:chgData name="Venkatesh Patil" userId="d9f36aa470552ec6" providerId="LiveId" clId="{CF347FCE-01B0-486B-AA11-A8191E9B375E}" dt="2024-05-29T21:00:53.340" v="5436" actId="478"/>
          <ac:spMkLst>
            <pc:docMk/>
            <pc:sldMk cId="2104325333" sldId="1450"/>
            <ac:spMk id="162" creationId="{FC5F8333-49CC-F764-A219-68148A6A11A3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63" creationId="{969FD056-F539-F48C-8F8A-8AC8AB7CD434}"/>
          </ac:spMkLst>
        </pc:spChg>
        <pc:spChg chg="add del mod">
          <ac:chgData name="Venkatesh Patil" userId="d9f36aa470552ec6" providerId="LiveId" clId="{CF347FCE-01B0-486B-AA11-A8191E9B375E}" dt="2024-05-29T21:03:33.494" v="5469" actId="478"/>
          <ac:spMkLst>
            <pc:docMk/>
            <pc:sldMk cId="2104325333" sldId="1450"/>
            <ac:spMk id="164" creationId="{E39FCB85-5323-A1F7-CFD0-9EAA6E0C231E}"/>
          </ac:spMkLst>
        </pc:spChg>
        <pc:spChg chg="add del mod">
          <ac:chgData name="Venkatesh Patil" userId="d9f36aa470552ec6" providerId="LiveId" clId="{CF347FCE-01B0-486B-AA11-A8191E9B375E}" dt="2024-05-29T21:03:30.974" v="5467" actId="478"/>
          <ac:spMkLst>
            <pc:docMk/>
            <pc:sldMk cId="2104325333" sldId="1450"/>
            <ac:spMk id="165" creationId="{16CEA1A0-B558-EB82-BDB4-14D0229AB695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66" creationId="{ADBBAFDC-CA96-2FDA-D1B8-A7AF33C9C43F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67" creationId="{F59FC03D-BBF7-21D8-546B-8BA6FE630688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68" creationId="{58584EDB-581F-815B-8EA4-0CD08FF7968B}"/>
          </ac:spMkLst>
        </pc:spChg>
        <pc:spChg chg="add del mod">
          <ac:chgData name="Venkatesh Patil" userId="d9f36aa470552ec6" providerId="LiveId" clId="{CF347FCE-01B0-486B-AA11-A8191E9B375E}" dt="2024-05-29T21:03:32.574" v="5468" actId="478"/>
          <ac:spMkLst>
            <pc:docMk/>
            <pc:sldMk cId="2104325333" sldId="1450"/>
            <ac:spMk id="169" creationId="{A441F436-B355-B4FC-A103-2177187182AA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70" creationId="{514913B6-1382-3F42-39ED-E4EC13D48FAF}"/>
          </ac:spMkLst>
        </pc:spChg>
        <pc:spChg chg="add del mod">
          <ac:chgData name="Venkatesh Patil" userId="d9f36aa470552ec6" providerId="LiveId" clId="{CF347FCE-01B0-486B-AA11-A8191E9B375E}" dt="2024-05-29T21:04:14.129" v="5479" actId="478"/>
          <ac:spMkLst>
            <pc:docMk/>
            <pc:sldMk cId="2104325333" sldId="1450"/>
            <ac:spMk id="171" creationId="{4FAE68F1-68D9-27F6-5344-C9B580329BC5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72" creationId="{D7FE24C3-9318-3D0E-1DF7-484AFE423129}"/>
          </ac:spMkLst>
        </pc:spChg>
        <pc:spChg chg="add mod">
          <ac:chgData name="Venkatesh Patil" userId="d9f36aa470552ec6" providerId="LiveId" clId="{CF347FCE-01B0-486B-AA11-A8191E9B375E}" dt="2024-05-29T21:03:48.732" v="5472"/>
          <ac:spMkLst>
            <pc:docMk/>
            <pc:sldMk cId="2104325333" sldId="1450"/>
            <ac:spMk id="173" creationId="{DD793F00-8591-0620-E5BE-6C246C4DA9E8}"/>
          </ac:spMkLst>
        </pc:spChg>
        <pc:spChg chg="add mod">
          <ac:chgData name="Venkatesh Patil" userId="d9f36aa470552ec6" providerId="LiveId" clId="{CF347FCE-01B0-486B-AA11-A8191E9B375E}" dt="2024-05-29T21:03:48.732" v="5472"/>
          <ac:spMkLst>
            <pc:docMk/>
            <pc:sldMk cId="2104325333" sldId="1450"/>
            <ac:spMk id="174" creationId="{C54D08E4-5575-95CF-986C-27A9F083C82C}"/>
          </ac:spMkLst>
        </pc:spChg>
        <pc:spChg chg="add mod">
          <ac:chgData name="Venkatesh Patil" userId="d9f36aa470552ec6" providerId="LiveId" clId="{CF347FCE-01B0-486B-AA11-A8191E9B375E}" dt="2024-05-29T21:03:48.732" v="5472"/>
          <ac:spMkLst>
            <pc:docMk/>
            <pc:sldMk cId="2104325333" sldId="1450"/>
            <ac:spMk id="175" creationId="{F5DD4D54-1867-CE42-682C-691F4A37A8CC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76" creationId="{2CEBD379-FA5B-1D63-36BB-1A3609027355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77" creationId="{9BC3511F-A49F-5016-598B-341E83CE84E8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78" creationId="{393B609B-635E-45EB-4DAD-3E4BDABC8577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79" creationId="{3F1051CC-0BC0-76BD-709C-9302C580F2A6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80" creationId="{78E30799-B6EB-3C88-A94C-B3595A258594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81" creationId="{48CCB224-3C7B-A31B-F9FD-21B52EFA8BA4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82" creationId="{669FAA60-695D-0008-9753-6B2B09CE59C5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83" creationId="{DCE48058-CE49-E41D-8AE3-DF780B3E1B0D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84" creationId="{80C12908-9230-ABA9-66A0-F318FAD60F1F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85" creationId="{FF5C330B-B3C2-4AFA-629E-EB03EA48D3E7}"/>
          </ac:spMkLst>
        </pc:spChg>
        <pc:spChg chg="add mod">
          <ac:chgData name="Venkatesh Patil" userId="d9f36aa470552ec6" providerId="LiveId" clId="{CF347FCE-01B0-486B-AA11-A8191E9B375E}" dt="2024-05-29T21:12:11.538" v="5622" actId="164"/>
          <ac:spMkLst>
            <pc:docMk/>
            <pc:sldMk cId="2104325333" sldId="1450"/>
            <ac:spMk id="186" creationId="{6BA2FA88-45C1-947E-C8F4-DAD3DB390B0A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189" creationId="{BD8EDAB5-226F-D287-3ADD-A366A5CA22ED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197" creationId="{6575FE76-3517-A723-C444-B475192FEA4A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198" creationId="{ED5E4805-B4E9-7C9A-91B4-7707534E7504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199" creationId="{4CB90E52-D2B4-CA80-000B-E22B2FFBA564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00" creationId="{BB10F9D5-D181-D6D1-F40A-D730D1D92BA5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01" creationId="{751BC6FA-75D4-D463-99F0-27A34E5D66D0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02" creationId="{59B88DDC-AD84-E54E-83E5-4956A351B2DF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03" creationId="{109DB735-71EB-8E65-23CD-B7351E4A13D0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04" creationId="{6C9CE9CD-009C-C5DF-B8CF-5F452A60CDB7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05" creationId="{6BF909E0-5187-9FCA-4B63-7B0D9FBAAD16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06" creationId="{8520AF8C-2224-03BF-6BE7-A1E823F0B9D0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07" creationId="{3DFF3EC6-7D17-3980-2D02-AB3B2523BC3F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08" creationId="{2FC56D7C-87D3-504A-5F32-76FCD402DDA8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09" creationId="{FFAE03C1-2092-DF22-CF3C-AC3C5D8AA92E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10" creationId="{09F2E7A0-3CE8-AF4A-885E-CA858CF1B3FC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11" creationId="{B6B06B6B-70CD-2B27-B6AC-FFC816C3B0E0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12" creationId="{00FCC529-28B3-AC9E-25E8-CED01CE508A7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13" creationId="{ED9054ED-F636-D652-8C36-56F49AE39494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14" creationId="{9EFB9ACE-3935-5BC6-C5E9-1F7B28BD1581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15" creationId="{FFA985B0-CE11-C704-433D-C23FE62C5059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16" creationId="{FE9A1014-4F9B-9C95-9875-B41852483D9D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17" creationId="{7D0B58E7-24A8-175C-41B5-89E0F52FA6DA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18" creationId="{D09A6B06-CC6D-DDCA-AEA6-AC5CDBB3C8CC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19" creationId="{11D7575E-6D81-6205-B3EA-4A3C01BAF949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20" creationId="{170A5E8C-21EF-B5DD-DA53-64025C78C938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21" creationId="{91E4D35B-6D7E-7C22-7FD9-1A49B455D617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22" creationId="{56EEECE1-8A9D-0640-C03D-3A1B91EDEBAF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23" creationId="{C9A00C44-E166-1B1F-A189-E0F8FDDB0F6F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24" creationId="{914FD53E-01C7-FA8F-68C2-406D8AB7BA28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25" creationId="{49DE6AF3-BD14-F826-00D9-2B435D1FDCA7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26" creationId="{1143A45A-062F-C741-EC67-BB697141C8AE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27" creationId="{407CB938-446B-937D-8430-9723BBC4CF93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28" creationId="{DE800748-1345-E453-5455-2E44FF6D0A3E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29" creationId="{0ABE8153-52BD-BF31-8CF5-8CB1F36D2341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30" creationId="{AA656C5D-CC63-0A61-61E5-E707B50AC84E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31" creationId="{675348D9-7D15-11A9-5CCB-3A1CAF9E57DB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32" creationId="{23603E5F-81C1-8A1E-2D16-ADA4C5A558D1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33" creationId="{48454F1E-A3AE-2A4F-ACC1-838880E94AF0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34" creationId="{7DE7D518-63E1-2E68-994E-773A6B860FEA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35" creationId="{CFA13E3C-8346-C71D-394E-690E0E827501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36" creationId="{DBB56708-3993-9F18-763A-E2461E7B2656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37" creationId="{4CEC517A-A3F2-170D-31C3-BFF89CCB0A9E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38" creationId="{7CA5E36C-5044-8E2C-D05E-43F0BB159B37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39" creationId="{F30234AD-3719-8E37-F33F-3C6F4BAE0927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40" creationId="{29716EB4-3D6E-765C-03DA-F3ADB1436182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41" creationId="{C67F428C-2D87-5458-944F-F69C2381F7FB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42" creationId="{C20B08E0-8BFD-4654-6758-69CA3D7609D1}"/>
          </ac:spMkLst>
        </pc:spChg>
        <pc:spChg chg="mod">
          <ac:chgData name="Venkatesh Patil" userId="d9f36aa470552ec6" providerId="LiveId" clId="{CF347FCE-01B0-486B-AA11-A8191E9B375E}" dt="2024-05-30T03:34:06.980" v="9574" actId="13822"/>
          <ac:spMkLst>
            <pc:docMk/>
            <pc:sldMk cId="2104325333" sldId="1450"/>
            <ac:spMk id="243" creationId="{9A4AC21E-6A86-BE07-6A8D-33FE37B7DD14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44" creationId="{8F04B7EC-82FB-95A0-27F3-AEFD2B4ADD91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45" creationId="{68EF57FE-7647-19B2-9695-A0567750D4A6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46" creationId="{D49B0FDC-CE22-470D-A13A-799D12BDEF7C}"/>
          </ac:spMkLst>
        </pc:spChg>
        <pc:spChg chg="mod">
          <ac:chgData name="Venkatesh Patil" userId="d9f36aa470552ec6" providerId="LiveId" clId="{CF347FCE-01B0-486B-AA11-A8191E9B375E}" dt="2024-05-30T03:34:33.077" v="9575" actId="207"/>
          <ac:spMkLst>
            <pc:docMk/>
            <pc:sldMk cId="2104325333" sldId="1450"/>
            <ac:spMk id="247" creationId="{C64639CC-64B6-297E-8351-726A3AE1FDAC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49" creationId="{75E5A0A4-4145-2C3D-D213-2394A76BDFC0}"/>
          </ac:spMkLst>
        </pc:spChg>
        <pc:spChg chg="mod ord">
          <ac:chgData name="Venkatesh Patil" userId="d9f36aa470552ec6" providerId="LiveId" clId="{CF347FCE-01B0-486B-AA11-A8191E9B375E}" dt="2024-05-30T03:34:56.338" v="9578" actId="167"/>
          <ac:spMkLst>
            <pc:docMk/>
            <pc:sldMk cId="2104325333" sldId="1450"/>
            <ac:spMk id="251" creationId="{12C4B976-6A1A-BDBC-F0FB-C542681CBABD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53" creationId="{507B4598-A85F-68FA-BFA7-D1D227577C0E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59" creationId="{1C93405A-9614-14F0-C288-8545B93DD094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60" creationId="{81467742-40F4-6078-8394-4AF4E9747211}"/>
          </ac:spMkLst>
        </pc:spChg>
        <pc:spChg chg="mod">
          <ac:chgData name="Venkatesh Patil" userId="d9f36aa470552ec6" providerId="LiveId" clId="{CF347FCE-01B0-486B-AA11-A8191E9B375E}" dt="2024-05-29T21:11:48.751" v="5617"/>
          <ac:spMkLst>
            <pc:docMk/>
            <pc:sldMk cId="2104325333" sldId="1450"/>
            <ac:spMk id="261" creationId="{381EA00A-3A2F-3C9F-6C1B-8AC47DB90EE8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64" creationId="{BAA6AF23-8245-4C9F-134A-C084D058970A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65" creationId="{C0EAA8F1-E969-602B-84B7-0763C6295FF4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66" creationId="{0E30496D-5009-4425-CAF0-BC3B5FB04FBC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67" creationId="{16F38C97-8897-00B1-09C8-B92354298FD9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68" creationId="{15CF621B-08DC-42DB-8EB0-D383C1155DBE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69" creationId="{4A318683-AA2A-F829-EBC5-D342AD1D43C1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0" creationId="{9C7C986D-7AF6-FCA2-8192-43181A674F66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1" creationId="{1CF95572-8D77-4130-712C-F74D32A24BFD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2" creationId="{FFCD9815-D8E3-0588-2F37-B10094B5382B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3" creationId="{5F15155D-634B-C2B5-A569-7BB3840007F9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4" creationId="{46161EB1-4CC7-EC1B-633A-C990A0292D61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5" creationId="{BD2DAA9C-BD7D-E634-8A13-7CE8B2ABD1A0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6" creationId="{7A8AFE66-AE09-7A3F-7DD8-23B96D7A8032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7" creationId="{641E1002-B21D-3F7A-4932-E15F37FADF89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8" creationId="{570A3150-9B89-5D1C-C1A3-6F305A41E7AB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79" creationId="{A99D8EDF-5769-BF08-2701-80EFAF84DDC2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80" creationId="{1A81FF89-8D1E-9512-6C54-C1A24CE9050F}"/>
          </ac:spMkLst>
        </pc:spChg>
        <pc:spChg chg="mod">
          <ac:chgData name="Venkatesh Patil" userId="d9f36aa470552ec6" providerId="LiveId" clId="{CF347FCE-01B0-486B-AA11-A8191E9B375E}" dt="2024-05-29T21:12:16.177" v="5624"/>
          <ac:spMkLst>
            <pc:docMk/>
            <pc:sldMk cId="2104325333" sldId="1450"/>
            <ac:spMk id="281" creationId="{98EE04BA-83B3-4EB0-BFA8-DBA75E67C66A}"/>
          </ac:spMkLst>
        </pc:spChg>
        <pc:spChg chg="add mod ord">
          <ac:chgData name="Venkatesh Patil" userId="d9f36aa470552ec6" providerId="LiveId" clId="{CF347FCE-01B0-486B-AA11-A8191E9B375E}" dt="2024-05-30T03:32:47.904" v="9572" actId="207"/>
          <ac:spMkLst>
            <pc:docMk/>
            <pc:sldMk cId="2104325333" sldId="1450"/>
            <ac:spMk id="282" creationId="{442DEBBA-1F3C-ABCD-B149-757E68519F4E}"/>
          </ac:spMkLst>
        </pc:spChg>
        <pc:grpChg chg="add del mod">
          <ac:chgData name="Venkatesh Patil" userId="d9f36aa470552ec6" providerId="LiveId" clId="{CF347FCE-01B0-486B-AA11-A8191E9B375E}" dt="2024-05-29T21:00:49.408" v="5435" actId="478"/>
          <ac:grpSpMkLst>
            <pc:docMk/>
            <pc:sldMk cId="2104325333" sldId="1450"/>
            <ac:grpSpMk id="23" creationId="{EB631508-CD43-A302-9B1E-2DDA8FDBEE79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24" creationId="{986479D9-16B3-1E2C-401B-2FF565AC54F7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26" creationId="{3D02A317-BD21-DCFE-085A-F7F620095130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27" creationId="{7D76A5BA-5383-21E8-4686-B92602E32174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30" creationId="{B05D77BF-8A8C-E884-E34D-960EC6DAB9B3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32" creationId="{7EC1D350-8A73-C478-FD9D-807D0B1D6DDA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33" creationId="{39B7F2D7-AC50-972E-3B7C-62272EB2AF2E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36" creationId="{7A213B57-2E15-0564-2BC3-F7F258B695C0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38" creationId="{FFC62E8D-0625-FCF9-DDE4-0F4D7C8C9FB1}"/>
          </ac:grpSpMkLst>
        </pc:grpChg>
        <pc:grpChg chg="del">
          <ac:chgData name="Venkatesh Patil" userId="d9f36aa470552ec6" providerId="LiveId" clId="{CF347FCE-01B0-486B-AA11-A8191E9B375E}" dt="2024-05-29T20:49:47.353" v="5264" actId="478"/>
          <ac:grpSpMkLst>
            <pc:docMk/>
            <pc:sldMk cId="2104325333" sldId="1450"/>
            <ac:grpSpMk id="124" creationId="{DBE4CFB8-D816-3E1D-175C-02F7486FFB1F}"/>
          </ac:grpSpMkLst>
        </pc:grpChg>
        <pc:grpChg chg="del mod">
          <ac:chgData name="Venkatesh Patil" userId="d9f36aa470552ec6" providerId="LiveId" clId="{CF347FCE-01B0-486B-AA11-A8191E9B375E}" dt="2024-05-29T20:54:45.349" v="5357" actId="478"/>
          <ac:grpSpMkLst>
            <pc:docMk/>
            <pc:sldMk cId="2104325333" sldId="1450"/>
            <ac:grpSpMk id="148" creationId="{EB94F73A-419C-6162-A4A2-16F79F64752E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150" creationId="{847151B0-E56E-3FC6-2449-B8D3D99423D3}"/>
          </ac:grpSpMkLst>
        </pc:grpChg>
        <pc:grpChg chg="mod">
          <ac:chgData name="Venkatesh Patil" userId="d9f36aa470552ec6" providerId="LiveId" clId="{CF347FCE-01B0-486B-AA11-A8191E9B375E}" dt="2024-05-29T20:54:06.595" v="5355"/>
          <ac:grpSpMkLst>
            <pc:docMk/>
            <pc:sldMk cId="2104325333" sldId="1450"/>
            <ac:grpSpMk id="152" creationId="{FE0F772C-2EBF-46B4-A853-F51DF9611DAE}"/>
          </ac:grpSpMkLst>
        </pc:grpChg>
        <pc:grpChg chg="add mod">
          <ac:chgData name="Venkatesh Patil" userId="d9f36aa470552ec6" providerId="LiveId" clId="{CF347FCE-01B0-486B-AA11-A8191E9B375E}" dt="2024-05-29T21:12:37.937" v="5630" actId="1076"/>
          <ac:grpSpMkLst>
            <pc:docMk/>
            <pc:sldMk cId="2104325333" sldId="1450"/>
            <ac:grpSpMk id="187" creationId="{1FA110AC-9447-CC84-5E5A-53AFF99D161E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88" creationId="{3E52625E-C29C-410B-900C-6C549BF2442F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90" creationId="{15657E5F-BBAB-A15D-8ACC-6C1FDEAFE73F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91" creationId="{CF555303-0E08-1C15-0D50-20262802BACF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92" creationId="{C28A11B0-4DD1-EA59-B803-D4C4A1779A17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93" creationId="{D7A4549A-A04C-3AA9-0BF2-695C8223CF5D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94" creationId="{39203879-8FA7-5E28-69FA-BB9B95508A3B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95" creationId="{22FAA7F3-3F6E-FC55-39AD-337E0879BDD3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196" creationId="{DCC3A327-D28F-EC16-BB21-A925A6257C23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248" creationId="{85486F81-CD1F-5376-8950-1EB94DA8AF1B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250" creationId="{BC7E5F5B-D451-8EAB-07F9-3AAD3F990703}"/>
          </ac:grpSpMkLst>
        </pc:grpChg>
        <pc:grpChg chg="mod">
          <ac:chgData name="Venkatesh Patil" userId="d9f36aa470552ec6" providerId="LiveId" clId="{CF347FCE-01B0-486B-AA11-A8191E9B375E}" dt="2024-05-29T21:11:48.751" v="5617"/>
          <ac:grpSpMkLst>
            <pc:docMk/>
            <pc:sldMk cId="2104325333" sldId="1450"/>
            <ac:grpSpMk id="252" creationId="{670788CD-F0FE-F917-8B50-0F405C0A30AE}"/>
          </ac:grpSpMkLst>
        </pc:grpChg>
        <pc:grpChg chg="add mod">
          <ac:chgData name="Venkatesh Patil" userId="d9f36aa470552ec6" providerId="LiveId" clId="{CF347FCE-01B0-486B-AA11-A8191E9B375E}" dt="2024-05-29T21:12:51.327" v="5632" actId="1076"/>
          <ac:grpSpMkLst>
            <pc:docMk/>
            <pc:sldMk cId="2104325333" sldId="1450"/>
            <ac:grpSpMk id="262" creationId="{E70CACD1-E53A-3ECE-A834-A6932E012414}"/>
          </ac:grpSpMkLst>
        </pc:grpChg>
        <pc:grpChg chg="add mod">
          <ac:chgData name="Venkatesh Patil" userId="d9f36aa470552ec6" providerId="LiveId" clId="{CF347FCE-01B0-486B-AA11-A8191E9B375E}" dt="2024-05-29T21:12:48.922" v="5631" actId="1076"/>
          <ac:grpSpMkLst>
            <pc:docMk/>
            <pc:sldMk cId="2104325333" sldId="1450"/>
            <ac:grpSpMk id="263" creationId="{B79173B3-D765-F06E-3614-2B391F1061A4}"/>
          </ac:grpSpMkLst>
        </pc:grpChg>
        <pc:cxnChg chg="del mod">
          <ac:chgData name="Venkatesh Patil" userId="d9f36aa470552ec6" providerId="LiveId" clId="{CF347FCE-01B0-486B-AA11-A8191E9B375E}" dt="2024-05-29T20:55:50.141" v="5371" actId="478"/>
          <ac:cxnSpMkLst>
            <pc:docMk/>
            <pc:sldMk cId="2104325333" sldId="1450"/>
            <ac:cxnSpMk id="154" creationId="{89A68938-FFC9-E782-FAE8-254BF76C63DD}"/>
          </ac:cxnSpMkLst>
        </pc:cxnChg>
        <pc:cxnChg chg="del mod">
          <ac:chgData name="Venkatesh Patil" userId="d9f36aa470552ec6" providerId="LiveId" clId="{CF347FCE-01B0-486B-AA11-A8191E9B375E}" dt="2024-05-29T20:55:48.086" v="5370" actId="478"/>
          <ac:cxnSpMkLst>
            <pc:docMk/>
            <pc:sldMk cId="2104325333" sldId="1450"/>
            <ac:cxnSpMk id="155" creationId="{3070C198-A2D7-4636-D49D-A01BB4101EDE}"/>
          </ac:cxnSpMkLst>
        </pc:cxnChg>
        <pc:cxnChg chg="del mod">
          <ac:chgData name="Venkatesh Patil" userId="d9f36aa470552ec6" providerId="LiveId" clId="{CF347FCE-01B0-486B-AA11-A8191E9B375E}" dt="2024-05-29T20:55:45.993" v="5369" actId="478"/>
          <ac:cxnSpMkLst>
            <pc:docMk/>
            <pc:sldMk cId="2104325333" sldId="1450"/>
            <ac:cxnSpMk id="156" creationId="{F6AF39F8-74F4-9949-7637-031CC140F81C}"/>
          </ac:cxnSpMkLst>
        </pc:cxnChg>
        <pc:cxnChg chg="del mod">
          <ac:chgData name="Venkatesh Patil" userId="d9f36aa470552ec6" providerId="LiveId" clId="{CF347FCE-01B0-486B-AA11-A8191E9B375E}" dt="2024-05-29T20:55:52.055" v="5372" actId="478"/>
          <ac:cxnSpMkLst>
            <pc:docMk/>
            <pc:sldMk cId="2104325333" sldId="1450"/>
            <ac:cxnSpMk id="157" creationId="{5F8E2BB5-EA54-C1EB-0733-B1EF3934E55B}"/>
          </ac:cxnSpMkLst>
        </pc:cxnChg>
        <pc:cxnChg chg="del mod">
          <ac:chgData name="Venkatesh Patil" userId="d9f36aa470552ec6" providerId="LiveId" clId="{CF347FCE-01B0-486B-AA11-A8191E9B375E}" dt="2024-05-29T20:55:54.218" v="5373" actId="478"/>
          <ac:cxnSpMkLst>
            <pc:docMk/>
            <pc:sldMk cId="2104325333" sldId="1450"/>
            <ac:cxnSpMk id="158" creationId="{4E1BCDFF-6763-EC3B-E054-0BAF5D50EA5C}"/>
          </ac:cxnSpMkLst>
        </pc:cxnChg>
        <pc:cxnChg chg="mod">
          <ac:chgData name="Venkatesh Patil" userId="d9f36aa470552ec6" providerId="LiveId" clId="{CF347FCE-01B0-486B-AA11-A8191E9B375E}" dt="2024-05-29T21:11:48.751" v="5617"/>
          <ac:cxnSpMkLst>
            <pc:docMk/>
            <pc:sldMk cId="2104325333" sldId="1450"/>
            <ac:cxnSpMk id="254" creationId="{0B95A2BC-FBBB-4503-6EC7-BF19D3414129}"/>
          </ac:cxnSpMkLst>
        </pc:cxnChg>
        <pc:cxnChg chg="mod">
          <ac:chgData name="Venkatesh Patil" userId="d9f36aa470552ec6" providerId="LiveId" clId="{CF347FCE-01B0-486B-AA11-A8191E9B375E}" dt="2024-05-29T21:11:48.751" v="5617"/>
          <ac:cxnSpMkLst>
            <pc:docMk/>
            <pc:sldMk cId="2104325333" sldId="1450"/>
            <ac:cxnSpMk id="255" creationId="{0CEA0DF9-D371-BEA8-92F8-F4C19FA85B2B}"/>
          </ac:cxnSpMkLst>
        </pc:cxnChg>
        <pc:cxnChg chg="mod">
          <ac:chgData name="Venkatesh Patil" userId="d9f36aa470552ec6" providerId="LiveId" clId="{CF347FCE-01B0-486B-AA11-A8191E9B375E}" dt="2024-05-29T21:11:48.751" v="5617"/>
          <ac:cxnSpMkLst>
            <pc:docMk/>
            <pc:sldMk cId="2104325333" sldId="1450"/>
            <ac:cxnSpMk id="256" creationId="{836F8EA1-8119-EFC2-8040-9A8A10849891}"/>
          </ac:cxnSpMkLst>
        </pc:cxnChg>
        <pc:cxnChg chg="mod">
          <ac:chgData name="Venkatesh Patil" userId="d9f36aa470552ec6" providerId="LiveId" clId="{CF347FCE-01B0-486B-AA11-A8191E9B375E}" dt="2024-05-29T21:11:48.751" v="5617"/>
          <ac:cxnSpMkLst>
            <pc:docMk/>
            <pc:sldMk cId="2104325333" sldId="1450"/>
            <ac:cxnSpMk id="257" creationId="{EAD790DA-780B-C5D8-FEE5-BF62ABD8C625}"/>
          </ac:cxnSpMkLst>
        </pc:cxnChg>
        <pc:cxnChg chg="mod">
          <ac:chgData name="Venkatesh Patil" userId="d9f36aa470552ec6" providerId="LiveId" clId="{CF347FCE-01B0-486B-AA11-A8191E9B375E}" dt="2024-05-29T21:11:48.751" v="5617"/>
          <ac:cxnSpMkLst>
            <pc:docMk/>
            <pc:sldMk cId="2104325333" sldId="1450"/>
            <ac:cxnSpMk id="258" creationId="{465D1308-A057-D0F2-830A-03AE2AB60C78}"/>
          </ac:cxnSpMkLst>
        </pc:cxnChg>
      </pc:sldChg>
      <pc:sldChg chg="delSp modSp add mod ord">
        <pc:chgData name="Venkatesh Patil" userId="d9f36aa470552ec6" providerId="LiveId" clId="{CF347FCE-01B0-486B-AA11-A8191E9B375E}" dt="2024-05-30T01:30:19.158" v="7006" actId="20577"/>
        <pc:sldMkLst>
          <pc:docMk/>
          <pc:sldMk cId="3692378407" sldId="1451"/>
        </pc:sldMkLst>
        <pc:spChg chg="mod">
          <ac:chgData name="Venkatesh Patil" userId="d9f36aa470552ec6" providerId="LiveId" clId="{CF347FCE-01B0-486B-AA11-A8191E9B375E}" dt="2024-05-30T01:18:15.081" v="6286" actId="20577"/>
          <ac:spMkLst>
            <pc:docMk/>
            <pc:sldMk cId="3692378407" sldId="1451"/>
            <ac:spMk id="2" creationId="{52AD9B88-90EF-EEFA-3452-735746A4B166}"/>
          </ac:spMkLst>
        </pc:spChg>
        <pc:spChg chg="mod">
          <ac:chgData name="Venkatesh Patil" userId="d9f36aa470552ec6" providerId="LiveId" clId="{CF347FCE-01B0-486B-AA11-A8191E9B375E}" dt="2024-05-30T01:30:19.158" v="7006" actId="20577"/>
          <ac:spMkLst>
            <pc:docMk/>
            <pc:sldMk cId="3692378407" sldId="1451"/>
            <ac:spMk id="69" creationId="{AE235E06-0BB3-33C0-1AE5-81CE1B45EBF2}"/>
          </ac:spMkLst>
        </pc:spChg>
        <pc:grpChg chg="del">
          <ac:chgData name="Venkatesh Patil" userId="d9f36aa470552ec6" providerId="LiveId" clId="{CF347FCE-01B0-486B-AA11-A8191E9B375E}" dt="2024-05-30T01:19:08.512" v="6287" actId="478"/>
          <ac:grpSpMkLst>
            <pc:docMk/>
            <pc:sldMk cId="3692378407" sldId="1451"/>
            <ac:grpSpMk id="124" creationId="{DBE4CFB8-D816-3E1D-175C-02F7486FFB1F}"/>
          </ac:grpSpMkLst>
        </pc:grpChg>
      </pc:sldChg>
      <pc:sldChg chg="addSp delSp modSp add mod">
        <pc:chgData name="Venkatesh Patil" userId="d9f36aa470552ec6" providerId="LiveId" clId="{CF347FCE-01B0-486B-AA11-A8191E9B375E}" dt="2024-05-30T01:40:57.558" v="7061" actId="20577"/>
        <pc:sldMkLst>
          <pc:docMk/>
          <pc:sldMk cId="729190251" sldId="1452"/>
        </pc:sldMkLst>
        <pc:spChg chg="mod">
          <ac:chgData name="Venkatesh Patil" userId="d9f36aa470552ec6" providerId="LiveId" clId="{CF347FCE-01B0-486B-AA11-A8191E9B375E}" dt="2024-05-30T01:40:57.558" v="7061" actId="20577"/>
          <ac:spMkLst>
            <pc:docMk/>
            <pc:sldMk cId="729190251" sldId="1452"/>
            <ac:spMk id="2" creationId="{52AD9B88-90EF-EEFA-3452-735746A4B166}"/>
          </ac:spMkLst>
        </pc:spChg>
        <pc:spChg chg="del mod">
          <ac:chgData name="Venkatesh Patil" userId="d9f36aa470552ec6" providerId="LiveId" clId="{CF347FCE-01B0-486B-AA11-A8191E9B375E}" dt="2024-05-30T01:32:09.699" v="7039"/>
          <ac:spMkLst>
            <pc:docMk/>
            <pc:sldMk cId="729190251" sldId="1452"/>
            <ac:spMk id="69" creationId="{AE235E06-0BB3-33C0-1AE5-81CE1B45EBF2}"/>
          </ac:spMkLst>
        </pc:spChg>
        <pc:graphicFrameChg chg="add del">
          <ac:chgData name="Venkatesh Patil" userId="d9f36aa470552ec6" providerId="LiveId" clId="{CF347FCE-01B0-486B-AA11-A8191E9B375E}" dt="2024-05-30T01:32:09.699" v="7037" actId="478"/>
          <ac:graphicFrameMkLst>
            <pc:docMk/>
            <pc:sldMk cId="729190251" sldId="1452"/>
            <ac:graphicFrameMk id="3" creationId="{81DE25D6-52FF-7939-7E20-EE4D1FB106DD}"/>
          </ac:graphicFrameMkLst>
        </pc:graphicFrameChg>
        <pc:picChg chg="add del">
          <ac:chgData name="Venkatesh Patil" userId="d9f36aa470552ec6" providerId="LiveId" clId="{CF347FCE-01B0-486B-AA11-A8191E9B375E}" dt="2024-05-30T01:40:38.420" v="7041" actId="478"/>
          <ac:picMkLst>
            <pc:docMk/>
            <pc:sldMk cId="729190251" sldId="1452"/>
            <ac:picMk id="9" creationId="{340EFBC2-17F7-D6C5-7D65-95813D5533DD}"/>
          </ac:picMkLst>
        </pc:picChg>
        <pc:picChg chg="add">
          <ac:chgData name="Venkatesh Patil" userId="d9f36aa470552ec6" providerId="LiveId" clId="{CF347FCE-01B0-486B-AA11-A8191E9B375E}" dt="2024-05-30T01:40:38.788" v="7042" actId="22"/>
          <ac:picMkLst>
            <pc:docMk/>
            <pc:sldMk cId="729190251" sldId="1452"/>
            <ac:picMk id="11" creationId="{F05B0613-3911-4A98-D416-5324087136C5}"/>
          </ac:picMkLst>
        </pc:picChg>
      </pc:sldChg>
      <pc:sldChg chg="modSp add mod ord">
        <pc:chgData name="Venkatesh Patil" userId="d9f36aa470552ec6" providerId="LiveId" clId="{CF347FCE-01B0-486B-AA11-A8191E9B375E}" dt="2024-05-30T03:41:23.345" v="9676" actId="20577"/>
        <pc:sldMkLst>
          <pc:docMk/>
          <pc:sldMk cId="3451667468" sldId="1453"/>
        </pc:sldMkLst>
        <pc:spChg chg="mod">
          <ac:chgData name="Venkatesh Patil" userId="d9f36aa470552ec6" providerId="LiveId" clId="{CF347FCE-01B0-486B-AA11-A8191E9B375E}" dt="2024-05-30T01:42:14.572" v="7082" actId="20577"/>
          <ac:spMkLst>
            <pc:docMk/>
            <pc:sldMk cId="3451667468" sldId="1453"/>
            <ac:spMk id="2" creationId="{52AD9B88-90EF-EEFA-3452-735746A4B166}"/>
          </ac:spMkLst>
        </pc:spChg>
        <pc:spChg chg="mod">
          <ac:chgData name="Venkatesh Patil" userId="d9f36aa470552ec6" providerId="LiveId" clId="{CF347FCE-01B0-486B-AA11-A8191E9B375E}" dt="2024-05-30T03:41:23.345" v="9676" actId="20577"/>
          <ac:spMkLst>
            <pc:docMk/>
            <pc:sldMk cId="3451667468" sldId="1453"/>
            <ac:spMk id="69" creationId="{AE235E06-0BB3-33C0-1AE5-81CE1B45EBF2}"/>
          </ac:spMkLst>
        </pc:spChg>
      </pc:sldChg>
      <pc:sldChg chg="add del">
        <pc:chgData name="Venkatesh Patil" userId="d9f36aa470552ec6" providerId="LiveId" clId="{CF347FCE-01B0-486B-AA11-A8191E9B375E}" dt="2024-05-30T03:40:55.581" v="9616" actId="47"/>
        <pc:sldMkLst>
          <pc:docMk/>
          <pc:sldMk cId="1880879686" sldId="1454"/>
        </pc:sldMkLst>
      </pc:sldChg>
      <pc:sldChg chg="addSp delSp modSp add mod ord modAnim">
        <pc:chgData name="Venkatesh Patil" userId="d9f36aa470552ec6" providerId="LiveId" clId="{CF347FCE-01B0-486B-AA11-A8191E9B375E}" dt="2024-05-30T03:12:29.007" v="8306"/>
        <pc:sldMkLst>
          <pc:docMk/>
          <pc:sldMk cId="2232396625" sldId="1455"/>
        </pc:sldMkLst>
        <pc:spChg chg="mod">
          <ac:chgData name="Venkatesh Patil" userId="d9f36aa470552ec6" providerId="LiveId" clId="{CF347FCE-01B0-486B-AA11-A8191E9B375E}" dt="2024-05-30T02:56:59.587" v="8069" actId="20577"/>
          <ac:spMkLst>
            <pc:docMk/>
            <pc:sldMk cId="2232396625" sldId="1455"/>
            <ac:spMk id="2" creationId="{52AD9B88-90EF-EEFA-3452-735746A4B166}"/>
          </ac:spMkLst>
        </pc:spChg>
        <pc:spChg chg="add mod">
          <ac:chgData name="Venkatesh Patil" userId="d9f36aa470552ec6" providerId="LiveId" clId="{CF347FCE-01B0-486B-AA11-A8191E9B375E}" dt="2024-05-30T02:59:08.129" v="8082" actId="1076"/>
          <ac:spMkLst>
            <pc:docMk/>
            <pc:sldMk cId="2232396625" sldId="1455"/>
            <ac:spMk id="15" creationId="{907119CC-2CDB-1A2A-0821-58CE6A785D05}"/>
          </ac:spMkLst>
        </pc:spChg>
        <pc:spChg chg="mod">
          <ac:chgData name="Venkatesh Patil" userId="d9f36aa470552ec6" providerId="LiveId" clId="{CF347FCE-01B0-486B-AA11-A8191E9B375E}" dt="2024-05-30T02:59:03.333" v="8081" actId="1076"/>
          <ac:spMkLst>
            <pc:docMk/>
            <pc:sldMk cId="2232396625" sldId="1455"/>
            <ac:spMk id="85" creationId="{11C0872B-8117-0941-330E-AA88B1F26DB8}"/>
          </ac:spMkLst>
        </pc:spChg>
        <pc:spChg chg="add mod">
          <ac:chgData name="Venkatesh Patil" userId="d9f36aa470552ec6" providerId="LiveId" clId="{CF347FCE-01B0-486B-AA11-A8191E9B375E}" dt="2024-05-30T02:59:19.727" v="8083" actId="1076"/>
          <ac:spMkLst>
            <pc:docMk/>
            <pc:sldMk cId="2232396625" sldId="1455"/>
            <ac:spMk id="99" creationId="{D9E6DC7D-A9F0-98B7-40EF-2D61CCC5D0A1}"/>
          </ac:spMkLst>
        </pc:spChg>
        <pc:spChg chg="add mod">
          <ac:chgData name="Venkatesh Patil" userId="d9f36aa470552ec6" providerId="LiveId" clId="{CF347FCE-01B0-486B-AA11-A8191E9B375E}" dt="2024-05-30T02:59:29.327" v="8087" actId="20577"/>
          <ac:spMkLst>
            <pc:docMk/>
            <pc:sldMk cId="2232396625" sldId="1455"/>
            <ac:spMk id="100" creationId="{33981DA1-7B2B-CBAF-C634-01EE9AD2D2D0}"/>
          </ac:spMkLst>
        </pc:spChg>
        <pc:spChg chg="add mod">
          <ac:chgData name="Venkatesh Patil" userId="d9f36aa470552ec6" providerId="LiveId" clId="{CF347FCE-01B0-486B-AA11-A8191E9B375E}" dt="2024-05-30T02:59:39.988" v="8091" actId="20577"/>
          <ac:spMkLst>
            <pc:docMk/>
            <pc:sldMk cId="2232396625" sldId="1455"/>
            <ac:spMk id="101" creationId="{1821FB80-65E0-6EC1-A9D6-A0FDD280B069}"/>
          </ac:spMkLst>
        </pc:spChg>
        <pc:spChg chg="add mod">
          <ac:chgData name="Venkatesh Patil" userId="d9f36aa470552ec6" providerId="LiveId" clId="{CF347FCE-01B0-486B-AA11-A8191E9B375E}" dt="2024-05-30T02:59:50.367" v="8095" actId="20577"/>
          <ac:spMkLst>
            <pc:docMk/>
            <pc:sldMk cId="2232396625" sldId="1455"/>
            <ac:spMk id="109" creationId="{487223D1-CC41-5F8B-FB57-59892AA33E59}"/>
          </ac:spMkLst>
        </pc:spChg>
        <pc:spChg chg="add mod">
          <ac:chgData name="Venkatesh Patil" userId="d9f36aa470552ec6" providerId="LiveId" clId="{CF347FCE-01B0-486B-AA11-A8191E9B375E}" dt="2024-05-30T03:01:50.557" v="8112" actId="1076"/>
          <ac:spMkLst>
            <pc:docMk/>
            <pc:sldMk cId="2232396625" sldId="1455"/>
            <ac:spMk id="111" creationId="{8EAAD20A-7706-0E72-132A-E452805ADFB9}"/>
          </ac:spMkLst>
        </pc:spChg>
        <pc:spChg chg="add mod">
          <ac:chgData name="Venkatesh Patil" userId="d9f36aa470552ec6" providerId="LiveId" clId="{CF347FCE-01B0-486B-AA11-A8191E9B375E}" dt="2024-05-30T03:02:01.817" v="8116" actId="20577"/>
          <ac:spMkLst>
            <pc:docMk/>
            <pc:sldMk cId="2232396625" sldId="1455"/>
            <ac:spMk id="122" creationId="{1DDF4E82-49FC-0D2C-8F37-93D5974CE814}"/>
          </ac:spMkLst>
        </pc:spChg>
        <pc:spChg chg="add mod">
          <ac:chgData name="Venkatesh Patil" userId="d9f36aa470552ec6" providerId="LiveId" clId="{CF347FCE-01B0-486B-AA11-A8191E9B375E}" dt="2024-05-30T03:03:28.607" v="8123" actId="1076"/>
          <ac:spMkLst>
            <pc:docMk/>
            <pc:sldMk cId="2232396625" sldId="1455"/>
            <ac:spMk id="123" creationId="{42EF611A-7EFA-8E08-9464-F9F68D9D511A}"/>
          </ac:spMkLst>
        </pc:spChg>
        <pc:spChg chg="add mod">
          <ac:chgData name="Venkatesh Patil" userId="d9f36aa470552ec6" providerId="LiveId" clId="{CF347FCE-01B0-486B-AA11-A8191E9B375E}" dt="2024-05-30T03:03:41.627" v="8127" actId="20577"/>
          <ac:spMkLst>
            <pc:docMk/>
            <pc:sldMk cId="2232396625" sldId="1455"/>
            <ac:spMk id="125" creationId="{26CDF38D-97E2-FAE5-B742-B87DC2F540C7}"/>
          </ac:spMkLst>
        </pc:spChg>
        <pc:spChg chg="add mod">
          <ac:chgData name="Venkatesh Patil" userId="d9f36aa470552ec6" providerId="LiveId" clId="{CF347FCE-01B0-486B-AA11-A8191E9B375E}" dt="2024-05-30T03:11:14.825" v="8297" actId="1076"/>
          <ac:spMkLst>
            <pc:docMk/>
            <pc:sldMk cId="2232396625" sldId="1455"/>
            <ac:spMk id="129" creationId="{E9CEE6E5-6C32-8909-0260-4FB13F3034EF}"/>
          </ac:spMkLst>
        </pc:spChg>
        <pc:spChg chg="add mod">
          <ac:chgData name="Venkatesh Patil" userId="d9f36aa470552ec6" providerId="LiveId" clId="{CF347FCE-01B0-486B-AA11-A8191E9B375E}" dt="2024-05-30T03:04:11.633" v="8135" actId="20577"/>
          <ac:spMkLst>
            <pc:docMk/>
            <pc:sldMk cId="2232396625" sldId="1455"/>
            <ac:spMk id="132" creationId="{06D62A4F-E364-F566-A45B-51A5CA283C5C}"/>
          </ac:spMkLst>
        </pc:spChg>
        <pc:spChg chg="add mod">
          <ac:chgData name="Venkatesh Patil" userId="d9f36aa470552ec6" providerId="LiveId" clId="{CF347FCE-01B0-486B-AA11-A8191E9B375E}" dt="2024-05-30T03:04:40.057" v="8141" actId="14100"/>
          <ac:spMkLst>
            <pc:docMk/>
            <pc:sldMk cId="2232396625" sldId="1455"/>
            <ac:spMk id="136" creationId="{B24E18BD-F718-AAB0-F4E1-C160C42868DB}"/>
          </ac:spMkLst>
        </pc:spChg>
        <pc:spChg chg="add mod">
          <ac:chgData name="Venkatesh Patil" userId="d9f36aa470552ec6" providerId="LiveId" clId="{CF347FCE-01B0-486B-AA11-A8191E9B375E}" dt="2024-05-30T03:04:55.089" v="8145" actId="20577"/>
          <ac:spMkLst>
            <pc:docMk/>
            <pc:sldMk cId="2232396625" sldId="1455"/>
            <ac:spMk id="137" creationId="{8AF470FD-13C3-CFC7-E857-D32030F8424B}"/>
          </ac:spMkLst>
        </pc:spChg>
        <pc:spChg chg="add mod">
          <ac:chgData name="Venkatesh Patil" userId="d9f36aa470552ec6" providerId="LiveId" clId="{CF347FCE-01B0-486B-AA11-A8191E9B375E}" dt="2024-05-30T03:05:23.567" v="8150" actId="20577"/>
          <ac:spMkLst>
            <pc:docMk/>
            <pc:sldMk cId="2232396625" sldId="1455"/>
            <ac:spMk id="140" creationId="{E632614F-019F-3077-A9A3-67C8D293A203}"/>
          </ac:spMkLst>
        </pc:spChg>
        <pc:spChg chg="add mod">
          <ac:chgData name="Venkatesh Patil" userId="d9f36aa470552ec6" providerId="LiveId" clId="{CF347FCE-01B0-486B-AA11-A8191E9B375E}" dt="2024-05-30T03:08:17.073" v="8248" actId="20577"/>
          <ac:spMkLst>
            <pc:docMk/>
            <pc:sldMk cId="2232396625" sldId="1455"/>
            <ac:spMk id="144" creationId="{E9BA984C-E886-505A-621A-3236984AC681}"/>
          </ac:spMkLst>
        </pc:spChg>
        <pc:spChg chg="add mod">
          <ac:chgData name="Venkatesh Patil" userId="d9f36aa470552ec6" providerId="LiveId" clId="{CF347FCE-01B0-486B-AA11-A8191E9B375E}" dt="2024-05-30T03:09:36.744" v="8285" actId="207"/>
          <ac:spMkLst>
            <pc:docMk/>
            <pc:sldMk cId="2232396625" sldId="1455"/>
            <ac:spMk id="146" creationId="{8C86FC65-2718-2D30-937B-B3E6296EA720}"/>
          </ac:spMkLst>
        </pc:spChg>
        <pc:spChg chg="del">
          <ac:chgData name="Venkatesh Patil" userId="d9f36aa470552ec6" providerId="LiveId" clId="{CF347FCE-01B0-486B-AA11-A8191E9B375E}" dt="2024-05-30T02:57:08.987" v="8071" actId="478"/>
          <ac:spMkLst>
            <pc:docMk/>
            <pc:sldMk cId="2232396625" sldId="1455"/>
            <ac:spMk id="171" creationId="{C1F270C8-CD3E-A4D5-6C44-13A344A55FCE}"/>
          </ac:spMkLst>
        </pc:spChg>
        <pc:spChg chg="del">
          <ac:chgData name="Venkatesh Patil" userId="d9f36aa470552ec6" providerId="LiveId" clId="{CF347FCE-01B0-486B-AA11-A8191E9B375E}" dt="2024-05-30T02:57:05.159" v="8070" actId="478"/>
          <ac:spMkLst>
            <pc:docMk/>
            <pc:sldMk cId="2232396625" sldId="1455"/>
            <ac:spMk id="173" creationId="{C1FE65AC-0233-89C0-03D5-89D36D7D8BF8}"/>
          </ac:spMkLst>
        </pc:spChg>
        <pc:grpChg chg="mod">
          <ac:chgData name="Venkatesh Patil" userId="d9f36aa470552ec6" providerId="LiveId" clId="{CF347FCE-01B0-486B-AA11-A8191E9B375E}" dt="2024-05-30T03:01:43.607" v="8111" actId="1076"/>
          <ac:grpSpMkLst>
            <pc:docMk/>
            <pc:sldMk cId="2232396625" sldId="1455"/>
            <ac:grpSpMk id="3" creationId="{B53C1272-FC6F-D5E7-425B-C960C0C1D6C3}"/>
          </ac:grpSpMkLst>
        </pc:grpChg>
        <pc:cxnChg chg="add mod">
          <ac:chgData name="Venkatesh Patil" userId="d9f36aa470552ec6" providerId="LiveId" clId="{CF347FCE-01B0-486B-AA11-A8191E9B375E}" dt="2024-05-30T03:00:57.260" v="8104" actId="1076"/>
          <ac:cxnSpMkLst>
            <pc:docMk/>
            <pc:sldMk cId="2232396625" sldId="1455"/>
            <ac:cxnSpMk id="115" creationId="{B2FF37E3-2E13-A478-5D39-2B2F469D78E0}"/>
          </ac:cxnSpMkLst>
        </pc:cxnChg>
        <pc:cxnChg chg="add mod">
          <ac:chgData name="Venkatesh Patil" userId="d9f36aa470552ec6" providerId="LiveId" clId="{CF347FCE-01B0-486B-AA11-A8191E9B375E}" dt="2024-05-30T03:01:17.957" v="8109" actId="1076"/>
          <ac:cxnSpMkLst>
            <pc:docMk/>
            <pc:sldMk cId="2232396625" sldId="1455"/>
            <ac:cxnSpMk id="117" creationId="{CF4F15DD-437B-49E9-D4E6-8C7444020E7F}"/>
          </ac:cxnSpMkLst>
        </pc:cxnChg>
      </pc:sldChg>
      <pc:sldChg chg="modSp add mod ord">
        <pc:chgData name="Venkatesh Patil" userId="d9f36aa470552ec6" providerId="LiveId" clId="{CF347FCE-01B0-486B-AA11-A8191E9B375E}" dt="2024-05-30T03:22:11.971" v="9343" actId="20577"/>
        <pc:sldMkLst>
          <pc:docMk/>
          <pc:sldMk cId="1136169895" sldId="1456"/>
        </pc:sldMkLst>
        <pc:spChg chg="mod">
          <ac:chgData name="Venkatesh Patil" userId="d9f36aa470552ec6" providerId="LiveId" clId="{CF347FCE-01B0-486B-AA11-A8191E9B375E}" dt="2024-05-30T03:13:17.945" v="8351" actId="20577"/>
          <ac:spMkLst>
            <pc:docMk/>
            <pc:sldMk cId="1136169895" sldId="1456"/>
            <ac:spMk id="2" creationId="{52AD9B88-90EF-EEFA-3452-735746A4B166}"/>
          </ac:spMkLst>
        </pc:spChg>
        <pc:spChg chg="mod">
          <ac:chgData name="Venkatesh Patil" userId="d9f36aa470552ec6" providerId="LiveId" clId="{CF347FCE-01B0-486B-AA11-A8191E9B375E}" dt="2024-05-30T03:22:11.971" v="9343" actId="20577"/>
          <ac:spMkLst>
            <pc:docMk/>
            <pc:sldMk cId="1136169895" sldId="1456"/>
            <ac:spMk id="69" creationId="{AE235E06-0BB3-33C0-1AE5-81CE1B45EBF2}"/>
          </ac:spMkLst>
        </pc:spChg>
      </pc:sldChg>
      <pc:sldChg chg="delSp modSp add mod">
        <pc:chgData name="Venkatesh Patil" userId="d9f36aa470552ec6" providerId="LiveId" clId="{CF347FCE-01B0-486B-AA11-A8191E9B375E}" dt="2024-05-30T03:38:27.686" v="9611" actId="478"/>
        <pc:sldMkLst>
          <pc:docMk/>
          <pc:sldMk cId="1553555297" sldId="1457"/>
        </pc:sldMkLst>
        <pc:spChg chg="del">
          <ac:chgData name="Venkatesh Patil" userId="d9f36aa470552ec6" providerId="LiveId" clId="{CF347FCE-01B0-486B-AA11-A8191E9B375E}" dt="2024-05-30T03:38:00.883" v="9602" actId="478"/>
          <ac:spMkLst>
            <pc:docMk/>
            <pc:sldMk cId="1553555297" sldId="1457"/>
            <ac:spMk id="169" creationId="{B1CBC2DA-603A-3C66-EBE6-459C3317739B}"/>
          </ac:spMkLst>
        </pc:spChg>
        <pc:spChg chg="del">
          <ac:chgData name="Venkatesh Patil" userId="d9f36aa470552ec6" providerId="LiveId" clId="{CF347FCE-01B0-486B-AA11-A8191E9B375E}" dt="2024-05-30T03:38:23.669" v="9610" actId="478"/>
          <ac:spMkLst>
            <pc:docMk/>
            <pc:sldMk cId="1553555297" sldId="1457"/>
            <ac:spMk id="170" creationId="{AC4CB060-5D38-A9FF-A283-A9E61BB4B7E3}"/>
          </ac:spMkLst>
        </pc:spChg>
        <pc:spChg chg="del">
          <ac:chgData name="Venkatesh Patil" userId="d9f36aa470552ec6" providerId="LiveId" clId="{CF347FCE-01B0-486B-AA11-A8191E9B375E}" dt="2024-05-30T03:38:27.686" v="9611" actId="478"/>
          <ac:spMkLst>
            <pc:docMk/>
            <pc:sldMk cId="1553555297" sldId="1457"/>
            <ac:spMk id="171" creationId="{C1F270C8-CD3E-A4D5-6C44-13A344A55FCE}"/>
          </ac:spMkLst>
        </pc:spChg>
        <pc:spChg chg="del">
          <ac:chgData name="Venkatesh Patil" userId="d9f36aa470552ec6" providerId="LiveId" clId="{CF347FCE-01B0-486B-AA11-A8191E9B375E}" dt="2024-05-30T03:37:53.607" v="9601" actId="478"/>
          <ac:spMkLst>
            <pc:docMk/>
            <pc:sldMk cId="1553555297" sldId="1457"/>
            <ac:spMk id="173" creationId="{C1FE65AC-0233-89C0-03D5-89D36D7D8BF8}"/>
          </ac:spMkLst>
        </pc:spChg>
        <pc:cxnChg chg="del mod">
          <ac:chgData name="Venkatesh Patil" userId="d9f36aa470552ec6" providerId="LiveId" clId="{CF347FCE-01B0-486B-AA11-A8191E9B375E}" dt="2024-05-30T03:38:18.630" v="9609" actId="478"/>
          <ac:cxnSpMkLst>
            <pc:docMk/>
            <pc:sldMk cId="1553555297" sldId="1457"/>
            <ac:cxnSpMk id="135" creationId="{7E5C3FA8-44C6-E0B1-321D-E9F5526312D3}"/>
          </ac:cxnSpMkLst>
        </pc:cxnChg>
        <pc:cxnChg chg="del mod">
          <ac:chgData name="Venkatesh Patil" userId="d9f36aa470552ec6" providerId="LiveId" clId="{CF347FCE-01B0-486B-AA11-A8191E9B375E}" dt="2024-05-30T03:38:10.406" v="9606" actId="478"/>
          <ac:cxnSpMkLst>
            <pc:docMk/>
            <pc:sldMk cId="1553555297" sldId="1457"/>
            <ac:cxnSpMk id="143" creationId="{83609FE0-70AC-179B-73BE-19041F642930}"/>
          </ac:cxnSpMkLst>
        </pc:cxnChg>
        <pc:cxnChg chg="del">
          <ac:chgData name="Venkatesh Patil" userId="d9f36aa470552ec6" providerId="LiveId" clId="{CF347FCE-01B0-486B-AA11-A8191E9B375E}" dt="2024-05-30T03:38:07.364" v="9604" actId="478"/>
          <ac:cxnSpMkLst>
            <pc:docMk/>
            <pc:sldMk cId="1553555297" sldId="1457"/>
            <ac:cxnSpMk id="145" creationId="{390BAF02-0946-A7CA-01F0-44FD5E65693C}"/>
          </ac:cxnSpMkLst>
        </pc:cxnChg>
        <pc:cxnChg chg="del">
          <ac:chgData name="Venkatesh Patil" userId="d9f36aa470552ec6" providerId="LiveId" clId="{CF347FCE-01B0-486B-AA11-A8191E9B375E}" dt="2024-05-30T03:38:05.577" v="9603" actId="478"/>
          <ac:cxnSpMkLst>
            <pc:docMk/>
            <pc:sldMk cId="1553555297" sldId="1457"/>
            <ac:cxnSpMk id="147" creationId="{FDF39ECC-2586-C231-0F1C-8F848A271953}"/>
          </ac:cxnSpMkLst>
        </pc:cxnChg>
        <pc:cxnChg chg="del mod">
          <ac:chgData name="Venkatesh Patil" userId="d9f36aa470552ec6" providerId="LiveId" clId="{CF347FCE-01B0-486B-AA11-A8191E9B375E}" dt="2024-05-30T03:38:13.933" v="9608" actId="478"/>
          <ac:cxnSpMkLst>
            <pc:docMk/>
            <pc:sldMk cId="1553555297" sldId="1457"/>
            <ac:cxnSpMk id="158" creationId="{695C6A41-9734-0424-4567-04D8F38CED86}"/>
          </ac:cxnSpMkLst>
        </pc:cxnChg>
        <pc:cxnChg chg="del">
          <ac:chgData name="Venkatesh Patil" userId="d9f36aa470552ec6" providerId="LiveId" clId="{CF347FCE-01B0-486B-AA11-A8191E9B375E}" dt="2024-05-30T03:38:12.326" v="9607" actId="478"/>
          <ac:cxnSpMkLst>
            <pc:docMk/>
            <pc:sldMk cId="1553555297" sldId="1457"/>
            <ac:cxnSpMk id="160" creationId="{CB1B381B-33EE-F039-A213-2E2181576C8C}"/>
          </ac:cxnSpMkLst>
        </pc:cxnChg>
        <pc:cxnChg chg="del">
          <ac:chgData name="Venkatesh Patil" userId="d9f36aa470552ec6" providerId="LiveId" clId="{CF347FCE-01B0-486B-AA11-A8191E9B375E}" dt="2024-05-30T03:38:08.703" v="9605" actId="478"/>
          <ac:cxnSpMkLst>
            <pc:docMk/>
            <pc:sldMk cId="1553555297" sldId="1457"/>
            <ac:cxnSpMk id="163" creationId="{39891DB5-0CA7-4FD9-D243-F5606D7FBACD}"/>
          </ac:cxnSpMkLst>
        </pc:cxnChg>
      </pc:sldChg>
      <pc:sldChg chg="add">
        <pc:chgData name="Venkatesh Patil" userId="d9f36aa470552ec6" providerId="LiveId" clId="{CF347FCE-01B0-486B-AA11-A8191E9B375E}" dt="2024-05-30T03:35:30.124" v="9580" actId="2890"/>
        <pc:sldMkLst>
          <pc:docMk/>
          <pc:sldMk cId="1480352947" sldId="1458"/>
        </pc:sldMkLst>
      </pc:sldChg>
      <pc:sldChg chg="modSp add mod ord">
        <pc:chgData name="Venkatesh Patil" userId="d9f36aa470552ec6" providerId="LiveId" clId="{CF347FCE-01B0-486B-AA11-A8191E9B375E}" dt="2024-05-30T03:43:52.792" v="9859" actId="14100"/>
        <pc:sldMkLst>
          <pc:docMk/>
          <pc:sldMk cId="613154016" sldId="1459"/>
        </pc:sldMkLst>
        <pc:spChg chg="mod">
          <ac:chgData name="Venkatesh Patil" userId="d9f36aa470552ec6" providerId="LiveId" clId="{CF347FCE-01B0-486B-AA11-A8191E9B375E}" dt="2024-05-30T03:43:52.792" v="9859" actId="14100"/>
          <ac:spMkLst>
            <pc:docMk/>
            <pc:sldMk cId="613154016" sldId="1459"/>
            <ac:spMk id="13314" creationId="{3DAB2ACF-CDE4-4739-8F33-5D5D30192A06}"/>
          </ac:spMkLst>
        </pc:spChg>
      </pc:sldChg>
      <pc:sldChg chg="add del">
        <pc:chgData name="Venkatesh Patil" userId="d9f36aa470552ec6" providerId="LiveId" clId="{CF347FCE-01B0-486B-AA11-A8191E9B375E}" dt="2024-05-30T03:40:29.841" v="9615" actId="47"/>
        <pc:sldMkLst>
          <pc:docMk/>
          <pc:sldMk cId="4051144085" sldId="1459"/>
        </pc:sldMkLst>
      </pc:sldChg>
      <pc:sldChg chg="addSp delSp modSp add mod">
        <pc:chgData name="Venkatesh Patil" userId="d9f36aa470552ec6" providerId="LiveId" clId="{CF347FCE-01B0-486B-AA11-A8191E9B375E}" dt="2024-05-30T16:28:32.762" v="10008" actId="1076"/>
        <pc:sldMkLst>
          <pc:docMk/>
          <pc:sldMk cId="2440518979" sldId="1460"/>
        </pc:sldMkLst>
        <pc:spChg chg="mod">
          <ac:chgData name="Venkatesh Patil" userId="d9f36aa470552ec6" providerId="LiveId" clId="{CF347FCE-01B0-486B-AA11-A8191E9B375E}" dt="2024-05-30T16:28:19.522" v="10001" actId="20577"/>
          <ac:spMkLst>
            <pc:docMk/>
            <pc:sldMk cId="2440518979" sldId="1460"/>
            <ac:spMk id="2" creationId="{52AD9B88-90EF-EEFA-3452-735746A4B166}"/>
          </ac:spMkLst>
        </pc:spChg>
        <pc:spChg chg="del">
          <ac:chgData name="Venkatesh Patil" userId="d9f36aa470552ec6" providerId="LiveId" clId="{CF347FCE-01B0-486B-AA11-A8191E9B375E}" dt="2024-05-30T16:28:24.214" v="10003" actId="478"/>
          <ac:spMkLst>
            <pc:docMk/>
            <pc:sldMk cId="2440518979" sldId="1460"/>
            <ac:spMk id="282" creationId="{442DEBBA-1F3C-ABCD-B149-757E68519F4E}"/>
          </ac:spMkLst>
        </pc:spChg>
        <pc:grpChg chg="del">
          <ac:chgData name="Venkatesh Patil" userId="d9f36aa470552ec6" providerId="LiveId" clId="{CF347FCE-01B0-486B-AA11-A8191E9B375E}" dt="2024-05-30T16:28:22.665" v="10002" actId="478"/>
          <ac:grpSpMkLst>
            <pc:docMk/>
            <pc:sldMk cId="2440518979" sldId="1460"/>
            <ac:grpSpMk id="187" creationId="{1FA110AC-9447-CC84-5E5A-53AFF99D161E}"/>
          </ac:grpSpMkLst>
        </pc:grpChg>
        <pc:grpChg chg="del">
          <ac:chgData name="Venkatesh Patil" userId="d9f36aa470552ec6" providerId="LiveId" clId="{CF347FCE-01B0-486B-AA11-A8191E9B375E}" dt="2024-05-30T16:28:25.863" v="10005" actId="478"/>
          <ac:grpSpMkLst>
            <pc:docMk/>
            <pc:sldMk cId="2440518979" sldId="1460"/>
            <ac:grpSpMk id="262" creationId="{E70CACD1-E53A-3ECE-A834-A6932E012414}"/>
          </ac:grpSpMkLst>
        </pc:grpChg>
        <pc:grpChg chg="del">
          <ac:chgData name="Venkatesh Patil" userId="d9f36aa470552ec6" providerId="LiveId" clId="{CF347FCE-01B0-486B-AA11-A8191E9B375E}" dt="2024-05-30T16:28:25.197" v="10004" actId="478"/>
          <ac:grpSpMkLst>
            <pc:docMk/>
            <pc:sldMk cId="2440518979" sldId="1460"/>
            <ac:grpSpMk id="263" creationId="{B79173B3-D765-F06E-3614-2B391F1061A4}"/>
          </ac:grpSpMkLst>
        </pc:grpChg>
        <pc:picChg chg="add mod">
          <ac:chgData name="Venkatesh Patil" userId="d9f36aa470552ec6" providerId="LiveId" clId="{CF347FCE-01B0-486B-AA11-A8191E9B375E}" dt="2024-05-30T16:28:32.762" v="10008" actId="1076"/>
          <ac:picMkLst>
            <pc:docMk/>
            <pc:sldMk cId="2440518979" sldId="1460"/>
            <ac:picMk id="9" creationId="{81F79323-10DD-2148-B238-6778533585E9}"/>
          </ac:picMkLst>
        </pc:picChg>
      </pc:sldChg>
      <pc:sldChg chg="add del">
        <pc:chgData name="Venkatesh Patil" userId="d9f36aa470552ec6" providerId="LiveId" clId="{CF347FCE-01B0-486B-AA11-A8191E9B375E}" dt="2024-05-30T03:40:21.438" v="9614" actId="47"/>
        <pc:sldMkLst>
          <pc:docMk/>
          <pc:sldMk cId="2704177134" sldId="1460"/>
        </pc:sldMkLst>
      </pc:sldChg>
      <pc:sldChg chg="addSp delSp modSp add mod">
        <pc:chgData name="Venkatesh Patil" userId="d9f36aa470552ec6" providerId="LiveId" clId="{CF347FCE-01B0-486B-AA11-A8191E9B375E}" dt="2024-05-30T16:29:01.547" v="10013" actId="1076"/>
        <pc:sldMkLst>
          <pc:docMk/>
          <pc:sldMk cId="1278551049" sldId="1461"/>
        </pc:sldMkLst>
        <pc:picChg chg="add mod">
          <ac:chgData name="Venkatesh Patil" userId="d9f36aa470552ec6" providerId="LiveId" clId="{CF347FCE-01B0-486B-AA11-A8191E9B375E}" dt="2024-05-30T16:29:01.547" v="10013" actId="1076"/>
          <ac:picMkLst>
            <pc:docMk/>
            <pc:sldMk cId="1278551049" sldId="1461"/>
            <ac:picMk id="8" creationId="{98367205-0FE9-A3DF-5850-64897FF05B0A}"/>
          </ac:picMkLst>
        </pc:picChg>
        <pc:picChg chg="del">
          <ac:chgData name="Venkatesh Patil" userId="d9f36aa470552ec6" providerId="LiveId" clId="{CF347FCE-01B0-486B-AA11-A8191E9B375E}" dt="2024-05-30T16:28:38.046" v="10010" actId="478"/>
          <ac:picMkLst>
            <pc:docMk/>
            <pc:sldMk cId="1278551049" sldId="1461"/>
            <ac:picMk id="9" creationId="{81F79323-10DD-2148-B238-6778533585E9}"/>
          </ac:picMkLst>
        </pc:picChg>
      </pc:sldChg>
      <pc:sldChg chg="modSp add mod">
        <pc:chgData name="Venkatesh Patil" userId="d9f36aa470552ec6" providerId="LiveId" clId="{CF347FCE-01B0-486B-AA11-A8191E9B375E}" dt="2024-05-30T16:33:45.698" v="10173" actId="20577"/>
        <pc:sldMkLst>
          <pc:docMk/>
          <pc:sldMk cId="1837654810" sldId="1462"/>
        </pc:sldMkLst>
        <pc:spChg chg="mod">
          <ac:chgData name="Venkatesh Patil" userId="d9f36aa470552ec6" providerId="LiveId" clId="{CF347FCE-01B0-486B-AA11-A8191E9B375E}" dt="2024-05-30T16:31:32.972" v="10029" actId="20577"/>
          <ac:spMkLst>
            <pc:docMk/>
            <pc:sldMk cId="1837654810" sldId="1462"/>
            <ac:spMk id="2" creationId="{52AD9B88-90EF-EEFA-3452-735746A4B166}"/>
          </ac:spMkLst>
        </pc:spChg>
        <pc:spChg chg="mod">
          <ac:chgData name="Venkatesh Patil" userId="d9f36aa470552ec6" providerId="LiveId" clId="{CF347FCE-01B0-486B-AA11-A8191E9B375E}" dt="2024-05-30T16:33:45.698" v="10173" actId="20577"/>
          <ac:spMkLst>
            <pc:docMk/>
            <pc:sldMk cId="1837654810" sldId="1462"/>
            <ac:spMk id="69" creationId="{AE235E06-0BB3-33C0-1AE5-81CE1B45EBF2}"/>
          </ac:spMkLst>
        </pc:spChg>
      </pc:sldChg>
      <pc:sldMasterChg chg="delSldLayout">
        <pc:chgData name="Venkatesh Patil" userId="d9f36aa470552ec6" providerId="LiveId" clId="{CF347FCE-01B0-486B-AA11-A8191E9B375E}" dt="2024-05-29T17:24:52.351" v="223" actId="47"/>
        <pc:sldMasterMkLst>
          <pc:docMk/>
          <pc:sldMasterMk cId="3053075354" sldId="2147483672"/>
        </pc:sldMasterMkLst>
        <pc:sldLayoutChg chg="del">
          <pc:chgData name="Venkatesh Patil" userId="d9f36aa470552ec6" providerId="LiveId" clId="{CF347FCE-01B0-486B-AA11-A8191E9B375E}" dt="2024-05-29T17:24:52.351" v="223" actId="47"/>
          <pc:sldLayoutMkLst>
            <pc:docMk/>
            <pc:sldMasterMk cId="3053075354" sldId="2147483672"/>
            <pc:sldLayoutMk cId="4049479185" sldId="2147483676"/>
          </pc:sldLayoutMkLst>
        </pc:sldLayoutChg>
      </pc:sldMasterChg>
    </pc:docChg>
  </pc:docChgLst>
  <pc:docChgLst>
    <pc:chgData name="Venkatesh Patil" userId="d9f36aa470552ec6" providerId="LiveId" clId="{D513A9FB-6985-4E88-8BA2-73812347025F}"/>
    <pc:docChg chg="custSel addSld modSld">
      <pc:chgData name="Venkatesh Patil" userId="d9f36aa470552ec6" providerId="LiveId" clId="{D513A9FB-6985-4E88-8BA2-73812347025F}" dt="2024-03-23T21:26:08.331" v="64" actId="478"/>
      <pc:docMkLst>
        <pc:docMk/>
      </pc:docMkLst>
      <pc:sldChg chg="delSp modSp mod">
        <pc:chgData name="Venkatesh Patil" userId="d9f36aa470552ec6" providerId="LiveId" clId="{D513A9FB-6985-4E88-8BA2-73812347025F}" dt="2024-03-23T21:24:08.173" v="16" actId="1076"/>
        <pc:sldMkLst>
          <pc:docMk/>
          <pc:sldMk cId="4044549317" sldId="256"/>
        </pc:sldMkLst>
        <pc:grpChg chg="del mod">
          <ac:chgData name="Venkatesh Patil" userId="d9f36aa470552ec6" providerId="LiveId" clId="{D513A9FB-6985-4E88-8BA2-73812347025F}" dt="2024-03-23T21:23:55.375" v="12" actId="165"/>
          <ac:grpSpMkLst>
            <pc:docMk/>
            <pc:sldMk cId="4044549317" sldId="256"/>
            <ac:grpSpMk id="12" creationId="{B852AC73-F4C7-1A75-9E13-58CE74A4E4BB}"/>
          </ac:grpSpMkLst>
        </pc:grpChg>
        <pc:picChg chg="mod topLvl">
          <ac:chgData name="Venkatesh Patil" userId="d9f36aa470552ec6" providerId="LiveId" clId="{D513A9FB-6985-4E88-8BA2-73812347025F}" dt="2024-03-23T21:24:01.914" v="14" actId="1076"/>
          <ac:picMkLst>
            <pc:docMk/>
            <pc:sldMk cId="4044549317" sldId="256"/>
            <ac:picMk id="8" creationId="{5B5A646D-85A2-9A38-9CB0-54CF3C2A83E6}"/>
          </ac:picMkLst>
        </pc:picChg>
        <pc:picChg chg="mod topLvl">
          <ac:chgData name="Venkatesh Patil" userId="d9f36aa470552ec6" providerId="LiveId" clId="{D513A9FB-6985-4E88-8BA2-73812347025F}" dt="2024-03-23T21:24:08.173" v="16" actId="1076"/>
          <ac:picMkLst>
            <pc:docMk/>
            <pc:sldMk cId="4044549317" sldId="256"/>
            <ac:picMk id="11" creationId="{F15F6160-3619-E104-7734-51A9891B9344}"/>
          </ac:picMkLst>
        </pc:picChg>
      </pc:sldChg>
      <pc:sldChg chg="modSp">
        <pc:chgData name="Venkatesh Patil" userId="d9f36aa470552ec6" providerId="LiveId" clId="{D513A9FB-6985-4E88-8BA2-73812347025F}" dt="2024-03-18T01:48:27.879" v="10" actId="20577"/>
        <pc:sldMkLst>
          <pc:docMk/>
          <pc:sldMk cId="3267767653" sldId="1328"/>
        </pc:sldMkLst>
        <pc:spChg chg="mod">
          <ac:chgData name="Venkatesh Patil" userId="d9f36aa470552ec6" providerId="LiveId" clId="{D513A9FB-6985-4E88-8BA2-73812347025F}" dt="2024-03-18T01:48:27.879" v="10" actId="20577"/>
          <ac:spMkLst>
            <pc:docMk/>
            <pc:sldMk cId="3267767653" sldId="1328"/>
            <ac:spMk id="10" creationId="{9A02795A-DADE-7814-F51F-7FCB5268476A}"/>
          </ac:spMkLst>
        </pc:spChg>
      </pc:sldChg>
      <pc:sldChg chg="addSp delSp modSp add mod">
        <pc:chgData name="Venkatesh Patil" userId="d9f36aa470552ec6" providerId="LiveId" clId="{D513A9FB-6985-4E88-8BA2-73812347025F}" dt="2024-03-23T21:26:08.331" v="64" actId="478"/>
        <pc:sldMkLst>
          <pc:docMk/>
          <pc:sldMk cId="4251072835" sldId="1360"/>
        </pc:sldMkLst>
        <pc:spChg chg="del">
          <ac:chgData name="Venkatesh Patil" userId="d9f36aa470552ec6" providerId="LiveId" clId="{D513A9FB-6985-4E88-8BA2-73812347025F}" dt="2024-03-23T21:24:42.090" v="18" actId="478"/>
          <ac:spMkLst>
            <pc:docMk/>
            <pc:sldMk cId="4251072835" sldId="1360"/>
            <ac:spMk id="3" creationId="{D7DE17A2-58A8-4F84-6B00-DA626359466D}"/>
          </ac:spMkLst>
        </pc:spChg>
        <pc:spChg chg="add del mod">
          <ac:chgData name="Venkatesh Patil" userId="d9f36aa470552ec6" providerId="LiveId" clId="{D513A9FB-6985-4E88-8BA2-73812347025F}" dt="2024-03-23T21:24:43.958" v="19" actId="478"/>
          <ac:spMkLst>
            <pc:docMk/>
            <pc:sldMk cId="4251072835" sldId="1360"/>
            <ac:spMk id="5" creationId="{FE934FF8-D2CE-892E-4EF3-1EB89F83AF61}"/>
          </ac:spMkLst>
        </pc:spChg>
        <pc:spChg chg="add del mod">
          <ac:chgData name="Venkatesh Patil" userId="d9f36aa470552ec6" providerId="LiveId" clId="{D513A9FB-6985-4E88-8BA2-73812347025F}" dt="2024-03-23T21:26:08.331" v="64" actId="478"/>
          <ac:spMkLst>
            <pc:docMk/>
            <pc:sldMk cId="4251072835" sldId="1360"/>
            <ac:spMk id="6" creationId="{6A4A8B4F-D975-72B6-CC8B-7D84C23D51A7}"/>
          </ac:spMkLst>
        </pc:spChg>
        <pc:picChg chg="mod">
          <ac:chgData name="Venkatesh Patil" userId="d9f36aa470552ec6" providerId="LiveId" clId="{D513A9FB-6985-4E88-8BA2-73812347025F}" dt="2024-03-23T21:24:46.274" v="20" actId="1076"/>
          <ac:picMkLst>
            <pc:docMk/>
            <pc:sldMk cId="4251072835" sldId="1360"/>
            <ac:picMk id="8" creationId="{5B5A646D-85A2-9A38-9CB0-54CF3C2A83E6}"/>
          </ac:picMkLst>
        </pc:picChg>
        <pc:picChg chg="mod">
          <ac:chgData name="Venkatesh Patil" userId="d9f36aa470552ec6" providerId="LiveId" clId="{D513A9FB-6985-4E88-8BA2-73812347025F}" dt="2024-03-23T21:24:52.382" v="21" actId="1076"/>
          <ac:picMkLst>
            <pc:docMk/>
            <pc:sldMk cId="4251072835" sldId="1360"/>
            <ac:picMk id="11" creationId="{F15F6160-3619-E104-7734-51A9891B9344}"/>
          </ac:picMkLst>
        </pc:picChg>
        <pc:picChg chg="mod ord">
          <ac:chgData name="Venkatesh Patil" userId="d9f36aa470552ec6" providerId="LiveId" clId="{D513A9FB-6985-4E88-8BA2-73812347025F}" dt="2024-03-23T21:25:04.138" v="23" actId="166"/>
          <ac:picMkLst>
            <pc:docMk/>
            <pc:sldMk cId="4251072835" sldId="1360"/>
            <ac:picMk id="13" creationId="{37B715FE-F36D-2B54-2A4C-6A24AE3FA579}"/>
          </ac:picMkLst>
        </pc:picChg>
      </pc:sldChg>
    </pc:docChg>
  </pc:docChgLst>
  <pc:docChgLst>
    <pc:chgData name="Venkatesh Patil" userId="d9f36aa470552ec6" providerId="LiveId" clId="{278DC093-360F-403A-9F0C-8C25252E2A51}"/>
    <pc:docChg chg="custSel addSld delSld modSld modMainMaster">
      <pc:chgData name="Venkatesh Patil" userId="d9f36aa470552ec6" providerId="LiveId" clId="{278DC093-360F-403A-9F0C-8C25252E2A51}" dt="2024-06-02T16:47:09.466" v="2029" actId="20577"/>
      <pc:docMkLst>
        <pc:docMk/>
      </pc:docMkLst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798195642" sldId="258"/>
        </pc:sldMkLst>
      </pc:sldChg>
      <pc:sldChg chg="del">
        <pc:chgData name="Venkatesh Patil" userId="d9f36aa470552ec6" providerId="LiveId" clId="{278DC093-360F-403A-9F0C-8C25252E2A51}" dt="2024-05-31T17:30:33.731" v="222" actId="47"/>
        <pc:sldMkLst>
          <pc:docMk/>
          <pc:sldMk cId="3526645437" sldId="781"/>
        </pc:sldMkLst>
      </pc:sldChg>
      <pc:sldChg chg="delSp modSp mod">
        <pc:chgData name="Venkatesh Patil" userId="d9f36aa470552ec6" providerId="LiveId" clId="{278DC093-360F-403A-9F0C-8C25252E2A51}" dt="2024-05-31T19:12:23.753" v="1706" actId="255"/>
        <pc:sldMkLst>
          <pc:docMk/>
          <pc:sldMk cId="3690305819" sldId="1082"/>
        </pc:sldMkLst>
        <pc:spChg chg="mod">
          <ac:chgData name="Venkatesh Patil" userId="d9f36aa470552ec6" providerId="LiveId" clId="{278DC093-360F-403A-9F0C-8C25252E2A51}" dt="2024-05-31T17:28:19.346" v="43" actId="6549"/>
          <ac:spMkLst>
            <pc:docMk/>
            <pc:sldMk cId="3690305819" sldId="1082"/>
            <ac:spMk id="5122" creationId="{00000000-0000-0000-0000-000000000000}"/>
          </ac:spMkLst>
        </pc:spChg>
        <pc:spChg chg="mod">
          <ac:chgData name="Venkatesh Patil" userId="d9f36aa470552ec6" providerId="LiveId" clId="{278DC093-360F-403A-9F0C-8C25252E2A51}" dt="2024-05-31T19:12:23.753" v="1706" actId="255"/>
          <ac:spMkLst>
            <pc:docMk/>
            <pc:sldMk cId="3690305819" sldId="1082"/>
            <ac:spMk id="507907" creationId="{00000000-0000-0000-0000-000000000000}"/>
          </ac:spMkLst>
        </pc:spChg>
        <pc:grpChg chg="del">
          <ac:chgData name="Venkatesh Patil" userId="d9f36aa470552ec6" providerId="LiveId" clId="{278DC093-360F-403A-9F0C-8C25252E2A51}" dt="2024-05-31T17:28:22.597" v="44" actId="478"/>
          <ac:grpSpMkLst>
            <pc:docMk/>
            <pc:sldMk cId="3690305819" sldId="1082"/>
            <ac:grpSpMk id="5" creationId="{616DCD2F-32FD-12FB-A0C8-538156EDE041}"/>
          </ac:grpSpMkLst>
        </pc:grpChg>
      </pc:sldChg>
      <pc:sldChg chg="del">
        <pc:chgData name="Venkatesh Patil" userId="d9f36aa470552ec6" providerId="LiveId" clId="{278DC093-360F-403A-9F0C-8C25252E2A51}" dt="2024-05-31T17:30:34.984" v="223" actId="47"/>
        <pc:sldMkLst>
          <pc:docMk/>
          <pc:sldMk cId="3502830358" sldId="1256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2650919241" sldId="1275"/>
        </pc:sldMkLst>
      </pc:sldChg>
      <pc:sldChg chg="del">
        <pc:chgData name="Venkatesh Patil" userId="d9f36aa470552ec6" providerId="LiveId" clId="{278DC093-360F-403A-9F0C-8C25252E2A51}" dt="2024-05-31T17:30:36.092" v="224" actId="47"/>
        <pc:sldMkLst>
          <pc:docMk/>
          <pc:sldMk cId="3195465880" sldId="1296"/>
        </pc:sldMkLst>
      </pc:sldChg>
      <pc:sldChg chg="addSp delSp modSp mod modNotesTx">
        <pc:chgData name="Venkatesh Patil" userId="d9f36aa470552ec6" providerId="LiveId" clId="{278DC093-360F-403A-9F0C-8C25252E2A51}" dt="2024-05-31T17:59:01.685" v="1671" actId="20577"/>
        <pc:sldMkLst>
          <pc:docMk/>
          <pc:sldMk cId="2435024730" sldId="1414"/>
        </pc:sldMkLst>
        <pc:spChg chg="mod">
          <ac:chgData name="Venkatesh Patil" userId="d9f36aa470552ec6" providerId="LiveId" clId="{278DC093-360F-403A-9F0C-8C25252E2A51}" dt="2024-05-31T17:56:50.135" v="1634" actId="20577"/>
          <ac:spMkLst>
            <pc:docMk/>
            <pc:sldMk cId="2435024730" sldId="1414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5-31T17:59:01.685" v="1671" actId="20577"/>
          <ac:spMkLst>
            <pc:docMk/>
            <pc:sldMk cId="2435024730" sldId="1414"/>
            <ac:spMk id="4" creationId="{72D35E9E-9A1C-108C-7875-9B404F6C2BAA}"/>
          </ac:spMkLst>
        </pc:spChg>
        <pc:spChg chg="mod">
          <ac:chgData name="Venkatesh Patil" userId="d9f36aa470552ec6" providerId="LiveId" clId="{278DC093-360F-403A-9F0C-8C25252E2A51}" dt="2024-05-31T17:57:46.742" v="1635"/>
          <ac:spMkLst>
            <pc:docMk/>
            <pc:sldMk cId="2435024730" sldId="1414"/>
            <ac:spMk id="5" creationId="{A63C87A4-5981-4741-1286-A7CE16546DB9}"/>
          </ac:spMkLst>
        </pc:spChg>
        <pc:spChg chg="add mod ord">
          <ac:chgData name="Venkatesh Patil" userId="d9f36aa470552ec6" providerId="LiveId" clId="{278DC093-360F-403A-9F0C-8C25252E2A51}" dt="2024-05-31T17:55:20.037" v="1616" actId="20577"/>
          <ac:spMkLst>
            <pc:docMk/>
            <pc:sldMk cId="2435024730" sldId="1414"/>
            <ac:spMk id="9" creationId="{71BEC647-63FB-7697-132F-47402DD5471B}"/>
          </ac:spMkLst>
        </pc:spChg>
        <pc:spChg chg="del">
          <ac:chgData name="Venkatesh Patil" userId="d9f36aa470552ec6" providerId="LiveId" clId="{278DC093-360F-403A-9F0C-8C25252E2A51}" dt="2024-05-31T17:31:06.745" v="239" actId="478"/>
          <ac:spMkLst>
            <pc:docMk/>
            <pc:sldMk cId="2435024730" sldId="1414"/>
            <ac:spMk id="34" creationId="{EBACC134-C2D7-41B5-1FBD-9A6BB06B1151}"/>
          </ac:spMkLst>
        </pc:spChg>
        <pc:spChg chg="del">
          <ac:chgData name="Venkatesh Patil" userId="d9f36aa470552ec6" providerId="LiveId" clId="{278DC093-360F-403A-9F0C-8C25252E2A51}" dt="2024-05-31T17:31:01.281" v="238" actId="478"/>
          <ac:spMkLst>
            <pc:docMk/>
            <pc:sldMk cId="2435024730" sldId="1414"/>
            <ac:spMk id="38" creationId="{0200B0D8-7857-52A3-9853-F5A227E80DD3}"/>
          </ac:spMkLst>
        </pc:spChg>
        <pc:spChg chg="del">
          <ac:chgData name="Venkatesh Patil" userId="d9f36aa470552ec6" providerId="LiveId" clId="{278DC093-360F-403A-9F0C-8C25252E2A51}" dt="2024-05-31T17:32:15.252" v="333" actId="478"/>
          <ac:spMkLst>
            <pc:docMk/>
            <pc:sldMk cId="2435024730" sldId="1414"/>
            <ac:spMk id="67" creationId="{CCA5ACD0-191F-6B0F-1B3E-4A7935239A5E}"/>
          </ac:spMkLst>
        </pc:spChg>
        <pc:grpChg chg="del">
          <ac:chgData name="Venkatesh Patil" userId="d9f36aa470552ec6" providerId="LiveId" clId="{278DC093-360F-403A-9F0C-8C25252E2A51}" dt="2024-05-31T17:30:57.894" v="237" actId="478"/>
          <ac:grpSpMkLst>
            <pc:docMk/>
            <pc:sldMk cId="2435024730" sldId="1414"/>
            <ac:grpSpMk id="68" creationId="{1CE45802-95CF-43ED-0F60-F6A033B97960}"/>
          </ac:grpSpMkLst>
        </pc:grpChg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087020802" sldId="1442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50522486" sldId="1443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3127246964" sldId="1444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277861999" sldId="1446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53421933" sldId="1448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57112382" sldId="1449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2104325333" sldId="1450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3692378407" sldId="1451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729190251" sldId="1452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3451667468" sldId="1453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2232396625" sldId="1455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136169895" sldId="1456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553555297" sldId="1457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480352947" sldId="1458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613154016" sldId="1459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2440518979" sldId="1460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278551049" sldId="1461"/>
        </pc:sldMkLst>
      </pc:sldChg>
      <pc:sldChg chg="del">
        <pc:chgData name="Venkatesh Patil" userId="d9f36aa470552ec6" providerId="LiveId" clId="{278DC093-360F-403A-9F0C-8C25252E2A51}" dt="2024-05-31T17:52:16.206" v="1609" actId="47"/>
        <pc:sldMkLst>
          <pc:docMk/>
          <pc:sldMk cId="1837654810" sldId="1462"/>
        </pc:sldMkLst>
      </pc:sldChg>
      <pc:sldChg chg="modSp add mod modNotesTx">
        <pc:chgData name="Venkatesh Patil" userId="d9f36aa470552ec6" providerId="LiveId" clId="{278DC093-360F-403A-9F0C-8C25252E2A51}" dt="2024-05-31T17:59:09.047" v="1679" actId="20577"/>
        <pc:sldMkLst>
          <pc:docMk/>
          <pc:sldMk cId="1093746980" sldId="1463"/>
        </pc:sldMkLst>
        <pc:spChg chg="mod">
          <ac:chgData name="Venkatesh Patil" userId="d9f36aa470552ec6" providerId="LiveId" clId="{278DC093-360F-403A-9F0C-8C25252E2A51}" dt="2024-05-31T17:50:49.568" v="1519" actId="20577"/>
          <ac:spMkLst>
            <pc:docMk/>
            <pc:sldMk cId="1093746980" sldId="1463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5-31T17:59:09.047" v="1679" actId="20577"/>
          <ac:spMkLst>
            <pc:docMk/>
            <pc:sldMk cId="1093746980" sldId="1463"/>
            <ac:spMk id="4" creationId="{72D35E9E-9A1C-108C-7875-9B404F6C2BAA}"/>
          </ac:spMkLst>
        </pc:spChg>
        <pc:spChg chg="mod">
          <ac:chgData name="Venkatesh Patil" userId="d9f36aa470552ec6" providerId="LiveId" clId="{278DC093-360F-403A-9F0C-8C25252E2A51}" dt="2024-05-31T17:57:46.742" v="1635"/>
          <ac:spMkLst>
            <pc:docMk/>
            <pc:sldMk cId="1093746980" sldId="1463"/>
            <ac:spMk id="5" creationId="{A63C87A4-5981-4741-1286-A7CE16546DB9}"/>
          </ac:spMkLst>
        </pc:spChg>
        <pc:spChg chg="mod">
          <ac:chgData name="Venkatesh Patil" userId="d9f36aa470552ec6" providerId="LiveId" clId="{278DC093-360F-403A-9F0C-8C25252E2A51}" dt="2024-05-31T17:40:59.785" v="1308" actId="20577"/>
          <ac:spMkLst>
            <pc:docMk/>
            <pc:sldMk cId="1093746980" sldId="1463"/>
            <ac:spMk id="9" creationId="{71BEC647-63FB-7697-132F-47402DD5471B}"/>
          </ac:spMkLst>
        </pc:spChg>
      </pc:sldChg>
      <pc:sldChg chg="modSp add mod modNotesTx">
        <pc:chgData name="Venkatesh Patil" userId="d9f36aa470552ec6" providerId="LiveId" clId="{278DC093-360F-403A-9F0C-8C25252E2A51}" dt="2024-05-31T17:59:18.848" v="1685" actId="20577"/>
        <pc:sldMkLst>
          <pc:docMk/>
          <pc:sldMk cId="215901938" sldId="1464"/>
        </pc:sldMkLst>
        <pc:spChg chg="mod">
          <ac:chgData name="Venkatesh Patil" userId="d9f36aa470552ec6" providerId="LiveId" clId="{278DC093-360F-403A-9F0C-8C25252E2A51}" dt="2024-05-31T17:56:40.218" v="1632" actId="20577"/>
          <ac:spMkLst>
            <pc:docMk/>
            <pc:sldMk cId="215901938" sldId="1464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5-31T17:59:18.848" v="1685" actId="20577"/>
          <ac:spMkLst>
            <pc:docMk/>
            <pc:sldMk cId="215901938" sldId="1464"/>
            <ac:spMk id="4" creationId="{72D35E9E-9A1C-108C-7875-9B404F6C2BAA}"/>
          </ac:spMkLst>
        </pc:spChg>
        <pc:spChg chg="mod">
          <ac:chgData name="Venkatesh Patil" userId="d9f36aa470552ec6" providerId="LiveId" clId="{278DC093-360F-403A-9F0C-8C25252E2A51}" dt="2024-05-31T17:57:46.742" v="1635"/>
          <ac:spMkLst>
            <pc:docMk/>
            <pc:sldMk cId="215901938" sldId="1464"/>
            <ac:spMk id="5" creationId="{A63C87A4-5981-4741-1286-A7CE16546DB9}"/>
          </ac:spMkLst>
        </pc:spChg>
        <pc:spChg chg="mod">
          <ac:chgData name="Venkatesh Patil" userId="d9f36aa470552ec6" providerId="LiveId" clId="{278DC093-360F-403A-9F0C-8C25252E2A51}" dt="2024-05-31T17:41:35.730" v="1338" actId="1076"/>
          <ac:spMkLst>
            <pc:docMk/>
            <pc:sldMk cId="215901938" sldId="1464"/>
            <ac:spMk id="9" creationId="{71BEC647-63FB-7697-132F-47402DD5471B}"/>
          </ac:spMkLst>
        </pc:spChg>
      </pc:sldChg>
      <pc:sldChg chg="modSp add mod modNotesTx">
        <pc:chgData name="Venkatesh Patil" userId="d9f36aa470552ec6" providerId="LiveId" clId="{278DC093-360F-403A-9F0C-8C25252E2A51}" dt="2024-05-31T17:59:26.246" v="1691" actId="20577"/>
        <pc:sldMkLst>
          <pc:docMk/>
          <pc:sldMk cId="25803292" sldId="1465"/>
        </pc:sldMkLst>
        <pc:spChg chg="mod">
          <ac:chgData name="Venkatesh Patil" userId="d9f36aa470552ec6" providerId="LiveId" clId="{278DC093-360F-403A-9F0C-8C25252E2A51}" dt="2024-05-31T17:56:35.135" v="1630" actId="20577"/>
          <ac:spMkLst>
            <pc:docMk/>
            <pc:sldMk cId="25803292" sldId="1465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5-31T17:59:26.246" v="1691" actId="20577"/>
          <ac:spMkLst>
            <pc:docMk/>
            <pc:sldMk cId="25803292" sldId="1465"/>
            <ac:spMk id="4" creationId="{72D35E9E-9A1C-108C-7875-9B404F6C2BAA}"/>
          </ac:spMkLst>
        </pc:spChg>
        <pc:spChg chg="mod">
          <ac:chgData name="Venkatesh Patil" userId="d9f36aa470552ec6" providerId="LiveId" clId="{278DC093-360F-403A-9F0C-8C25252E2A51}" dt="2024-05-31T17:57:46.742" v="1635"/>
          <ac:spMkLst>
            <pc:docMk/>
            <pc:sldMk cId="25803292" sldId="1465"/>
            <ac:spMk id="5" creationId="{A63C87A4-5981-4741-1286-A7CE16546DB9}"/>
          </ac:spMkLst>
        </pc:spChg>
        <pc:spChg chg="mod">
          <ac:chgData name="Venkatesh Patil" userId="d9f36aa470552ec6" providerId="LiveId" clId="{278DC093-360F-403A-9F0C-8C25252E2A51}" dt="2024-05-31T17:42:04.416" v="1344" actId="27636"/>
          <ac:spMkLst>
            <pc:docMk/>
            <pc:sldMk cId="25803292" sldId="1465"/>
            <ac:spMk id="9" creationId="{71BEC647-63FB-7697-132F-47402DD5471B}"/>
          </ac:spMkLst>
        </pc:spChg>
      </pc:sldChg>
      <pc:sldChg chg="modSp add mod modNotesTx">
        <pc:chgData name="Venkatesh Patil" userId="d9f36aa470552ec6" providerId="LiveId" clId="{278DC093-360F-403A-9F0C-8C25252E2A51}" dt="2024-05-31T17:59:34.311" v="1697" actId="20577"/>
        <pc:sldMkLst>
          <pc:docMk/>
          <pc:sldMk cId="3966097975" sldId="1466"/>
        </pc:sldMkLst>
        <pc:spChg chg="mod">
          <ac:chgData name="Venkatesh Patil" userId="d9f36aa470552ec6" providerId="LiveId" clId="{278DC093-360F-403A-9F0C-8C25252E2A51}" dt="2024-05-31T17:54:49.269" v="1615" actId="20577"/>
          <ac:spMkLst>
            <pc:docMk/>
            <pc:sldMk cId="3966097975" sldId="1466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5-31T17:59:34.311" v="1697" actId="20577"/>
          <ac:spMkLst>
            <pc:docMk/>
            <pc:sldMk cId="3966097975" sldId="1466"/>
            <ac:spMk id="4" creationId="{72D35E9E-9A1C-108C-7875-9B404F6C2BAA}"/>
          </ac:spMkLst>
        </pc:spChg>
        <pc:spChg chg="mod">
          <ac:chgData name="Venkatesh Patil" userId="d9f36aa470552ec6" providerId="LiveId" clId="{278DC093-360F-403A-9F0C-8C25252E2A51}" dt="2024-05-31T17:57:46.742" v="1635"/>
          <ac:spMkLst>
            <pc:docMk/>
            <pc:sldMk cId="3966097975" sldId="1466"/>
            <ac:spMk id="5" creationId="{A63C87A4-5981-4741-1286-A7CE16546DB9}"/>
          </ac:spMkLst>
        </pc:spChg>
        <pc:spChg chg="mod">
          <ac:chgData name="Venkatesh Patil" userId="d9f36aa470552ec6" providerId="LiveId" clId="{278DC093-360F-403A-9F0C-8C25252E2A51}" dt="2024-05-31T17:42:38.408" v="1376" actId="20577"/>
          <ac:spMkLst>
            <pc:docMk/>
            <pc:sldMk cId="3966097975" sldId="1466"/>
            <ac:spMk id="9" creationId="{71BEC647-63FB-7697-132F-47402DD5471B}"/>
          </ac:spMkLst>
        </pc:spChg>
      </pc:sldChg>
      <pc:sldChg chg="modSp add mod modNotesTx">
        <pc:chgData name="Venkatesh Patil" userId="d9f36aa470552ec6" providerId="LiveId" clId="{278DC093-360F-403A-9F0C-8C25252E2A51}" dt="2024-05-31T17:59:43.356" v="1703" actId="20577"/>
        <pc:sldMkLst>
          <pc:docMk/>
          <pc:sldMk cId="1763252598" sldId="1467"/>
        </pc:sldMkLst>
        <pc:spChg chg="mod">
          <ac:chgData name="Venkatesh Patil" userId="d9f36aa470552ec6" providerId="LiveId" clId="{278DC093-360F-403A-9F0C-8C25252E2A51}" dt="2024-05-31T17:55:58.756" v="1619" actId="20577"/>
          <ac:spMkLst>
            <pc:docMk/>
            <pc:sldMk cId="1763252598" sldId="1467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5-31T17:59:43.356" v="1703" actId="20577"/>
          <ac:spMkLst>
            <pc:docMk/>
            <pc:sldMk cId="1763252598" sldId="1467"/>
            <ac:spMk id="4" creationId="{72D35E9E-9A1C-108C-7875-9B404F6C2BAA}"/>
          </ac:spMkLst>
        </pc:spChg>
        <pc:spChg chg="mod">
          <ac:chgData name="Venkatesh Patil" userId="d9f36aa470552ec6" providerId="LiveId" clId="{278DC093-360F-403A-9F0C-8C25252E2A51}" dt="2024-05-31T17:57:46.742" v="1635"/>
          <ac:spMkLst>
            <pc:docMk/>
            <pc:sldMk cId="1763252598" sldId="1467"/>
            <ac:spMk id="5" creationId="{A63C87A4-5981-4741-1286-A7CE16546DB9}"/>
          </ac:spMkLst>
        </pc:spChg>
        <pc:spChg chg="mod">
          <ac:chgData name="Venkatesh Patil" userId="d9f36aa470552ec6" providerId="LiveId" clId="{278DC093-360F-403A-9F0C-8C25252E2A51}" dt="2024-05-31T17:43:04.368" v="1410" actId="6549"/>
          <ac:spMkLst>
            <pc:docMk/>
            <pc:sldMk cId="1763252598" sldId="1467"/>
            <ac:spMk id="9" creationId="{71BEC647-63FB-7697-132F-47402DD5471B}"/>
          </ac:spMkLst>
        </pc:spChg>
      </pc:sldChg>
      <pc:sldChg chg="modSp add mod modNotesTx">
        <pc:chgData name="Venkatesh Patil" userId="d9f36aa470552ec6" providerId="LiveId" clId="{278DC093-360F-403A-9F0C-8C25252E2A51}" dt="2024-05-31T17:58:49.149" v="1665" actId="20577"/>
        <pc:sldMkLst>
          <pc:docMk/>
          <pc:sldMk cId="3609468042" sldId="1468"/>
        </pc:sldMkLst>
        <pc:spChg chg="mod">
          <ac:chgData name="Venkatesh Patil" userId="d9f36aa470552ec6" providerId="LiveId" clId="{278DC093-360F-403A-9F0C-8C25252E2A51}" dt="2024-05-31T17:56:23.719" v="1628" actId="20577"/>
          <ac:spMkLst>
            <pc:docMk/>
            <pc:sldMk cId="3609468042" sldId="1468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5-31T17:58:49.149" v="1665" actId="20577"/>
          <ac:spMkLst>
            <pc:docMk/>
            <pc:sldMk cId="3609468042" sldId="1468"/>
            <ac:spMk id="4" creationId="{72D35E9E-9A1C-108C-7875-9B404F6C2BAA}"/>
          </ac:spMkLst>
        </pc:spChg>
        <pc:spChg chg="mod">
          <ac:chgData name="Venkatesh Patil" userId="d9f36aa470552ec6" providerId="LiveId" clId="{278DC093-360F-403A-9F0C-8C25252E2A51}" dt="2024-05-31T17:57:46.742" v="1635"/>
          <ac:spMkLst>
            <pc:docMk/>
            <pc:sldMk cId="3609468042" sldId="1468"/>
            <ac:spMk id="5" creationId="{A63C87A4-5981-4741-1286-A7CE16546DB9}"/>
          </ac:spMkLst>
        </pc:spChg>
        <pc:spChg chg="mod">
          <ac:chgData name="Venkatesh Patil" userId="d9f36aa470552ec6" providerId="LiveId" clId="{278DC093-360F-403A-9F0C-8C25252E2A51}" dt="2024-05-31T17:51:47.729" v="1579" actId="20577"/>
          <ac:spMkLst>
            <pc:docMk/>
            <pc:sldMk cId="3609468042" sldId="1468"/>
            <ac:spMk id="9" creationId="{71BEC647-63FB-7697-132F-47402DD5471B}"/>
          </ac:spMkLst>
        </pc:spChg>
      </pc:sldChg>
      <pc:sldChg chg="modSp add mod">
        <pc:chgData name="Venkatesh Patil" userId="d9f36aa470552ec6" providerId="LiveId" clId="{278DC093-360F-403A-9F0C-8C25252E2A51}" dt="2024-06-02T16:47:09.466" v="2029" actId="20577"/>
        <pc:sldMkLst>
          <pc:docMk/>
          <pc:sldMk cId="3465359854" sldId="1469"/>
        </pc:sldMkLst>
        <pc:spChg chg="mod">
          <ac:chgData name="Venkatesh Patil" userId="d9f36aa470552ec6" providerId="LiveId" clId="{278DC093-360F-403A-9F0C-8C25252E2A51}" dt="2024-06-02T16:44:50.118" v="1735" actId="20577"/>
          <ac:spMkLst>
            <pc:docMk/>
            <pc:sldMk cId="3465359854" sldId="1469"/>
            <ac:spMk id="2" creationId="{52AD9B88-90EF-EEFA-3452-735746A4B166}"/>
          </ac:spMkLst>
        </pc:spChg>
        <pc:spChg chg="mod">
          <ac:chgData name="Venkatesh Patil" userId="d9f36aa470552ec6" providerId="LiveId" clId="{278DC093-360F-403A-9F0C-8C25252E2A51}" dt="2024-06-02T16:47:09.466" v="2029" actId="20577"/>
          <ac:spMkLst>
            <pc:docMk/>
            <pc:sldMk cId="3465359854" sldId="1469"/>
            <ac:spMk id="9" creationId="{71BEC647-63FB-7697-132F-47402DD5471B}"/>
          </ac:spMkLst>
        </pc:spChg>
      </pc:sldChg>
      <pc:sldMasterChg chg="modSldLayout">
        <pc:chgData name="Venkatesh Patil" userId="d9f36aa470552ec6" providerId="LiveId" clId="{278DC093-360F-403A-9F0C-8C25252E2A51}" dt="2024-05-31T17:57:50.342" v="1638"/>
        <pc:sldMasterMkLst>
          <pc:docMk/>
          <pc:sldMasterMk cId="3400476636" sldId="2147483660"/>
        </pc:sldMasterMkLst>
        <pc:sldLayoutChg chg="addSp delSp modSp">
          <pc:chgData name="Venkatesh Patil" userId="d9f36aa470552ec6" providerId="LiveId" clId="{278DC093-360F-403A-9F0C-8C25252E2A51}" dt="2024-05-31T17:57:50.342" v="1638"/>
          <pc:sldLayoutMkLst>
            <pc:docMk/>
            <pc:sldMasterMk cId="3400476636" sldId="2147483660"/>
            <pc:sldLayoutMk cId="507547353" sldId="2147483662"/>
          </pc:sldLayoutMkLst>
          <pc:spChg chg="del">
            <ac:chgData name="Venkatesh Patil" userId="d9f36aa470552ec6" providerId="LiveId" clId="{278DC093-360F-403A-9F0C-8C25252E2A51}" dt="2024-05-31T17:57:46.742" v="1635"/>
            <ac:spMkLst>
              <pc:docMk/>
              <pc:sldMasterMk cId="3400476636" sldId="2147483660"/>
              <pc:sldLayoutMk cId="507547353" sldId="2147483662"/>
              <ac:spMk id="4" creationId="{00000000-0000-0000-0000-000000000000}"/>
            </ac:spMkLst>
          </pc:spChg>
          <pc:spChg chg="del">
            <ac:chgData name="Venkatesh Patil" userId="d9f36aa470552ec6" providerId="LiveId" clId="{278DC093-360F-403A-9F0C-8C25252E2A51}" dt="2024-05-31T17:57:46.742" v="1635"/>
            <ac:spMkLst>
              <pc:docMk/>
              <pc:sldMasterMk cId="3400476636" sldId="2147483660"/>
              <pc:sldLayoutMk cId="507547353" sldId="2147483662"/>
              <ac:spMk id="5" creationId="{00000000-0000-0000-0000-000000000000}"/>
            </ac:spMkLst>
          </pc:spChg>
          <pc:spChg chg="del">
            <ac:chgData name="Venkatesh Patil" userId="d9f36aa470552ec6" providerId="LiveId" clId="{278DC093-360F-403A-9F0C-8C25252E2A51}" dt="2024-05-31T17:57:46.742" v="1635"/>
            <ac:spMkLst>
              <pc:docMk/>
              <pc:sldMasterMk cId="3400476636" sldId="2147483660"/>
              <pc:sldLayoutMk cId="507547353" sldId="2147483662"/>
              <ac:spMk id="6" creationId="{00000000-0000-0000-0000-000000000000}"/>
            </ac:spMkLst>
          </pc:spChg>
          <pc:spChg chg="add del mod">
            <ac:chgData name="Venkatesh Patil" userId="d9f36aa470552ec6" providerId="LiveId" clId="{278DC093-360F-403A-9F0C-8C25252E2A51}" dt="2024-05-31T17:57:48.988" v="1637"/>
            <ac:spMkLst>
              <pc:docMk/>
              <pc:sldMasterMk cId="3400476636" sldId="2147483660"/>
              <pc:sldLayoutMk cId="507547353" sldId="2147483662"/>
              <ac:spMk id="7" creationId="{FA2D4394-65D9-63BE-0020-1F7FFB209858}"/>
            </ac:spMkLst>
          </pc:spChg>
          <pc:spChg chg="add del mod">
            <ac:chgData name="Venkatesh Patil" userId="d9f36aa470552ec6" providerId="LiveId" clId="{278DC093-360F-403A-9F0C-8C25252E2A51}" dt="2024-05-31T17:57:48.988" v="1637"/>
            <ac:spMkLst>
              <pc:docMk/>
              <pc:sldMasterMk cId="3400476636" sldId="2147483660"/>
              <pc:sldLayoutMk cId="507547353" sldId="2147483662"/>
              <ac:spMk id="8" creationId="{BA6D079E-82D5-008D-EB8B-DEF483458E33}"/>
            </ac:spMkLst>
          </pc:spChg>
          <pc:spChg chg="add del mod">
            <ac:chgData name="Venkatesh Patil" userId="d9f36aa470552ec6" providerId="LiveId" clId="{278DC093-360F-403A-9F0C-8C25252E2A51}" dt="2024-05-31T17:57:48.988" v="1637"/>
            <ac:spMkLst>
              <pc:docMk/>
              <pc:sldMasterMk cId="3400476636" sldId="2147483660"/>
              <pc:sldLayoutMk cId="507547353" sldId="2147483662"/>
              <ac:spMk id="9" creationId="{4831C04D-5B54-8CD2-7076-5C35542B3B78}"/>
            </ac:spMkLst>
          </pc:spChg>
          <pc:spChg chg="add mod">
            <ac:chgData name="Venkatesh Patil" userId="d9f36aa470552ec6" providerId="LiveId" clId="{278DC093-360F-403A-9F0C-8C25252E2A51}" dt="2024-05-31T17:57:50.342" v="1638"/>
            <ac:spMkLst>
              <pc:docMk/>
              <pc:sldMasterMk cId="3400476636" sldId="2147483660"/>
              <pc:sldLayoutMk cId="507547353" sldId="2147483662"/>
              <ac:spMk id="10" creationId="{79CC9104-2EDE-AEC7-9493-C0CB134A45F6}"/>
            </ac:spMkLst>
          </pc:spChg>
          <pc:spChg chg="add mod">
            <ac:chgData name="Venkatesh Patil" userId="d9f36aa470552ec6" providerId="LiveId" clId="{278DC093-360F-403A-9F0C-8C25252E2A51}" dt="2024-05-31T17:57:50.342" v="1638"/>
            <ac:spMkLst>
              <pc:docMk/>
              <pc:sldMasterMk cId="3400476636" sldId="2147483660"/>
              <pc:sldLayoutMk cId="507547353" sldId="2147483662"/>
              <ac:spMk id="11" creationId="{50BD3DC4-0EDF-9B54-2616-AB7F4AAAB76F}"/>
            </ac:spMkLst>
          </pc:spChg>
          <pc:spChg chg="add mod">
            <ac:chgData name="Venkatesh Patil" userId="d9f36aa470552ec6" providerId="LiveId" clId="{278DC093-360F-403A-9F0C-8C25252E2A51}" dt="2024-05-31T17:57:50.342" v="1638"/>
            <ac:spMkLst>
              <pc:docMk/>
              <pc:sldMasterMk cId="3400476636" sldId="2147483660"/>
              <pc:sldLayoutMk cId="507547353" sldId="2147483662"/>
              <ac:spMk id="12" creationId="{AA1CB09D-D777-7E23-F2EE-FEF193E8C587}"/>
            </ac:spMkLst>
          </pc:spChg>
        </pc:sldLayoutChg>
      </pc:sldMasterChg>
      <pc:sldMasterChg chg="delSldLayout">
        <pc:chgData name="Venkatesh Patil" userId="d9f36aa470552ec6" providerId="LiveId" clId="{278DC093-360F-403A-9F0C-8C25252E2A51}" dt="2024-05-31T17:52:16.206" v="1609" actId="47"/>
        <pc:sldMasterMkLst>
          <pc:docMk/>
          <pc:sldMasterMk cId="3053075354" sldId="2147483672"/>
        </pc:sldMasterMkLst>
        <pc:sldLayoutChg chg="del">
          <pc:chgData name="Venkatesh Patil" userId="d9f36aa470552ec6" providerId="LiveId" clId="{278DC093-360F-403A-9F0C-8C25252E2A51}" dt="2024-05-31T17:52:16.206" v="1609" actId="47"/>
          <pc:sldLayoutMkLst>
            <pc:docMk/>
            <pc:sldMasterMk cId="3053075354" sldId="2147483672"/>
            <pc:sldLayoutMk cId="1159510777" sldId="2147483675"/>
          </pc:sldLayoutMkLst>
        </pc:sldLayoutChg>
      </pc:sldMasterChg>
    </pc:docChg>
  </pc:docChgLst>
  <pc:docChgLst>
    <pc:chgData name="Venkatesh Patil" userId="d9f36aa470552ec6" providerId="LiveId" clId="{E4B38DF2-5A50-49F6-B116-CFAC1FA7D32F}"/>
    <pc:docChg chg="undo redo custSel addSld delSld modSld sldOrd modMainMaster">
      <pc:chgData name="Venkatesh Patil" userId="d9f36aa470552ec6" providerId="LiveId" clId="{E4B38DF2-5A50-49F6-B116-CFAC1FA7D32F}" dt="2024-05-21T20:14:17.574" v="1743"/>
      <pc:docMkLst>
        <pc:docMk/>
      </pc:docMkLst>
      <pc:sldChg chg="modSp mod">
        <pc:chgData name="Venkatesh Patil" userId="d9f36aa470552ec6" providerId="LiveId" clId="{E4B38DF2-5A50-49F6-B116-CFAC1FA7D32F}" dt="2024-05-21T16:48:51.836" v="1736" actId="20577"/>
        <pc:sldMkLst>
          <pc:docMk/>
          <pc:sldMk cId="3526645437" sldId="781"/>
        </pc:sldMkLst>
        <pc:spChg chg="mod">
          <ac:chgData name="Venkatesh Patil" userId="d9f36aa470552ec6" providerId="LiveId" clId="{E4B38DF2-5A50-49F6-B116-CFAC1FA7D32F}" dt="2024-05-21T16:48:51.836" v="1736" actId="20577"/>
          <ac:spMkLst>
            <pc:docMk/>
            <pc:sldMk cId="3526645437" sldId="781"/>
            <ac:spMk id="13314" creationId="{00000000-0000-0000-0000-000000000000}"/>
          </ac:spMkLst>
        </pc:spChg>
      </pc:sldChg>
      <pc:sldChg chg="modSp mod">
        <pc:chgData name="Venkatesh Patil" userId="d9f36aa470552ec6" providerId="LiveId" clId="{E4B38DF2-5A50-49F6-B116-CFAC1FA7D32F}" dt="2024-05-21T14:26:59.008" v="132" actId="20577"/>
        <pc:sldMkLst>
          <pc:docMk/>
          <pc:sldMk cId="3690305819" sldId="1082"/>
        </pc:sldMkLst>
        <pc:spChg chg="mod">
          <ac:chgData name="Venkatesh Patil" userId="d9f36aa470552ec6" providerId="LiveId" clId="{E4B38DF2-5A50-49F6-B116-CFAC1FA7D32F}" dt="2024-05-21T14:26:59.008" v="132" actId="20577"/>
          <ac:spMkLst>
            <pc:docMk/>
            <pc:sldMk cId="3690305819" sldId="1082"/>
            <ac:spMk id="507907" creationId="{00000000-0000-0000-0000-000000000000}"/>
          </ac:spMkLst>
        </pc:spChg>
        <pc:grpChg chg="mod">
          <ac:chgData name="Venkatesh Patil" userId="d9f36aa470552ec6" providerId="LiveId" clId="{E4B38DF2-5A50-49F6-B116-CFAC1FA7D32F}" dt="2024-05-21T14:25:00.196" v="7" actId="1076"/>
          <ac:grpSpMkLst>
            <pc:docMk/>
            <pc:sldMk cId="3690305819" sldId="1082"/>
            <ac:grpSpMk id="5" creationId="{616DCD2F-32FD-12FB-A0C8-538156EDE041}"/>
          </ac:grpSpMkLst>
        </pc:grpChg>
      </pc:sldChg>
      <pc:sldChg chg="addSp modSp mod">
        <pc:chgData name="Venkatesh Patil" userId="d9f36aa470552ec6" providerId="LiveId" clId="{E4B38DF2-5A50-49F6-B116-CFAC1FA7D32F}" dt="2024-05-21T14:49:07.858" v="854" actId="207"/>
        <pc:sldMkLst>
          <pc:docMk/>
          <pc:sldMk cId="3502830358" sldId="1256"/>
        </pc:sldMkLst>
        <pc:spChg chg="mod">
          <ac:chgData name="Venkatesh Patil" userId="d9f36aa470552ec6" providerId="LiveId" clId="{E4B38DF2-5A50-49F6-B116-CFAC1FA7D32F}" dt="2024-05-21T14:49:07.858" v="854" actId="207"/>
          <ac:spMkLst>
            <pc:docMk/>
            <pc:sldMk cId="3502830358" sldId="1256"/>
            <ac:spMk id="6" creationId="{FF43D8F2-F3AD-C3A9-E8D2-1CF411116A6D}"/>
          </ac:spMkLst>
        </pc:spChg>
        <pc:spChg chg="add mod">
          <ac:chgData name="Venkatesh Patil" userId="d9f36aa470552ec6" providerId="LiveId" clId="{E4B38DF2-5A50-49F6-B116-CFAC1FA7D32F}" dt="2024-05-21T14:47:58.962" v="852" actId="1076"/>
          <ac:spMkLst>
            <pc:docMk/>
            <pc:sldMk cId="3502830358" sldId="1256"/>
            <ac:spMk id="8" creationId="{90681F68-3F43-DFF8-B4DC-E18D773E668B}"/>
          </ac:spMkLst>
        </pc:spChg>
        <pc:picChg chg="add mod">
          <ac:chgData name="Venkatesh Patil" userId="d9f36aa470552ec6" providerId="LiveId" clId="{E4B38DF2-5A50-49F6-B116-CFAC1FA7D32F}" dt="2024-05-21T14:48:07.364" v="853" actId="1076"/>
          <ac:picMkLst>
            <pc:docMk/>
            <pc:sldMk cId="3502830358" sldId="1256"/>
            <ac:picMk id="7" creationId="{E26AE68E-0F2C-7D92-F73B-5F7D6A598D0A}"/>
          </ac:picMkLst>
        </pc:picChg>
      </pc:sldChg>
      <pc:sldChg chg="modSp mod ord">
        <pc:chgData name="Venkatesh Patil" userId="d9f36aa470552ec6" providerId="LiveId" clId="{E4B38DF2-5A50-49F6-B116-CFAC1FA7D32F}" dt="2024-05-21T16:19:26.557" v="1530" actId="20577"/>
        <pc:sldMkLst>
          <pc:docMk/>
          <pc:sldMk cId="2650919241" sldId="1275"/>
        </pc:sldMkLst>
        <pc:spChg chg="mod">
          <ac:chgData name="Venkatesh Patil" userId="d9f36aa470552ec6" providerId="LiveId" clId="{E4B38DF2-5A50-49F6-B116-CFAC1FA7D32F}" dt="2024-05-21T16:19:26.557" v="1530" actId="20577"/>
          <ac:spMkLst>
            <pc:docMk/>
            <pc:sldMk cId="2650919241" sldId="1275"/>
            <ac:spMk id="3" creationId="{E5FC261A-722B-BF20-143E-8281EC29DDB7}"/>
          </ac:spMkLst>
        </pc:spChg>
      </pc:sldChg>
      <pc:sldChg chg="del">
        <pc:chgData name="Venkatesh Patil" userId="d9f36aa470552ec6" providerId="LiveId" clId="{E4B38DF2-5A50-49F6-B116-CFAC1FA7D32F}" dt="2024-05-21T14:49:42.522" v="872" actId="47"/>
        <pc:sldMkLst>
          <pc:docMk/>
          <pc:sldMk cId="33540683" sldId="1276"/>
        </pc:sldMkLst>
      </pc:sldChg>
      <pc:sldChg chg="modSp mod">
        <pc:chgData name="Venkatesh Patil" userId="d9f36aa470552ec6" providerId="LiveId" clId="{E4B38DF2-5A50-49F6-B116-CFAC1FA7D32F}" dt="2024-05-21T14:49:19.104" v="861" actId="20577"/>
        <pc:sldMkLst>
          <pc:docMk/>
          <pc:sldMk cId="1337379247" sldId="1296"/>
        </pc:sldMkLst>
        <pc:spChg chg="mod">
          <ac:chgData name="Venkatesh Patil" userId="d9f36aa470552ec6" providerId="LiveId" clId="{E4B38DF2-5A50-49F6-B116-CFAC1FA7D32F}" dt="2024-05-21T14:49:19.104" v="861" actId="20577"/>
          <ac:spMkLst>
            <pc:docMk/>
            <pc:sldMk cId="1337379247" sldId="1296"/>
            <ac:spMk id="13314" creationId="{3DAB2ACF-CDE4-4739-8F33-5D5D30192A06}"/>
          </ac:spMkLst>
        </pc:spChg>
      </pc:sldChg>
      <pc:sldChg chg="del">
        <pc:chgData name="Venkatesh Patil" userId="d9f36aa470552ec6" providerId="LiveId" clId="{E4B38DF2-5A50-49F6-B116-CFAC1FA7D32F}" dt="2024-05-21T14:49:38.827" v="870" actId="47"/>
        <pc:sldMkLst>
          <pc:docMk/>
          <pc:sldMk cId="192224472" sldId="1303"/>
        </pc:sldMkLst>
      </pc:sldChg>
      <pc:sldChg chg="del">
        <pc:chgData name="Venkatesh Patil" userId="d9f36aa470552ec6" providerId="LiveId" clId="{E4B38DF2-5A50-49F6-B116-CFAC1FA7D32F}" dt="2024-05-21T14:49:39.998" v="871" actId="47"/>
        <pc:sldMkLst>
          <pc:docMk/>
          <pc:sldMk cId="3743535229" sldId="1308"/>
        </pc:sldMkLst>
      </pc:sldChg>
      <pc:sldChg chg="add modAnim">
        <pc:chgData name="Venkatesh Patil" userId="d9f36aa470552ec6" providerId="LiveId" clId="{E4B38DF2-5A50-49F6-B116-CFAC1FA7D32F}" dt="2024-05-21T16:20:34.007" v="1535"/>
        <pc:sldMkLst>
          <pc:docMk/>
          <pc:sldMk cId="657785682" sldId="1319"/>
        </pc:sldMkLst>
      </pc:sldChg>
      <pc:sldChg chg="del">
        <pc:chgData name="Venkatesh Patil" userId="d9f36aa470552ec6" providerId="LiveId" clId="{E4B38DF2-5A50-49F6-B116-CFAC1FA7D32F}" dt="2024-05-21T14:49:30.559" v="862" actId="47"/>
        <pc:sldMkLst>
          <pc:docMk/>
          <pc:sldMk cId="821237847" sldId="1319"/>
        </pc:sldMkLst>
      </pc:sldChg>
      <pc:sldChg chg="ord">
        <pc:chgData name="Venkatesh Patil" userId="d9f36aa470552ec6" providerId="LiveId" clId="{E4B38DF2-5A50-49F6-B116-CFAC1FA7D32F}" dt="2024-05-21T16:19:54.458" v="1532"/>
        <pc:sldMkLst>
          <pc:docMk/>
          <pc:sldMk cId="2036206000" sldId="1322"/>
        </pc:sldMkLst>
      </pc:sldChg>
      <pc:sldChg chg="del">
        <pc:chgData name="Venkatesh Patil" userId="d9f36aa470552ec6" providerId="LiveId" clId="{E4B38DF2-5A50-49F6-B116-CFAC1FA7D32F}" dt="2024-05-21T14:49:31.777" v="863" actId="47"/>
        <pc:sldMkLst>
          <pc:docMk/>
          <pc:sldMk cId="3267767653" sldId="1328"/>
        </pc:sldMkLst>
      </pc:sldChg>
      <pc:sldChg chg="del">
        <pc:chgData name="Venkatesh Patil" userId="d9f36aa470552ec6" providerId="LiveId" clId="{E4B38DF2-5A50-49F6-B116-CFAC1FA7D32F}" dt="2024-05-21T14:49:33.122" v="864" actId="47"/>
        <pc:sldMkLst>
          <pc:docMk/>
          <pc:sldMk cId="544912766" sldId="1329"/>
        </pc:sldMkLst>
      </pc:sldChg>
      <pc:sldChg chg="del">
        <pc:chgData name="Venkatesh Patil" userId="d9f36aa470552ec6" providerId="LiveId" clId="{E4B38DF2-5A50-49F6-B116-CFAC1FA7D32F}" dt="2024-05-21T14:49:33.809" v="865" actId="47"/>
        <pc:sldMkLst>
          <pc:docMk/>
          <pc:sldMk cId="708292266" sldId="1330"/>
        </pc:sldMkLst>
      </pc:sldChg>
      <pc:sldChg chg="del">
        <pc:chgData name="Venkatesh Patil" userId="d9f36aa470552ec6" providerId="LiveId" clId="{E4B38DF2-5A50-49F6-B116-CFAC1FA7D32F}" dt="2024-05-21T14:49:34.302" v="866" actId="47"/>
        <pc:sldMkLst>
          <pc:docMk/>
          <pc:sldMk cId="2912011773" sldId="1331"/>
        </pc:sldMkLst>
      </pc:sldChg>
      <pc:sldChg chg="del">
        <pc:chgData name="Venkatesh Patil" userId="d9f36aa470552ec6" providerId="LiveId" clId="{E4B38DF2-5A50-49F6-B116-CFAC1FA7D32F}" dt="2024-05-21T14:49:34.924" v="867" actId="47"/>
        <pc:sldMkLst>
          <pc:docMk/>
          <pc:sldMk cId="1239942752" sldId="1333"/>
        </pc:sldMkLst>
      </pc:sldChg>
      <pc:sldChg chg="del">
        <pc:chgData name="Venkatesh Patil" userId="d9f36aa470552ec6" providerId="LiveId" clId="{E4B38DF2-5A50-49F6-B116-CFAC1FA7D32F}" dt="2024-05-21T14:49:36.336" v="868" actId="47"/>
        <pc:sldMkLst>
          <pc:docMk/>
          <pc:sldMk cId="937101739" sldId="1334"/>
        </pc:sldMkLst>
      </pc:sldChg>
      <pc:sldChg chg="del">
        <pc:chgData name="Venkatesh Patil" userId="d9f36aa470552ec6" providerId="LiveId" clId="{E4B38DF2-5A50-49F6-B116-CFAC1FA7D32F}" dt="2024-05-21T14:49:37.655" v="869" actId="47"/>
        <pc:sldMkLst>
          <pc:docMk/>
          <pc:sldMk cId="258785487" sldId="1335"/>
        </pc:sldMkLst>
      </pc:sldChg>
      <pc:sldChg chg="del">
        <pc:chgData name="Venkatesh Patil" userId="d9f36aa470552ec6" providerId="LiveId" clId="{E4B38DF2-5A50-49F6-B116-CFAC1FA7D32F}" dt="2024-05-21T14:50:26.340" v="876" actId="47"/>
        <pc:sldMkLst>
          <pc:docMk/>
          <pc:sldMk cId="646220427" sldId="1337"/>
        </pc:sldMkLst>
      </pc:sldChg>
      <pc:sldChg chg="del">
        <pc:chgData name="Venkatesh Patil" userId="d9f36aa470552ec6" providerId="LiveId" clId="{E4B38DF2-5A50-49F6-B116-CFAC1FA7D32F}" dt="2024-05-21T14:50:52.020" v="883" actId="47"/>
        <pc:sldMkLst>
          <pc:docMk/>
          <pc:sldMk cId="2277810903" sldId="1340"/>
        </pc:sldMkLst>
      </pc:sldChg>
      <pc:sldChg chg="del">
        <pc:chgData name="Venkatesh Patil" userId="d9f36aa470552ec6" providerId="LiveId" clId="{E4B38DF2-5A50-49F6-B116-CFAC1FA7D32F}" dt="2024-05-21T14:50:37.031" v="879" actId="47"/>
        <pc:sldMkLst>
          <pc:docMk/>
          <pc:sldMk cId="2831793990" sldId="1342"/>
        </pc:sldMkLst>
      </pc:sldChg>
      <pc:sldChg chg="del">
        <pc:chgData name="Venkatesh Patil" userId="d9f36aa470552ec6" providerId="LiveId" clId="{E4B38DF2-5A50-49F6-B116-CFAC1FA7D32F}" dt="2024-05-21T14:50:29.524" v="877" actId="47"/>
        <pc:sldMkLst>
          <pc:docMk/>
          <pc:sldMk cId="623289065" sldId="1343"/>
        </pc:sldMkLst>
      </pc:sldChg>
      <pc:sldChg chg="del">
        <pc:chgData name="Venkatesh Patil" userId="d9f36aa470552ec6" providerId="LiveId" clId="{E4B38DF2-5A50-49F6-B116-CFAC1FA7D32F}" dt="2024-05-21T14:50:35.061" v="878" actId="47"/>
        <pc:sldMkLst>
          <pc:docMk/>
          <pc:sldMk cId="153988693" sldId="1344"/>
        </pc:sldMkLst>
      </pc:sldChg>
      <pc:sldChg chg="ord">
        <pc:chgData name="Venkatesh Patil" userId="d9f36aa470552ec6" providerId="LiveId" clId="{E4B38DF2-5A50-49F6-B116-CFAC1FA7D32F}" dt="2024-05-21T14:50:20.373" v="875"/>
        <pc:sldMkLst>
          <pc:docMk/>
          <pc:sldMk cId="1714814975" sldId="1345"/>
        </pc:sldMkLst>
      </pc:sldChg>
      <pc:sldChg chg="ord">
        <pc:chgData name="Venkatesh Patil" userId="d9f36aa470552ec6" providerId="LiveId" clId="{E4B38DF2-5A50-49F6-B116-CFAC1FA7D32F}" dt="2024-05-21T14:51:35.228" v="893"/>
        <pc:sldMkLst>
          <pc:docMk/>
          <pc:sldMk cId="2532759664" sldId="1346"/>
        </pc:sldMkLst>
      </pc:sldChg>
      <pc:sldChg chg="ord">
        <pc:chgData name="Venkatesh Patil" userId="d9f36aa470552ec6" providerId="LiveId" clId="{E4B38DF2-5A50-49F6-B116-CFAC1FA7D32F}" dt="2024-05-21T14:51:16.867" v="887"/>
        <pc:sldMkLst>
          <pc:docMk/>
          <pc:sldMk cId="1295087332" sldId="1347"/>
        </pc:sldMkLst>
      </pc:sldChg>
      <pc:sldChg chg="addSp delSp modSp add del mod modAnim">
        <pc:chgData name="Venkatesh Patil" userId="d9f36aa470552ec6" providerId="LiveId" clId="{E4B38DF2-5A50-49F6-B116-CFAC1FA7D32F}" dt="2024-05-21T14:56:59.534" v="946"/>
        <pc:sldMkLst>
          <pc:docMk/>
          <pc:sldMk cId="2631670437" sldId="1348"/>
        </pc:sldMkLst>
        <pc:spChg chg="add mod">
          <ac:chgData name="Venkatesh Patil" userId="d9f36aa470552ec6" providerId="LiveId" clId="{E4B38DF2-5A50-49F6-B116-CFAC1FA7D32F}" dt="2024-05-21T14:53:04.234" v="923" actId="14100"/>
          <ac:spMkLst>
            <pc:docMk/>
            <pc:sldMk cId="2631670437" sldId="1348"/>
            <ac:spMk id="3" creationId="{A66ADB4A-D1EE-1DAE-9669-D7D584BF557E}"/>
          </ac:spMkLst>
        </pc:spChg>
        <pc:spChg chg="add mod">
          <ac:chgData name="Venkatesh Patil" userId="d9f36aa470552ec6" providerId="LiveId" clId="{E4B38DF2-5A50-49F6-B116-CFAC1FA7D32F}" dt="2024-05-21T14:54:41.458" v="932" actId="14100"/>
          <ac:spMkLst>
            <pc:docMk/>
            <pc:sldMk cId="2631670437" sldId="1348"/>
            <ac:spMk id="15" creationId="{7E77A5EA-F26D-6A29-AFDA-32AC6961FB21}"/>
          </ac:spMkLst>
        </pc:spChg>
        <pc:spChg chg="add del mod">
          <ac:chgData name="Venkatesh Patil" userId="d9f36aa470552ec6" providerId="LiveId" clId="{E4B38DF2-5A50-49F6-B116-CFAC1FA7D32F}" dt="2024-05-21T14:55:57.837" v="943" actId="478"/>
          <ac:spMkLst>
            <pc:docMk/>
            <pc:sldMk cId="2631670437" sldId="1348"/>
            <ac:spMk id="16" creationId="{587B1AAB-AB79-9BB0-1424-F17E72B42615}"/>
          </ac:spMkLst>
        </pc:spChg>
        <pc:spChg chg="add mod">
          <ac:chgData name="Venkatesh Patil" userId="d9f36aa470552ec6" providerId="LiveId" clId="{E4B38DF2-5A50-49F6-B116-CFAC1FA7D32F}" dt="2024-05-21T14:55:44.531" v="941" actId="14100"/>
          <ac:spMkLst>
            <pc:docMk/>
            <pc:sldMk cId="2631670437" sldId="1348"/>
            <ac:spMk id="17" creationId="{F18F3156-08D7-C18F-FA51-E35ACC896B28}"/>
          </ac:spMkLst>
        </pc:spChg>
        <pc:picChg chg="ord">
          <ac:chgData name="Venkatesh Patil" userId="d9f36aa470552ec6" providerId="LiveId" clId="{E4B38DF2-5A50-49F6-B116-CFAC1FA7D32F}" dt="2024-05-21T14:56:09.658" v="944" actId="167"/>
          <ac:picMkLst>
            <pc:docMk/>
            <pc:sldMk cId="2631670437" sldId="1348"/>
            <ac:picMk id="11" creationId="{3876FD81-4709-A897-173B-EDE8EE8CB0E1}"/>
          </ac:picMkLst>
        </pc:picChg>
        <pc:inkChg chg="add del">
          <ac:chgData name="Venkatesh Patil" userId="d9f36aa470552ec6" providerId="LiveId" clId="{E4B38DF2-5A50-49F6-B116-CFAC1FA7D32F}" dt="2024-05-21T14:53:34.545" v="925" actId="9405"/>
          <ac:inkMkLst>
            <pc:docMk/>
            <pc:sldMk cId="2631670437" sldId="1348"/>
            <ac:inkMk id="9" creationId="{EC7884B0-F3B7-F789-1A7B-B48CAB837A90}"/>
          </ac:inkMkLst>
        </pc:inkChg>
        <pc:inkChg chg="add">
          <ac:chgData name="Venkatesh Patil" userId="d9f36aa470552ec6" providerId="LiveId" clId="{E4B38DF2-5A50-49F6-B116-CFAC1FA7D32F}" dt="2024-05-21T14:53:41.640" v="926" actId="9405"/>
          <ac:inkMkLst>
            <pc:docMk/>
            <pc:sldMk cId="2631670437" sldId="1348"/>
            <ac:inkMk id="10" creationId="{9848C0AB-EA01-C910-13F8-6EAE1607EDB6}"/>
          </ac:inkMkLst>
        </pc:inkChg>
        <pc:inkChg chg="add">
          <ac:chgData name="Venkatesh Patil" userId="d9f36aa470552ec6" providerId="LiveId" clId="{E4B38DF2-5A50-49F6-B116-CFAC1FA7D32F}" dt="2024-05-21T14:53:55.452" v="927" actId="9405"/>
          <ac:inkMkLst>
            <pc:docMk/>
            <pc:sldMk cId="2631670437" sldId="1348"/>
            <ac:inkMk id="12" creationId="{B45B6217-5F15-35FE-630D-66DE5449D22B}"/>
          </ac:inkMkLst>
        </pc:inkChg>
        <pc:inkChg chg="add del">
          <ac:chgData name="Venkatesh Patil" userId="d9f36aa470552ec6" providerId="LiveId" clId="{E4B38DF2-5A50-49F6-B116-CFAC1FA7D32F}" dt="2024-05-21T14:55:49.548" v="942"/>
          <ac:inkMkLst>
            <pc:docMk/>
            <pc:sldMk cId="2631670437" sldId="1348"/>
            <ac:inkMk id="13" creationId="{2472A167-8BC4-0873-AE41-35C1943F6F87}"/>
          </ac:inkMkLst>
        </pc:inkChg>
        <pc:inkChg chg="add">
          <ac:chgData name="Venkatesh Patil" userId="d9f36aa470552ec6" providerId="LiveId" clId="{E4B38DF2-5A50-49F6-B116-CFAC1FA7D32F}" dt="2024-05-21T14:54:20.281" v="929" actId="9405"/>
          <ac:inkMkLst>
            <pc:docMk/>
            <pc:sldMk cId="2631670437" sldId="1348"/>
            <ac:inkMk id="14" creationId="{743BA256-408D-03CF-D5C4-2FCEC6946404}"/>
          </ac:inkMkLst>
        </pc:inkChg>
      </pc:sldChg>
      <pc:sldChg chg="addSp delSp modSp mod modAnim">
        <pc:chgData name="Venkatesh Patil" userId="d9f36aa470552ec6" providerId="LiveId" clId="{E4B38DF2-5A50-49F6-B116-CFAC1FA7D32F}" dt="2024-05-21T15:00:54.738" v="959" actId="1076"/>
        <pc:sldMkLst>
          <pc:docMk/>
          <pc:sldMk cId="3077969390" sldId="1349"/>
        </pc:sldMkLst>
        <pc:spChg chg="add mod">
          <ac:chgData name="Venkatesh Patil" userId="d9f36aa470552ec6" providerId="LiveId" clId="{E4B38DF2-5A50-49F6-B116-CFAC1FA7D32F}" dt="2024-05-21T15:00:54.738" v="959" actId="1076"/>
          <ac:spMkLst>
            <pc:docMk/>
            <pc:sldMk cId="3077969390" sldId="1349"/>
            <ac:spMk id="11" creationId="{E1FA8999-4CBC-4308-290F-0512BC3AAA75}"/>
          </ac:spMkLst>
        </pc:spChg>
        <pc:picChg chg="add del mod">
          <ac:chgData name="Venkatesh Patil" userId="d9f36aa470552ec6" providerId="LiveId" clId="{E4B38DF2-5A50-49F6-B116-CFAC1FA7D32F}" dt="2024-05-21T14:59:37.649" v="952" actId="478"/>
          <ac:picMkLst>
            <pc:docMk/>
            <pc:sldMk cId="3077969390" sldId="1349"/>
            <ac:picMk id="8" creationId="{744AE801-25A9-E4FB-75AD-17859D0D67E9}"/>
          </ac:picMkLst>
        </pc:picChg>
        <pc:inkChg chg="add">
          <ac:chgData name="Venkatesh Patil" userId="d9f36aa470552ec6" providerId="LiveId" clId="{E4B38DF2-5A50-49F6-B116-CFAC1FA7D32F}" dt="2024-05-21T14:58:25.318" v="948" actId="9405"/>
          <ac:inkMkLst>
            <pc:docMk/>
            <pc:sldMk cId="3077969390" sldId="1349"/>
            <ac:inkMk id="3" creationId="{C138B092-C54E-008F-1660-39ECDBA71E3C}"/>
          </ac:inkMkLst>
        </pc:inkChg>
      </pc:sldChg>
      <pc:sldChg chg="addSp delSp modSp mod modAnim">
        <pc:chgData name="Venkatesh Patil" userId="d9f36aa470552ec6" providerId="LiveId" clId="{E4B38DF2-5A50-49F6-B116-CFAC1FA7D32F}" dt="2024-05-21T15:07:41.859" v="1026" actId="14100"/>
        <pc:sldMkLst>
          <pc:docMk/>
          <pc:sldMk cId="1814621006" sldId="1350"/>
        </pc:sldMkLst>
        <pc:spChg chg="add del">
          <ac:chgData name="Venkatesh Patil" userId="d9f36aa470552ec6" providerId="LiveId" clId="{E4B38DF2-5A50-49F6-B116-CFAC1FA7D32F}" dt="2024-05-21T15:03:54.231" v="1005" actId="478"/>
          <ac:spMkLst>
            <pc:docMk/>
            <pc:sldMk cId="1814621006" sldId="1350"/>
            <ac:spMk id="3" creationId="{9B7A7261-9A9B-0977-DFA7-8129BBE527AC}"/>
          </ac:spMkLst>
        </pc:spChg>
        <pc:spChg chg="mod">
          <ac:chgData name="Venkatesh Patil" userId="d9f36aa470552ec6" providerId="LiveId" clId="{E4B38DF2-5A50-49F6-B116-CFAC1FA7D32F}" dt="2024-05-21T15:02:31.421" v="1003" actId="207"/>
          <ac:spMkLst>
            <pc:docMk/>
            <pc:sldMk cId="1814621006" sldId="1350"/>
            <ac:spMk id="14" creationId="{AB02DD8E-FFAB-FFC3-5736-FB951F5EC93F}"/>
          </ac:spMkLst>
        </pc:spChg>
        <pc:spChg chg="mod">
          <ac:chgData name="Venkatesh Patil" userId="d9f36aa470552ec6" providerId="LiveId" clId="{E4B38DF2-5A50-49F6-B116-CFAC1FA7D32F}" dt="2024-05-21T15:07:28.312" v="1024" actId="207"/>
          <ac:spMkLst>
            <pc:docMk/>
            <pc:sldMk cId="1814621006" sldId="1350"/>
            <ac:spMk id="25" creationId="{A6831D8A-A29E-DB65-0D61-D7113A648389}"/>
          </ac:spMkLst>
        </pc:spChg>
        <pc:grpChg chg="mod">
          <ac:chgData name="Venkatesh Patil" userId="d9f36aa470552ec6" providerId="LiveId" clId="{E4B38DF2-5A50-49F6-B116-CFAC1FA7D32F}" dt="2024-05-21T15:07:41.859" v="1026" actId="14100"/>
          <ac:grpSpMkLst>
            <pc:docMk/>
            <pc:sldMk cId="1814621006" sldId="1350"/>
            <ac:grpSpMk id="24" creationId="{55D30D07-13AC-2129-7EA1-17B706C2D216}"/>
          </ac:grpSpMkLst>
        </pc:grpChg>
        <pc:grpChg chg="add mod">
          <ac:chgData name="Venkatesh Patil" userId="d9f36aa470552ec6" providerId="LiveId" clId="{E4B38DF2-5A50-49F6-B116-CFAC1FA7D32F}" dt="2024-05-21T15:05:26.347" v="1011" actId="164"/>
          <ac:grpSpMkLst>
            <pc:docMk/>
            <pc:sldMk cId="1814621006" sldId="1350"/>
            <ac:grpSpMk id="36" creationId="{07CC9E3C-02FA-846A-7559-8761C8BE7364}"/>
          </ac:grpSpMkLst>
        </pc:grpChg>
        <pc:inkChg chg="add mod">
          <ac:chgData name="Venkatesh Patil" userId="d9f36aa470552ec6" providerId="LiveId" clId="{E4B38DF2-5A50-49F6-B116-CFAC1FA7D32F}" dt="2024-05-21T15:05:26.347" v="1011" actId="164"/>
          <ac:inkMkLst>
            <pc:docMk/>
            <pc:sldMk cId="1814621006" sldId="1350"/>
            <ac:inkMk id="9" creationId="{9C3D2E99-0AB5-0E06-603C-9550AB894F10}"/>
          </ac:inkMkLst>
        </pc:inkChg>
        <pc:inkChg chg="add mod">
          <ac:chgData name="Venkatesh Patil" userId="d9f36aa470552ec6" providerId="LiveId" clId="{E4B38DF2-5A50-49F6-B116-CFAC1FA7D32F}" dt="2024-05-21T15:05:26.347" v="1011" actId="164"/>
          <ac:inkMkLst>
            <pc:docMk/>
            <pc:sldMk cId="1814621006" sldId="1350"/>
            <ac:inkMk id="26" creationId="{936E14B2-8DF3-9243-9818-2917EE65AAB2}"/>
          </ac:inkMkLst>
        </pc:inkChg>
        <pc:inkChg chg="add mod">
          <ac:chgData name="Venkatesh Patil" userId="d9f36aa470552ec6" providerId="LiveId" clId="{E4B38DF2-5A50-49F6-B116-CFAC1FA7D32F}" dt="2024-05-21T15:05:26.347" v="1011" actId="164"/>
          <ac:inkMkLst>
            <pc:docMk/>
            <pc:sldMk cId="1814621006" sldId="1350"/>
            <ac:inkMk id="29" creationId="{A576AE7C-F202-7157-E0B7-BA4233181266}"/>
          </ac:inkMkLst>
        </pc:inkChg>
        <pc:inkChg chg="add mod">
          <ac:chgData name="Venkatesh Patil" userId="d9f36aa470552ec6" providerId="LiveId" clId="{E4B38DF2-5A50-49F6-B116-CFAC1FA7D32F}" dt="2024-05-21T15:05:26.347" v="1011" actId="164"/>
          <ac:inkMkLst>
            <pc:docMk/>
            <pc:sldMk cId="1814621006" sldId="1350"/>
            <ac:inkMk id="30" creationId="{90121934-C041-AF24-C44D-E9772391470C}"/>
          </ac:inkMkLst>
        </pc:inkChg>
        <pc:inkChg chg="add mod">
          <ac:chgData name="Venkatesh Patil" userId="d9f36aa470552ec6" providerId="LiveId" clId="{E4B38DF2-5A50-49F6-B116-CFAC1FA7D32F}" dt="2024-05-21T15:05:26.347" v="1011" actId="164"/>
          <ac:inkMkLst>
            <pc:docMk/>
            <pc:sldMk cId="1814621006" sldId="1350"/>
            <ac:inkMk id="33" creationId="{DA75D6CD-299A-5FF7-AE6F-B042894749C3}"/>
          </ac:inkMkLst>
        </pc:inkChg>
      </pc:sldChg>
      <pc:sldChg chg="addSp delSp modSp mod modAnim">
        <pc:chgData name="Venkatesh Patil" userId="d9f36aa470552ec6" providerId="LiveId" clId="{E4B38DF2-5A50-49F6-B116-CFAC1FA7D32F}" dt="2024-05-21T15:13:12.830" v="1055"/>
        <pc:sldMkLst>
          <pc:docMk/>
          <pc:sldMk cId="1500146779" sldId="1351"/>
        </pc:sldMkLst>
        <pc:spChg chg="mod">
          <ac:chgData name="Venkatesh Patil" userId="d9f36aa470552ec6" providerId="LiveId" clId="{E4B38DF2-5A50-49F6-B116-CFAC1FA7D32F}" dt="2024-05-21T15:08:24.973" v="1029" actId="207"/>
          <ac:spMkLst>
            <pc:docMk/>
            <pc:sldMk cId="1500146779" sldId="1351"/>
            <ac:spMk id="14" creationId="{E742F32B-F97D-7591-DB77-37FD503B383A}"/>
          </ac:spMkLst>
        </pc:spChg>
        <pc:inkChg chg="add del">
          <ac:chgData name="Venkatesh Patil" userId="d9f36aa470552ec6" providerId="LiveId" clId="{E4B38DF2-5A50-49F6-B116-CFAC1FA7D32F}" dt="2024-05-21T15:08:57.634" v="1031" actId="9405"/>
          <ac:inkMkLst>
            <pc:docMk/>
            <pc:sldMk cId="1500146779" sldId="1351"/>
            <ac:inkMk id="9" creationId="{61F4E310-382A-C123-9039-9710D2BC25CE}"/>
          </ac:inkMkLst>
        </pc:inkChg>
        <pc:inkChg chg="add">
          <ac:chgData name="Venkatesh Patil" userId="d9f36aa470552ec6" providerId="LiveId" clId="{E4B38DF2-5A50-49F6-B116-CFAC1FA7D32F}" dt="2024-05-21T15:09:04.378" v="1032" actId="9405"/>
          <ac:inkMkLst>
            <pc:docMk/>
            <pc:sldMk cId="1500146779" sldId="1351"/>
            <ac:inkMk id="12" creationId="{D81A52E5-4BE9-B5E3-62DA-0F167E3CE6E7}"/>
          </ac:inkMkLst>
        </pc:inkChg>
        <pc:inkChg chg="add">
          <ac:chgData name="Venkatesh Patil" userId="d9f36aa470552ec6" providerId="LiveId" clId="{E4B38DF2-5A50-49F6-B116-CFAC1FA7D32F}" dt="2024-05-21T15:09:10.307" v="1033" actId="9405"/>
          <ac:inkMkLst>
            <pc:docMk/>
            <pc:sldMk cId="1500146779" sldId="1351"/>
            <ac:inkMk id="13" creationId="{C065CAEA-BD36-872A-ACCF-02C4673FF56F}"/>
          </ac:inkMkLst>
        </pc:inkChg>
      </pc:sldChg>
      <pc:sldChg chg="del">
        <pc:chgData name="Venkatesh Patil" userId="d9f36aa470552ec6" providerId="LiveId" clId="{E4B38DF2-5A50-49F6-B116-CFAC1FA7D32F}" dt="2024-05-21T14:50:11.512" v="873" actId="47"/>
        <pc:sldMkLst>
          <pc:docMk/>
          <pc:sldMk cId="1821426874" sldId="1354"/>
        </pc:sldMkLst>
      </pc:sldChg>
      <pc:sldChg chg="del">
        <pc:chgData name="Venkatesh Patil" userId="d9f36aa470552ec6" providerId="LiveId" clId="{E4B38DF2-5A50-49F6-B116-CFAC1FA7D32F}" dt="2024-05-21T14:50:49.850" v="882" actId="47"/>
        <pc:sldMkLst>
          <pc:docMk/>
          <pc:sldMk cId="2896093565" sldId="1357"/>
        </pc:sldMkLst>
      </pc:sldChg>
      <pc:sldChg chg="del">
        <pc:chgData name="Venkatesh Patil" userId="d9f36aa470552ec6" providerId="LiveId" clId="{E4B38DF2-5A50-49F6-B116-CFAC1FA7D32F}" dt="2024-05-21T14:50:38.707" v="880" actId="47"/>
        <pc:sldMkLst>
          <pc:docMk/>
          <pc:sldMk cId="948099154" sldId="1358"/>
        </pc:sldMkLst>
      </pc:sldChg>
      <pc:sldChg chg="del">
        <pc:chgData name="Venkatesh Patil" userId="d9f36aa470552ec6" providerId="LiveId" clId="{E4B38DF2-5A50-49F6-B116-CFAC1FA7D32F}" dt="2024-05-21T14:50:39.926" v="881" actId="47"/>
        <pc:sldMkLst>
          <pc:docMk/>
          <pc:sldMk cId="2213935929" sldId="1359"/>
        </pc:sldMkLst>
      </pc:sldChg>
      <pc:sldChg chg="modSp add mod ord">
        <pc:chgData name="Venkatesh Patil" userId="d9f36aa470552ec6" providerId="LiveId" clId="{E4B38DF2-5A50-49F6-B116-CFAC1FA7D32F}" dt="2024-05-21T15:01:27.990" v="992" actId="20577"/>
        <pc:sldMkLst>
          <pc:docMk/>
          <pc:sldMk cId="2261460646" sldId="1362"/>
        </pc:sldMkLst>
        <pc:spChg chg="mod">
          <ac:chgData name="Venkatesh Patil" userId="d9f36aa470552ec6" providerId="LiveId" clId="{E4B38DF2-5A50-49F6-B116-CFAC1FA7D32F}" dt="2024-05-21T15:01:27.990" v="992" actId="20577"/>
          <ac:spMkLst>
            <pc:docMk/>
            <pc:sldMk cId="2261460646" sldId="1362"/>
            <ac:spMk id="13314" creationId="{66310736-D693-BC9D-8371-6A03BE0601AA}"/>
          </ac:spMkLst>
        </pc:spChg>
      </pc:sldChg>
      <pc:sldChg chg="add">
        <pc:chgData name="Venkatesh Patil" userId="d9f36aa470552ec6" providerId="LiveId" clId="{E4B38DF2-5A50-49F6-B116-CFAC1FA7D32F}" dt="2024-05-21T15:16:07.334" v="1060"/>
        <pc:sldMkLst>
          <pc:docMk/>
          <pc:sldMk cId="4117695437" sldId="1363"/>
        </pc:sldMkLst>
      </pc:sldChg>
      <pc:sldChg chg="addSp add mod modShow">
        <pc:chgData name="Venkatesh Patil" userId="d9f36aa470552ec6" providerId="LiveId" clId="{E4B38DF2-5A50-49F6-B116-CFAC1FA7D32F}" dt="2024-05-21T20:14:17.574" v="1743"/>
        <pc:sldMkLst>
          <pc:docMk/>
          <pc:sldMk cId="299283882" sldId="1364"/>
        </pc:sldMkLst>
        <pc:inkChg chg="add">
          <ac:chgData name="Venkatesh Patil" userId="d9f36aa470552ec6" providerId="LiveId" clId="{E4B38DF2-5A50-49F6-B116-CFAC1FA7D32F}" dt="2024-05-21T16:35:15.098" v="1591" actId="9405"/>
          <ac:inkMkLst>
            <pc:docMk/>
            <pc:sldMk cId="299283882" sldId="1364"/>
            <ac:inkMk id="3" creationId="{7396C071-B48B-9C07-FE68-7D35EF5ED9AB}"/>
          </ac:inkMkLst>
        </pc:inkChg>
        <pc:inkChg chg="add">
          <ac:chgData name="Venkatesh Patil" userId="d9f36aa470552ec6" providerId="LiveId" clId="{E4B38DF2-5A50-49F6-B116-CFAC1FA7D32F}" dt="2024-05-21T16:35:49.717" v="1592" actId="9405"/>
          <ac:inkMkLst>
            <pc:docMk/>
            <pc:sldMk cId="299283882" sldId="1364"/>
            <ac:inkMk id="9" creationId="{FE3890A0-E8C2-F76F-870C-9FBAEC3F4D89}"/>
          </ac:inkMkLst>
        </pc:inkChg>
        <pc:inkChg chg="add">
          <ac:chgData name="Venkatesh Patil" userId="d9f36aa470552ec6" providerId="LiveId" clId="{E4B38DF2-5A50-49F6-B116-CFAC1FA7D32F}" dt="2024-05-21T16:36:11.209" v="1593" actId="9405"/>
          <ac:inkMkLst>
            <pc:docMk/>
            <pc:sldMk cId="299283882" sldId="1364"/>
            <ac:inkMk id="10" creationId="{82A5EE8A-A7D9-4F0D-39B5-9590D3E9B6EE}"/>
          </ac:inkMkLst>
        </pc:ink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299283882" sldId="1364"/>
            <ac:inkMk id="11" creationId="{4C2FCEA0-0EA4-DE0F-B54F-CC54D8DEF3CB}"/>
          </ac:inkMkLst>
        </pc:inkChg>
      </pc:sldChg>
      <pc:sldChg chg="add del">
        <pc:chgData name="Venkatesh Patil" userId="d9f36aa470552ec6" providerId="LiveId" clId="{E4B38DF2-5A50-49F6-B116-CFAC1FA7D32F}" dt="2024-05-21T15:17:34.183" v="1069" actId="47"/>
        <pc:sldMkLst>
          <pc:docMk/>
          <pc:sldMk cId="859602986" sldId="1364"/>
        </pc:sldMkLst>
      </pc:sldChg>
      <pc:sldChg chg="addSp add mod modShow">
        <pc:chgData name="Venkatesh Patil" userId="d9f36aa470552ec6" providerId="LiveId" clId="{E4B38DF2-5A50-49F6-B116-CFAC1FA7D32F}" dt="2024-05-21T16:36:50.694" v="1597" actId="9405"/>
        <pc:sldMkLst>
          <pc:docMk/>
          <pc:sldMk cId="159942122" sldId="1365"/>
        </pc:sldMkLst>
        <pc:inkChg chg="add">
          <ac:chgData name="Venkatesh Patil" userId="d9f36aa470552ec6" providerId="LiveId" clId="{E4B38DF2-5A50-49F6-B116-CFAC1FA7D32F}" dt="2024-05-21T16:36:28.714" v="1594" actId="9405"/>
          <ac:inkMkLst>
            <pc:docMk/>
            <pc:sldMk cId="159942122" sldId="1365"/>
            <ac:inkMk id="3" creationId="{F68DD46A-8067-A34E-A518-BC458A7AB1FB}"/>
          </ac:inkMkLst>
        </pc:inkChg>
        <pc:inkChg chg="add">
          <ac:chgData name="Venkatesh Patil" userId="d9f36aa470552ec6" providerId="LiveId" clId="{E4B38DF2-5A50-49F6-B116-CFAC1FA7D32F}" dt="2024-05-21T16:36:41.751" v="1595" actId="9405"/>
          <ac:inkMkLst>
            <pc:docMk/>
            <pc:sldMk cId="159942122" sldId="1365"/>
            <ac:inkMk id="8" creationId="{2DCFF19A-D489-1FA7-3630-E3E1241FE499}"/>
          </ac:inkMkLst>
        </pc:inkChg>
        <pc:inkChg chg="add">
          <ac:chgData name="Venkatesh Patil" userId="d9f36aa470552ec6" providerId="LiveId" clId="{E4B38DF2-5A50-49F6-B116-CFAC1FA7D32F}" dt="2024-05-21T16:36:45.784" v="1596" actId="9405"/>
          <ac:inkMkLst>
            <pc:docMk/>
            <pc:sldMk cId="159942122" sldId="1365"/>
            <ac:inkMk id="10" creationId="{27483F45-83A6-334B-AC6E-F0E93313A51A}"/>
          </ac:inkMkLst>
        </pc:inkChg>
        <pc:inkChg chg="add">
          <ac:chgData name="Venkatesh Patil" userId="d9f36aa470552ec6" providerId="LiveId" clId="{E4B38DF2-5A50-49F6-B116-CFAC1FA7D32F}" dt="2024-05-21T16:36:50.694" v="1597" actId="9405"/>
          <ac:inkMkLst>
            <pc:docMk/>
            <pc:sldMk cId="159942122" sldId="1365"/>
            <ac:inkMk id="11" creationId="{B305D901-96F6-D915-66C7-B218B1C0E0D8}"/>
          </ac:inkMkLst>
        </pc:inkChg>
      </pc:sldChg>
      <pc:sldChg chg="add del">
        <pc:chgData name="Venkatesh Patil" userId="d9f36aa470552ec6" providerId="LiveId" clId="{E4B38DF2-5A50-49F6-B116-CFAC1FA7D32F}" dt="2024-05-21T15:17:36.323" v="1071" actId="47"/>
        <pc:sldMkLst>
          <pc:docMk/>
          <pc:sldMk cId="3989068350" sldId="1365"/>
        </pc:sldMkLst>
      </pc:sldChg>
      <pc:sldChg chg="addSp add mod modShow">
        <pc:chgData name="Venkatesh Patil" userId="d9f36aa470552ec6" providerId="LiveId" clId="{E4B38DF2-5A50-49F6-B116-CFAC1FA7D32F}" dt="2024-05-21T20:14:17.574" v="1743"/>
        <pc:sldMkLst>
          <pc:docMk/>
          <pc:sldMk cId="1996473001" sldId="1366"/>
        </pc:sldMkLst>
        <pc:inkChg chg="add">
          <ac:chgData name="Venkatesh Patil" userId="d9f36aa470552ec6" providerId="LiveId" clId="{E4B38DF2-5A50-49F6-B116-CFAC1FA7D32F}" dt="2024-05-21T16:37:14.694" v="1598" actId="9405"/>
          <ac:inkMkLst>
            <pc:docMk/>
            <pc:sldMk cId="1996473001" sldId="1366"/>
            <ac:inkMk id="3" creationId="{EA6DC653-3D51-AFCD-CD2A-48CA1FEEA3E6}"/>
          </ac:inkMkLst>
        </pc:inkChg>
        <pc:inkChg chg="add">
          <ac:chgData name="Venkatesh Patil" userId="d9f36aa470552ec6" providerId="LiveId" clId="{E4B38DF2-5A50-49F6-B116-CFAC1FA7D32F}" dt="2024-05-21T16:38:22.428" v="1602" actId="9405"/>
          <ac:inkMkLst>
            <pc:docMk/>
            <pc:sldMk cId="1996473001" sldId="1366"/>
            <ac:inkMk id="9" creationId="{06D78DC3-30F0-BC22-FDA0-61BB5A0672EB}"/>
          </ac:inkMkLst>
        </pc:inkChg>
        <pc:inkChg chg="add">
          <ac:chgData name="Venkatesh Patil" userId="d9f36aa470552ec6" providerId="LiveId" clId="{E4B38DF2-5A50-49F6-B116-CFAC1FA7D32F}" dt="2024-05-21T16:38:26.284" v="1603" actId="9405"/>
          <ac:inkMkLst>
            <pc:docMk/>
            <pc:sldMk cId="1996473001" sldId="1366"/>
            <ac:inkMk id="10" creationId="{673FC20E-046F-7F66-6A01-08182FE8BFB3}"/>
          </ac:inkMkLst>
        </pc:inkChg>
        <pc:inkChg chg="add">
          <ac:chgData name="Venkatesh Patil" userId="d9f36aa470552ec6" providerId="LiveId" clId="{E4B38DF2-5A50-49F6-B116-CFAC1FA7D32F}" dt="2024-05-21T16:38:29.340" v="1604" actId="9405"/>
          <ac:inkMkLst>
            <pc:docMk/>
            <pc:sldMk cId="1996473001" sldId="1366"/>
            <ac:inkMk id="11" creationId="{7A25DAEA-59BC-0D61-CC5B-F180039D4F14}"/>
          </ac:inkMkLst>
        </pc:ink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1996473001" sldId="1366"/>
            <ac:inkMk id="12" creationId="{540D2C27-1C14-223F-D86D-83172782C343}"/>
          </ac:inkMkLst>
        </pc:inkChg>
      </pc:sldChg>
      <pc:sldChg chg="add del">
        <pc:chgData name="Venkatesh Patil" userId="d9f36aa470552ec6" providerId="LiveId" clId="{E4B38DF2-5A50-49F6-B116-CFAC1FA7D32F}" dt="2024-05-21T15:17:37.504" v="1072" actId="47"/>
        <pc:sldMkLst>
          <pc:docMk/>
          <pc:sldMk cId="4218655337" sldId="1366"/>
        </pc:sldMkLst>
      </pc:sldChg>
      <pc:sldChg chg="addSp add mod modShow">
        <pc:chgData name="Venkatesh Patil" userId="d9f36aa470552ec6" providerId="LiveId" clId="{E4B38DF2-5A50-49F6-B116-CFAC1FA7D32F}" dt="2024-05-21T20:14:17.574" v="1743"/>
        <pc:sldMkLst>
          <pc:docMk/>
          <pc:sldMk cId="306722583" sldId="1367"/>
        </pc:sldMkLst>
        <pc:inkChg chg="add">
          <ac:chgData name="Venkatesh Patil" userId="d9f36aa470552ec6" providerId="LiveId" clId="{E4B38DF2-5A50-49F6-B116-CFAC1FA7D32F}" dt="2024-05-21T16:37:41.240" v="1599" actId="9405"/>
          <ac:inkMkLst>
            <pc:docMk/>
            <pc:sldMk cId="306722583" sldId="1367"/>
            <ac:inkMk id="3" creationId="{DF901BA4-1F2C-93FE-AD4C-B9A35BBE34BC}"/>
          </ac:inkMkLst>
        </pc:inkChg>
        <pc:inkChg chg="add">
          <ac:chgData name="Venkatesh Patil" userId="d9f36aa470552ec6" providerId="LiveId" clId="{E4B38DF2-5A50-49F6-B116-CFAC1FA7D32F}" dt="2024-05-21T16:37:44.564" v="1600" actId="9405"/>
          <ac:inkMkLst>
            <pc:docMk/>
            <pc:sldMk cId="306722583" sldId="1367"/>
            <ac:inkMk id="9" creationId="{F37F73D7-0F4D-4377-F8D9-D8697E847CDC}"/>
          </ac:inkMkLst>
        </pc:inkChg>
        <pc:inkChg chg="add">
          <ac:chgData name="Venkatesh Patil" userId="d9f36aa470552ec6" providerId="LiveId" clId="{E4B38DF2-5A50-49F6-B116-CFAC1FA7D32F}" dt="2024-05-21T16:37:56.387" v="1601" actId="9405"/>
          <ac:inkMkLst>
            <pc:docMk/>
            <pc:sldMk cId="306722583" sldId="1367"/>
            <ac:inkMk id="10" creationId="{7D08DE31-105A-3805-F199-BE78AC9B4B0C}"/>
          </ac:inkMkLst>
        </pc:ink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306722583" sldId="1367"/>
            <ac:inkMk id="11" creationId="{2B2F6518-2432-87D2-1BF7-A097BF478C20}"/>
          </ac:inkMkLst>
        </pc:inkChg>
      </pc:sldChg>
      <pc:sldChg chg="add del">
        <pc:chgData name="Venkatesh Patil" userId="d9f36aa470552ec6" providerId="LiveId" clId="{E4B38DF2-5A50-49F6-B116-CFAC1FA7D32F}" dt="2024-05-21T15:17:40.285" v="1073" actId="47"/>
        <pc:sldMkLst>
          <pc:docMk/>
          <pc:sldMk cId="3837159673" sldId="1367"/>
        </pc:sldMkLst>
      </pc:sldChg>
      <pc:sldChg chg="addSp add mod modShow">
        <pc:chgData name="Venkatesh Patil" userId="d9f36aa470552ec6" providerId="LiveId" clId="{E4B38DF2-5A50-49F6-B116-CFAC1FA7D32F}" dt="2024-05-21T20:14:17.574" v="1743"/>
        <pc:sldMkLst>
          <pc:docMk/>
          <pc:sldMk cId="2299614819" sldId="1368"/>
        </pc:sldMkLst>
        <pc:inkChg chg="add">
          <ac:chgData name="Venkatesh Patil" userId="d9f36aa470552ec6" providerId="LiveId" clId="{E4B38DF2-5A50-49F6-B116-CFAC1FA7D32F}" dt="2024-05-21T16:38:45.174" v="1605" actId="9405"/>
          <ac:inkMkLst>
            <pc:docMk/>
            <pc:sldMk cId="2299614819" sldId="1368"/>
            <ac:inkMk id="3" creationId="{8AE81601-63C7-9740-5A48-C12DF70F4349}"/>
          </ac:inkMkLst>
        </pc:inkChg>
        <pc:inkChg chg="add">
          <ac:chgData name="Venkatesh Patil" userId="d9f36aa470552ec6" providerId="LiveId" clId="{E4B38DF2-5A50-49F6-B116-CFAC1FA7D32F}" dt="2024-05-21T16:38:54.385" v="1606" actId="9405"/>
          <ac:inkMkLst>
            <pc:docMk/>
            <pc:sldMk cId="2299614819" sldId="1368"/>
            <ac:inkMk id="8" creationId="{35337C67-69EF-AE97-9886-2686478B30FA}"/>
          </ac:inkMkLst>
        </pc:inkChg>
        <pc:inkChg chg="add">
          <ac:chgData name="Venkatesh Patil" userId="d9f36aa470552ec6" providerId="LiveId" clId="{E4B38DF2-5A50-49F6-B116-CFAC1FA7D32F}" dt="2024-05-21T16:39:04.794" v="1607" actId="9405"/>
          <ac:inkMkLst>
            <pc:docMk/>
            <pc:sldMk cId="2299614819" sldId="1368"/>
            <ac:inkMk id="10" creationId="{A32F725D-9903-E838-E8B6-2962B6091603}"/>
          </ac:inkMkLst>
        </pc:inkChg>
        <pc:inkChg chg="add">
          <ac:chgData name="Venkatesh Patil" userId="d9f36aa470552ec6" providerId="LiveId" clId="{E4B38DF2-5A50-49F6-B116-CFAC1FA7D32F}" dt="2024-05-21T16:39:17.590" v="1608" actId="9405"/>
          <ac:inkMkLst>
            <pc:docMk/>
            <pc:sldMk cId="2299614819" sldId="1368"/>
            <ac:inkMk id="11" creationId="{2E67C207-0682-E8B7-4400-4A9379533AB2}"/>
          </ac:inkMkLst>
        </pc:inkChg>
        <pc:inkChg chg="add">
          <ac:chgData name="Venkatesh Patil" userId="d9f36aa470552ec6" providerId="LiveId" clId="{E4B38DF2-5A50-49F6-B116-CFAC1FA7D32F}" dt="2024-05-21T16:39:22.894" v="1609" actId="9405"/>
          <ac:inkMkLst>
            <pc:docMk/>
            <pc:sldMk cId="2299614819" sldId="1368"/>
            <ac:inkMk id="12" creationId="{D28CDD5F-2D37-25AD-32A1-A3F2756556DA}"/>
          </ac:inkMkLst>
        </pc:inkChg>
        <pc:inkChg chg="add">
          <ac:chgData name="Venkatesh Patil" userId="d9f36aa470552ec6" providerId="LiveId" clId="{E4B38DF2-5A50-49F6-B116-CFAC1FA7D32F}" dt="2024-05-21T16:39:27.910" v="1610" actId="9405"/>
          <ac:inkMkLst>
            <pc:docMk/>
            <pc:sldMk cId="2299614819" sldId="1368"/>
            <ac:inkMk id="13" creationId="{7AA6088A-25FF-A283-F0C0-D07A1B4245CA}"/>
          </ac:inkMkLst>
        </pc:inkChg>
        <pc:inkChg chg="add">
          <ac:chgData name="Venkatesh Patil" userId="d9f36aa470552ec6" providerId="LiveId" clId="{E4B38DF2-5A50-49F6-B116-CFAC1FA7D32F}" dt="2024-05-21T16:39:30.999" v="1611" actId="9405"/>
          <ac:inkMkLst>
            <pc:docMk/>
            <pc:sldMk cId="2299614819" sldId="1368"/>
            <ac:inkMk id="14" creationId="{6D73B2FB-1ABD-68E9-A539-8AE9819D409C}"/>
          </ac:inkMkLst>
        </pc:ink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2299614819" sldId="1368"/>
            <ac:inkMk id="15" creationId="{FBB43166-DD2D-15E6-024B-90A67A293E46}"/>
          </ac:inkMkLst>
        </pc:inkChg>
      </pc:sldChg>
      <pc:sldChg chg="add del">
        <pc:chgData name="Venkatesh Patil" userId="d9f36aa470552ec6" providerId="LiveId" clId="{E4B38DF2-5A50-49F6-B116-CFAC1FA7D32F}" dt="2024-05-21T15:17:42.383" v="1074" actId="47"/>
        <pc:sldMkLst>
          <pc:docMk/>
          <pc:sldMk cId="2399536599" sldId="1368"/>
        </pc:sldMkLst>
      </pc:sldChg>
      <pc:sldChg chg="addSp delSp modSp add mod modTransition">
        <pc:chgData name="Venkatesh Patil" userId="d9f36aa470552ec6" providerId="LiveId" clId="{E4B38DF2-5A50-49F6-B116-CFAC1FA7D32F}" dt="2024-05-21T20:14:17.574" v="1743"/>
        <pc:sldMkLst>
          <pc:docMk/>
          <pc:sldMk cId="1974192505" sldId="1370"/>
        </pc:sldMkLst>
        <pc:spChg chg="add del">
          <ac:chgData name="Venkatesh Patil" userId="d9f36aa470552ec6" providerId="LiveId" clId="{E4B38DF2-5A50-49F6-B116-CFAC1FA7D32F}" dt="2024-05-21T16:21:38.854" v="1537" actId="478"/>
          <ac:spMkLst>
            <pc:docMk/>
            <pc:sldMk cId="1974192505" sldId="1370"/>
            <ac:spMk id="3" creationId="{5C1123DD-5295-2707-4608-7076B1D9B80C}"/>
          </ac:spMkLst>
        </pc:spChg>
        <pc:spChg chg="add mod">
          <ac:chgData name="Venkatesh Patil" userId="d9f36aa470552ec6" providerId="LiveId" clId="{E4B38DF2-5A50-49F6-B116-CFAC1FA7D32F}" dt="2024-05-21T16:21:54.673" v="1539" actId="17032"/>
          <ac:spMkLst>
            <pc:docMk/>
            <pc:sldMk cId="1974192505" sldId="1370"/>
            <ac:spMk id="8" creationId="{DC30D0D9-E47B-98EF-C613-3AB785F2B65C}"/>
          </ac:spMkLst>
        </pc:spChg>
        <pc:spChg chg="mod">
          <ac:chgData name="Venkatesh Patil" userId="d9f36aa470552ec6" providerId="LiveId" clId="{E4B38DF2-5A50-49F6-B116-CFAC1FA7D32F}" dt="2024-05-21T16:34:35.894" v="1590"/>
          <ac:spMkLst>
            <pc:docMk/>
            <pc:sldMk cId="1974192505" sldId="1370"/>
            <ac:spMk id="11" creationId="{101F80AB-57C6-0753-6E78-2956EFAED69E}"/>
          </ac:spMkLst>
        </pc:spChg>
        <pc:spChg chg="mod">
          <ac:chgData name="Venkatesh Patil" userId="d9f36aa470552ec6" providerId="LiveId" clId="{E4B38DF2-5A50-49F6-B116-CFAC1FA7D32F}" dt="2024-05-21T16:34:35.894" v="1590"/>
          <ac:spMkLst>
            <pc:docMk/>
            <pc:sldMk cId="1974192505" sldId="1370"/>
            <ac:spMk id="12" creationId="{AAF750FF-FC5A-8EB6-E387-6E4B5E29D7FF}"/>
          </ac:spMkLst>
        </pc:spChg>
        <pc:spChg chg="add mod">
          <ac:chgData name="Venkatesh Patil" userId="d9f36aa470552ec6" providerId="LiveId" clId="{E4B38DF2-5A50-49F6-B116-CFAC1FA7D32F}" dt="2024-05-21T16:34:35.894" v="1590"/>
          <ac:spMkLst>
            <pc:docMk/>
            <pc:sldMk cId="1974192505" sldId="1370"/>
            <ac:spMk id="13" creationId="{4415848E-BC73-2B64-E892-4188C0628D08}"/>
          </ac:spMkLst>
        </pc:spChg>
        <pc:spChg chg="add mod">
          <ac:chgData name="Venkatesh Patil" userId="d9f36aa470552ec6" providerId="LiveId" clId="{E4B38DF2-5A50-49F6-B116-CFAC1FA7D32F}" dt="2024-05-21T16:34:35.894" v="1590"/>
          <ac:spMkLst>
            <pc:docMk/>
            <pc:sldMk cId="1974192505" sldId="1370"/>
            <ac:spMk id="14" creationId="{EFA1DEC4-FBCC-C011-A331-F5619194FBF0}"/>
          </ac:spMkLst>
        </pc:spChg>
        <pc:grpChg chg="add mod">
          <ac:chgData name="Venkatesh Patil" userId="d9f36aa470552ec6" providerId="LiveId" clId="{E4B38DF2-5A50-49F6-B116-CFAC1FA7D32F}" dt="2024-05-21T16:34:35.894" v="1590"/>
          <ac:grpSpMkLst>
            <pc:docMk/>
            <pc:sldMk cId="1974192505" sldId="1370"/>
            <ac:grpSpMk id="9" creationId="{F56CDF39-3502-97DE-EE3E-A9C7C097BF6C}"/>
          </ac:grpSpMkLst>
        </pc:grp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1974192505" sldId="1370"/>
            <ac:inkMk id="3" creationId="{A01CF439-7146-D1ED-89BC-2A8F84CE9ED0}"/>
          </ac:inkMkLst>
        </pc:inkChg>
      </pc:sldChg>
      <pc:sldChg chg="add del">
        <pc:chgData name="Venkatesh Patil" userId="d9f36aa470552ec6" providerId="LiveId" clId="{E4B38DF2-5A50-49F6-B116-CFAC1FA7D32F}" dt="2024-05-21T15:17:35.276" v="1070" actId="47"/>
        <pc:sldMkLst>
          <pc:docMk/>
          <pc:sldMk cId="2137648340" sldId="1371"/>
        </pc:sldMkLst>
      </pc:sldChg>
      <pc:sldChg chg="add del ord">
        <pc:chgData name="Venkatesh Patil" userId="d9f36aa470552ec6" providerId="LiveId" clId="{E4B38DF2-5A50-49F6-B116-CFAC1FA7D32F}" dt="2024-05-21T16:28:45.187" v="1557" actId="47"/>
        <pc:sldMkLst>
          <pc:docMk/>
          <pc:sldMk cId="3283569415" sldId="1371"/>
        </pc:sldMkLst>
      </pc:sldChg>
      <pc:sldChg chg="addSp modSp add mod">
        <pc:chgData name="Venkatesh Patil" userId="d9f36aa470552ec6" providerId="LiveId" clId="{E4B38DF2-5A50-49F6-B116-CFAC1FA7D32F}" dt="2024-05-21T20:14:17.574" v="1743"/>
        <pc:sldMkLst>
          <pc:docMk/>
          <pc:sldMk cId="1456293968" sldId="1372"/>
        </pc:sldMkLst>
        <pc:spChg chg="add mod">
          <ac:chgData name="Venkatesh Patil" userId="d9f36aa470552ec6" providerId="LiveId" clId="{E4B38DF2-5A50-49F6-B116-CFAC1FA7D32F}" dt="2024-05-21T16:11:08.607" v="1105" actId="207"/>
          <ac:spMkLst>
            <pc:docMk/>
            <pc:sldMk cId="1456293968" sldId="1372"/>
            <ac:spMk id="3" creationId="{B86F3629-F18F-1C5B-12AA-3D3855B0980E}"/>
          </ac:spMkLst>
        </pc:spChg>
        <pc:spChg chg="add mod">
          <ac:chgData name="Venkatesh Patil" userId="d9f36aa470552ec6" providerId="LiveId" clId="{E4B38DF2-5A50-49F6-B116-CFAC1FA7D32F}" dt="2024-05-21T16:11:12.995" v="1106" actId="207"/>
          <ac:spMkLst>
            <pc:docMk/>
            <pc:sldMk cId="1456293968" sldId="1372"/>
            <ac:spMk id="8" creationId="{5B0FF0EB-CCDA-25F1-4217-B161799D4413}"/>
          </ac:spMkLst>
        </pc:spChg>
        <pc:spChg chg="add mod">
          <ac:chgData name="Venkatesh Patil" userId="d9f36aa470552ec6" providerId="LiveId" clId="{E4B38DF2-5A50-49F6-B116-CFAC1FA7D32F}" dt="2024-05-21T16:11:59.824" v="1147" actId="207"/>
          <ac:spMkLst>
            <pc:docMk/>
            <pc:sldMk cId="1456293968" sldId="1372"/>
            <ac:spMk id="9" creationId="{8E292939-ACAE-755E-C7EB-6849714F1AAA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2" creationId="{9E93F837-1583-2394-C707-489468F367D0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3" creationId="{CA015156-AEB9-F3FF-0DC2-D1CB271FF348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4" creationId="{A507964B-7A25-FCFC-0BE6-DD67E9AA107A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5" creationId="{FDFBD953-DC9F-870A-E4EE-96EBB40D58EA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6" creationId="{FDFC4C75-F437-751C-7828-AD1A7DF4329A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7" creationId="{DDBDC075-6084-BB53-B3F2-B29523EB2734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8" creationId="{A55BE156-44B0-EC0C-6E62-05118C9FAC9D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19" creationId="{5F421ACB-90A8-39B9-6562-F9B77E8E3EFB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20" creationId="{8C436995-0055-E962-F4E0-E9A07B38B0E1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21" creationId="{73D4ACFB-1191-326D-10A3-F512222F931F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27" creationId="{2FDB1434-4F6E-94E6-812E-AAD012EECAF3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28" creationId="{539C4D85-08B1-3E4D-00A8-F46AD3EF6374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29" creationId="{94AF18BF-4D0F-8DE0-1952-EAF21E4659DE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0" creationId="{44F7CE29-E6BE-D909-894E-90631F95E057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1" creationId="{BBEE208A-4A14-F2B6-0055-6BFEE9012156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2" creationId="{1A24AA3B-4AC3-0610-0DFC-A7B9322B02DD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3" creationId="{5C670389-D83E-0104-AA06-33D685F52C73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4" creationId="{39C66348-8309-55EC-4016-51D2A3794876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5" creationId="{E7B8095F-CE13-53DE-0C08-0277A1D907CE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6" creationId="{783DD095-DA5C-C7C5-61C9-F305E434373B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7" creationId="{BCFE2552-368C-7F63-1B21-C998F433A0AA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8" creationId="{C78D5153-AE55-8FD9-0AFF-2920693BA7AB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39" creationId="{087FC42E-B4F9-1249-9FCB-A94C7259D3C2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40" creationId="{2444EB08-99CA-0C44-5675-21D46BB61959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42" creationId="{E3DE250D-FB1E-79BB-9656-E26DBAFFA3F1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44" creationId="{0EAE9611-FB78-A4AB-EE5F-A1745F6AE114}"/>
          </ac:spMkLst>
        </pc:spChg>
        <pc:spChg chg="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63" creationId="{561A82CF-C843-321A-B0A6-3F72CB07B440}"/>
          </ac:spMkLst>
        </pc:spChg>
        <pc:spChg chg="add 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75" creationId="{8CA4AF98-BFEE-4135-374D-98B21777FC31}"/>
          </ac:spMkLst>
        </pc:spChg>
        <pc:spChg chg="add mod">
          <ac:chgData name="Venkatesh Patil" userId="d9f36aa470552ec6" providerId="LiveId" clId="{E4B38DF2-5A50-49F6-B116-CFAC1FA7D32F}" dt="2024-05-21T16:47:35.664" v="1659"/>
          <ac:spMkLst>
            <pc:docMk/>
            <pc:sldMk cId="1456293968" sldId="1372"/>
            <ac:spMk id="79" creationId="{B9BC7AD7-7FD7-4CF4-0781-E3A4219E6BFB}"/>
          </ac:spMkLst>
        </pc:spChg>
        <pc:spChg chg="mod">
          <ac:chgData name="Venkatesh Patil" userId="d9f36aa470552ec6" providerId="LiveId" clId="{E4B38DF2-5A50-49F6-B116-CFAC1FA7D32F}" dt="2024-05-21T16:47:54.117" v="1660"/>
          <ac:spMkLst>
            <pc:docMk/>
            <pc:sldMk cId="1456293968" sldId="1372"/>
            <ac:spMk id="81" creationId="{C4FF139D-2A75-C817-53A8-B30A9029E382}"/>
          </ac:spMkLst>
        </pc:spChg>
        <pc:spChg chg="mod">
          <ac:chgData name="Venkatesh Patil" userId="d9f36aa470552ec6" providerId="LiveId" clId="{E4B38DF2-5A50-49F6-B116-CFAC1FA7D32F}" dt="2024-05-21T16:47:54.117" v="1660"/>
          <ac:spMkLst>
            <pc:docMk/>
            <pc:sldMk cId="1456293968" sldId="1372"/>
            <ac:spMk id="82" creationId="{4C4C52BE-4732-6CB9-8081-0475CD8EB674}"/>
          </ac:spMkLst>
        </pc:spChg>
        <pc:spChg chg="add mod">
          <ac:chgData name="Venkatesh Patil" userId="d9f36aa470552ec6" providerId="LiveId" clId="{E4B38DF2-5A50-49F6-B116-CFAC1FA7D32F}" dt="2024-05-21T16:47:54.117" v="1660"/>
          <ac:spMkLst>
            <pc:docMk/>
            <pc:sldMk cId="1456293968" sldId="1372"/>
            <ac:spMk id="83" creationId="{F3D7C58C-D1B2-6617-5003-C477CFBAB454}"/>
          </ac:spMkLst>
        </pc:spChg>
        <pc:spChg chg="add mod">
          <ac:chgData name="Venkatesh Patil" userId="d9f36aa470552ec6" providerId="LiveId" clId="{E4B38DF2-5A50-49F6-B116-CFAC1FA7D32F}" dt="2024-05-21T16:47:54.117" v="1660"/>
          <ac:spMkLst>
            <pc:docMk/>
            <pc:sldMk cId="1456293968" sldId="1372"/>
            <ac:spMk id="84" creationId="{81255FD8-1681-00FE-34CA-2864C9492F78}"/>
          </ac:spMkLst>
        </pc:spChg>
        <pc:grpChg chg="add mod">
          <ac:chgData name="Venkatesh Patil" userId="d9f36aa470552ec6" providerId="LiveId" clId="{E4B38DF2-5A50-49F6-B116-CFAC1FA7D32F}" dt="2024-05-21T16:47:35.664" v="1659"/>
          <ac:grpSpMkLst>
            <pc:docMk/>
            <pc:sldMk cId="1456293968" sldId="1372"/>
            <ac:grpSpMk id="11" creationId="{54D47BFD-F254-1B0F-A0AE-9DBEB793B891}"/>
          </ac:grpSpMkLst>
        </pc:grpChg>
        <pc:grpChg chg="add mod">
          <ac:chgData name="Venkatesh Patil" userId="d9f36aa470552ec6" providerId="LiveId" clId="{E4B38DF2-5A50-49F6-B116-CFAC1FA7D32F}" dt="2024-05-21T16:47:35.664" v="1659"/>
          <ac:grpSpMkLst>
            <pc:docMk/>
            <pc:sldMk cId="1456293968" sldId="1372"/>
            <ac:grpSpMk id="43" creationId="{313D51D4-5929-453C-F6DA-B08E725A2F07}"/>
          </ac:grpSpMkLst>
        </pc:grpChg>
        <pc:grpChg chg="add mod">
          <ac:chgData name="Venkatesh Patil" userId="d9f36aa470552ec6" providerId="LiveId" clId="{E4B38DF2-5A50-49F6-B116-CFAC1FA7D32F}" dt="2024-05-21T16:47:54.117" v="1660"/>
          <ac:grpSpMkLst>
            <pc:docMk/>
            <pc:sldMk cId="1456293968" sldId="1372"/>
            <ac:grpSpMk id="80" creationId="{5B30C5F8-99EC-CE16-DCD7-BD5AF241E107}"/>
          </ac:grpSpMkLst>
        </pc:grp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1456293968" sldId="1372"/>
            <ac:inkMk id="11" creationId="{19C58DE7-861D-B34A-03B2-729EF071AD4E}"/>
          </ac:inkMkLst>
        </pc:inkChg>
        <pc:cxnChg chg="mod">
          <ac:chgData name="Venkatesh Patil" userId="d9f36aa470552ec6" providerId="LiveId" clId="{E4B38DF2-5A50-49F6-B116-CFAC1FA7D32F}" dt="2024-05-21T16:47:35.664" v="1659"/>
          <ac:cxnSpMkLst>
            <pc:docMk/>
            <pc:sldMk cId="1456293968" sldId="1372"/>
            <ac:cxnSpMk id="22" creationId="{48307745-732A-ABB3-9E93-0A556967B8F3}"/>
          </ac:cxnSpMkLst>
        </pc:cxnChg>
        <pc:cxnChg chg="mod">
          <ac:chgData name="Venkatesh Patil" userId="d9f36aa470552ec6" providerId="LiveId" clId="{E4B38DF2-5A50-49F6-B116-CFAC1FA7D32F}" dt="2024-05-21T16:47:35.664" v="1659"/>
          <ac:cxnSpMkLst>
            <pc:docMk/>
            <pc:sldMk cId="1456293968" sldId="1372"/>
            <ac:cxnSpMk id="23" creationId="{56C6B397-12A2-E86D-5786-8D94D661A5D5}"/>
          </ac:cxnSpMkLst>
        </pc:cxnChg>
        <pc:cxnChg chg="mod">
          <ac:chgData name="Venkatesh Patil" userId="d9f36aa470552ec6" providerId="LiveId" clId="{E4B38DF2-5A50-49F6-B116-CFAC1FA7D32F}" dt="2024-05-21T16:47:35.664" v="1659"/>
          <ac:cxnSpMkLst>
            <pc:docMk/>
            <pc:sldMk cId="1456293968" sldId="1372"/>
            <ac:cxnSpMk id="24" creationId="{3688538E-D9E1-B77F-6EB8-6D053EEBDE29}"/>
          </ac:cxnSpMkLst>
        </pc:cxnChg>
        <pc:cxnChg chg="mod">
          <ac:chgData name="Venkatesh Patil" userId="d9f36aa470552ec6" providerId="LiveId" clId="{E4B38DF2-5A50-49F6-B116-CFAC1FA7D32F}" dt="2024-05-21T16:47:35.664" v="1659"/>
          <ac:cxnSpMkLst>
            <pc:docMk/>
            <pc:sldMk cId="1456293968" sldId="1372"/>
            <ac:cxnSpMk id="25" creationId="{1BE94D9E-7508-CFF2-478E-032D6A7D8E63}"/>
          </ac:cxnSpMkLst>
        </pc:cxnChg>
        <pc:cxnChg chg="mod">
          <ac:chgData name="Venkatesh Patil" userId="d9f36aa470552ec6" providerId="LiveId" clId="{E4B38DF2-5A50-49F6-B116-CFAC1FA7D32F}" dt="2024-05-21T16:47:35.664" v="1659"/>
          <ac:cxnSpMkLst>
            <pc:docMk/>
            <pc:sldMk cId="1456293968" sldId="1372"/>
            <ac:cxnSpMk id="26" creationId="{4F52B8B4-3D66-93D7-7B3E-C833998C04A3}"/>
          </ac:cxnSpMkLst>
        </pc:cxnChg>
        <pc:cxnChg chg="mod">
          <ac:chgData name="Venkatesh Patil" userId="d9f36aa470552ec6" providerId="LiveId" clId="{E4B38DF2-5A50-49F6-B116-CFAC1FA7D32F}" dt="2024-05-21T16:47:35.664" v="1659"/>
          <ac:cxnSpMkLst>
            <pc:docMk/>
            <pc:sldMk cId="1456293968" sldId="1372"/>
            <ac:cxnSpMk id="41" creationId="{9A4E0F40-7E5D-6864-BA30-9842B8BABC00}"/>
          </ac:cxnSpMkLst>
        </pc:cxnChg>
      </pc:sldChg>
      <pc:sldChg chg="addSp modSp add del mod">
        <pc:chgData name="Venkatesh Patil" userId="d9f36aa470552ec6" providerId="LiveId" clId="{E4B38DF2-5A50-49F6-B116-CFAC1FA7D32F}" dt="2024-05-21T18:40:57.761" v="1737" actId="47"/>
        <pc:sldMkLst>
          <pc:docMk/>
          <pc:sldMk cId="2510658325" sldId="1373"/>
        </pc:sldMkLst>
        <pc:picChg chg="mod">
          <ac:chgData name="Venkatesh Patil" userId="d9f36aa470552ec6" providerId="LiveId" clId="{E4B38DF2-5A50-49F6-B116-CFAC1FA7D32F}" dt="2024-05-21T16:41:19.231" v="1616" actId="1076"/>
          <ac:picMkLst>
            <pc:docMk/>
            <pc:sldMk cId="2510658325" sldId="1373"/>
            <ac:picMk id="8" creationId="{BAE89F18-794C-185F-6B36-6CE9CA650C6B}"/>
          </ac:picMkLst>
        </pc:picChg>
        <pc:inkChg chg="add">
          <ac:chgData name="Venkatesh Patil" userId="d9f36aa470552ec6" providerId="LiveId" clId="{E4B38DF2-5A50-49F6-B116-CFAC1FA7D32F}" dt="2024-05-21T16:41:35.545" v="1617" actId="9405"/>
          <ac:inkMkLst>
            <pc:docMk/>
            <pc:sldMk cId="2510658325" sldId="1373"/>
            <ac:inkMk id="9" creationId="{408B73E2-911E-74F3-565F-C7F6641FB519}"/>
          </ac:inkMkLst>
        </pc:inkChg>
        <pc:inkChg chg="add">
          <ac:chgData name="Venkatesh Patil" userId="d9f36aa470552ec6" providerId="LiveId" clId="{E4B38DF2-5A50-49F6-B116-CFAC1FA7D32F}" dt="2024-05-21T16:41:37.923" v="1618" actId="9405"/>
          <ac:inkMkLst>
            <pc:docMk/>
            <pc:sldMk cId="2510658325" sldId="1373"/>
            <ac:inkMk id="10" creationId="{FB5B03D9-D979-DF60-4880-BE3949CDB401}"/>
          </ac:inkMkLst>
        </pc:inkChg>
        <pc:cxnChg chg="mod">
          <ac:chgData name="Venkatesh Patil" userId="d9f36aa470552ec6" providerId="LiveId" clId="{E4B38DF2-5A50-49F6-B116-CFAC1FA7D32F}" dt="2024-05-21T16:41:09.850" v="1614" actId="14100"/>
          <ac:cxnSpMkLst>
            <pc:docMk/>
            <pc:sldMk cId="2510658325" sldId="1373"/>
            <ac:cxnSpMk id="7" creationId="{D1FCD357-63FE-70DF-2F81-BEAC84C94518}"/>
          </ac:cxnSpMkLst>
        </pc:cxnChg>
      </pc:sldChg>
      <pc:sldChg chg="addSp add mod ord">
        <pc:chgData name="Venkatesh Patil" userId="d9f36aa470552ec6" providerId="LiveId" clId="{E4B38DF2-5A50-49F6-B116-CFAC1FA7D32F}" dt="2024-05-21T18:41:09.038" v="1739"/>
        <pc:sldMkLst>
          <pc:docMk/>
          <pc:sldMk cId="1234602017" sldId="1374"/>
        </pc:sldMkLst>
        <pc:inkChg chg="add">
          <ac:chgData name="Venkatesh Patil" userId="d9f36aa470552ec6" providerId="LiveId" clId="{E4B38DF2-5A50-49F6-B116-CFAC1FA7D32F}" dt="2024-05-21T16:40:24.476" v="1612" actId="9405"/>
          <ac:inkMkLst>
            <pc:docMk/>
            <pc:sldMk cId="1234602017" sldId="1374"/>
            <ac:inkMk id="3" creationId="{5430EF16-9EA7-F238-9A68-0F7A47E952F2}"/>
          </ac:inkMkLst>
        </pc:inkChg>
      </pc:sldChg>
      <pc:sldChg chg="addSp add mod ord">
        <pc:chgData name="Venkatesh Patil" userId="d9f36aa470552ec6" providerId="LiveId" clId="{E4B38DF2-5A50-49F6-B116-CFAC1FA7D32F}" dt="2024-05-21T18:41:09.038" v="1739"/>
        <pc:sldMkLst>
          <pc:docMk/>
          <pc:sldMk cId="3745126447" sldId="1375"/>
        </pc:sldMkLst>
        <pc:inkChg chg="add">
          <ac:chgData name="Venkatesh Patil" userId="d9f36aa470552ec6" providerId="LiveId" clId="{E4B38DF2-5A50-49F6-B116-CFAC1FA7D32F}" dt="2024-05-21T16:40:32.954" v="1613" actId="9405"/>
          <ac:inkMkLst>
            <pc:docMk/>
            <pc:sldMk cId="3745126447" sldId="1375"/>
            <ac:inkMk id="3" creationId="{6CA2ABD4-E7FB-9211-05FC-4F4CD99836AE}"/>
          </ac:inkMkLst>
        </pc:inkChg>
      </pc:sldChg>
      <pc:sldChg chg="addSp modSp add mod">
        <pc:chgData name="Venkatesh Patil" userId="d9f36aa470552ec6" providerId="LiveId" clId="{E4B38DF2-5A50-49F6-B116-CFAC1FA7D32F}" dt="2024-05-21T20:14:17.574" v="1743"/>
        <pc:sldMkLst>
          <pc:docMk/>
          <pc:sldMk cId="305644977" sldId="1376"/>
        </pc:sldMkLst>
        <pc:grpChg chg="mod">
          <ac:chgData name="Venkatesh Patil" userId="d9f36aa470552ec6" providerId="LiveId" clId="{E4B38DF2-5A50-49F6-B116-CFAC1FA7D32F}" dt="2024-05-21T16:42:30.748" v="1620" actId="1076"/>
          <ac:grpSpMkLst>
            <pc:docMk/>
            <pc:sldMk cId="305644977" sldId="1376"/>
            <ac:grpSpMk id="21" creationId="{9832E68C-41F0-D3B8-6D10-4F900B5C64BD}"/>
          </ac:grpSpMkLst>
        </pc:grpChg>
        <pc:inkChg chg="add">
          <ac:chgData name="Venkatesh Patil" userId="d9f36aa470552ec6" providerId="LiveId" clId="{E4B38DF2-5A50-49F6-B116-CFAC1FA7D32F}" dt="2024-05-21T16:42:13.133" v="1619" actId="9405"/>
          <ac:inkMkLst>
            <pc:docMk/>
            <pc:sldMk cId="305644977" sldId="1376"/>
            <ac:inkMk id="3" creationId="{88152A55-7E16-2FDB-8010-762738F38FA9}"/>
          </ac:inkMkLst>
        </pc:ink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305644977" sldId="1376"/>
            <ac:inkMk id="8" creationId="{3822531A-5180-C389-D7B2-EC93F0BA4B27}"/>
          </ac:inkMkLst>
        </pc:inkChg>
        <pc:inkChg chg="add">
          <ac:chgData name="Venkatesh Patil" userId="d9f36aa470552ec6" providerId="LiveId" clId="{E4B38DF2-5A50-49F6-B116-CFAC1FA7D32F}" dt="2024-05-21T16:42:52.645" v="1622" actId="9405"/>
          <ac:inkMkLst>
            <pc:docMk/>
            <pc:sldMk cId="305644977" sldId="1376"/>
            <ac:inkMk id="9" creationId="{031C8E74-8E29-AE03-E573-84BF12ED292D}"/>
          </ac:inkMkLst>
        </pc:inkChg>
        <pc:inkChg chg="add">
          <ac:chgData name="Venkatesh Patil" userId="d9f36aa470552ec6" providerId="LiveId" clId="{E4B38DF2-5A50-49F6-B116-CFAC1FA7D32F}" dt="2024-05-21T16:42:56.440" v="1623" actId="9405"/>
          <ac:inkMkLst>
            <pc:docMk/>
            <pc:sldMk cId="305644977" sldId="1376"/>
            <ac:inkMk id="10" creationId="{1B52E52D-5A8D-5616-387E-2714C09FE559}"/>
          </ac:inkMkLst>
        </pc:inkChg>
        <pc:inkChg chg="add">
          <ac:chgData name="Venkatesh Patil" userId="d9f36aa470552ec6" providerId="LiveId" clId="{E4B38DF2-5A50-49F6-B116-CFAC1FA7D32F}" dt="2024-05-21T16:43:02.271" v="1624" actId="9405"/>
          <ac:inkMkLst>
            <pc:docMk/>
            <pc:sldMk cId="305644977" sldId="1376"/>
            <ac:inkMk id="11" creationId="{5CA48100-B955-96B1-D552-EA6086AA7E81}"/>
          </ac:inkMkLst>
        </pc:inkChg>
        <pc:inkChg chg="add">
          <ac:chgData name="Venkatesh Patil" userId="d9f36aa470552ec6" providerId="LiveId" clId="{E4B38DF2-5A50-49F6-B116-CFAC1FA7D32F}" dt="2024-05-21T16:43:17.853" v="1625" actId="9405"/>
          <ac:inkMkLst>
            <pc:docMk/>
            <pc:sldMk cId="305644977" sldId="1376"/>
            <ac:inkMk id="12" creationId="{497A0736-ECD2-17B6-F8DD-4101DAD7F583}"/>
          </ac:inkMkLst>
        </pc:inkChg>
        <pc:inkChg chg="add">
          <ac:chgData name="Venkatesh Patil" userId="d9f36aa470552ec6" providerId="LiveId" clId="{E4B38DF2-5A50-49F6-B116-CFAC1FA7D32F}" dt="2024-05-21T16:43:23.618" v="1626" actId="9405"/>
          <ac:inkMkLst>
            <pc:docMk/>
            <pc:sldMk cId="305644977" sldId="1376"/>
            <ac:inkMk id="14" creationId="{1EE81870-40B3-AD8D-D1E2-1A01E76A6B0B}"/>
          </ac:inkMkLst>
        </pc:inkChg>
        <pc:inkChg chg="add">
          <ac:chgData name="Venkatesh Patil" userId="d9f36aa470552ec6" providerId="LiveId" clId="{E4B38DF2-5A50-49F6-B116-CFAC1FA7D32F}" dt="2024-05-21T16:43:31.077" v="1627" actId="9405"/>
          <ac:inkMkLst>
            <pc:docMk/>
            <pc:sldMk cId="305644977" sldId="1376"/>
            <ac:inkMk id="16" creationId="{1A0944C2-012A-0CF8-EF69-63F0B2FE1DB7}"/>
          </ac:inkMkLst>
        </pc:inkChg>
        <pc:cxnChg chg="mod">
          <ac:chgData name="Venkatesh Patil" userId="d9f36aa470552ec6" providerId="LiveId" clId="{E4B38DF2-5A50-49F6-B116-CFAC1FA7D32F}" dt="2024-05-21T16:42:37.867" v="1621" actId="14100"/>
          <ac:cxnSpMkLst>
            <pc:docMk/>
            <pc:sldMk cId="305644977" sldId="1376"/>
            <ac:cxnSpMk id="7" creationId="{11B3D009-160B-477B-072B-64F8AE6BC980}"/>
          </ac:cxnSpMkLst>
        </pc:cxnChg>
      </pc:sldChg>
      <pc:sldChg chg="addSp modSp add del mod">
        <pc:chgData name="Venkatesh Patil" userId="d9f36aa470552ec6" providerId="LiveId" clId="{E4B38DF2-5A50-49F6-B116-CFAC1FA7D32F}" dt="2024-05-21T18:43:45.391" v="1740" actId="47"/>
        <pc:sldMkLst>
          <pc:docMk/>
          <pc:sldMk cId="605693734" sldId="1377"/>
        </pc:sldMkLst>
        <pc:picChg chg="mod">
          <ac:chgData name="Venkatesh Patil" userId="d9f36aa470552ec6" providerId="LiveId" clId="{E4B38DF2-5A50-49F6-B116-CFAC1FA7D32F}" dt="2024-05-21T16:44:40.865" v="1634" actId="1076"/>
          <ac:picMkLst>
            <pc:docMk/>
            <pc:sldMk cId="605693734" sldId="1377"/>
            <ac:picMk id="11" creationId="{5794A8E9-0001-B132-B46B-D1DD51C19C81}"/>
          </ac:picMkLst>
        </pc:picChg>
        <pc:inkChg chg="add">
          <ac:chgData name="Venkatesh Patil" userId="d9f36aa470552ec6" providerId="LiveId" clId="{E4B38DF2-5A50-49F6-B116-CFAC1FA7D32F}" dt="2024-05-21T16:44:51.790" v="1635" actId="9405"/>
          <ac:inkMkLst>
            <pc:docMk/>
            <pc:sldMk cId="605693734" sldId="1377"/>
            <ac:inkMk id="8" creationId="{F835CEE0-4484-88B9-BC0B-89B4811F0844}"/>
          </ac:inkMkLst>
        </pc:inkChg>
        <pc:inkChg chg="add">
          <ac:chgData name="Venkatesh Patil" userId="d9f36aa470552ec6" providerId="LiveId" clId="{E4B38DF2-5A50-49F6-B116-CFAC1FA7D32F}" dt="2024-05-21T16:45:01.562" v="1636" actId="9405"/>
          <ac:inkMkLst>
            <pc:docMk/>
            <pc:sldMk cId="605693734" sldId="1377"/>
            <ac:inkMk id="9" creationId="{A5B33204-4204-A5D1-41B9-1FFD42745685}"/>
          </ac:inkMkLst>
        </pc:inkChg>
        <pc:inkChg chg="add">
          <ac:chgData name="Venkatesh Patil" userId="d9f36aa470552ec6" providerId="LiveId" clId="{E4B38DF2-5A50-49F6-B116-CFAC1FA7D32F}" dt="2024-05-21T16:45:11.207" v="1637" actId="9405"/>
          <ac:inkMkLst>
            <pc:docMk/>
            <pc:sldMk cId="605693734" sldId="1377"/>
            <ac:inkMk id="10" creationId="{82825BBD-A1D4-AAF5-35D8-DEA229D72CD1}"/>
          </ac:inkMkLst>
        </pc:inkChg>
        <pc:cxnChg chg="mod">
          <ac:chgData name="Venkatesh Patil" userId="d9f36aa470552ec6" providerId="LiveId" clId="{E4B38DF2-5A50-49F6-B116-CFAC1FA7D32F}" dt="2024-05-21T16:44:36.090" v="1633" actId="14100"/>
          <ac:cxnSpMkLst>
            <pc:docMk/>
            <pc:sldMk cId="605693734" sldId="1377"/>
            <ac:cxnSpMk id="7" creationId="{6E4BACAA-BF73-93BA-9330-AA04629EB248}"/>
          </ac:cxnSpMkLst>
        </pc:cxnChg>
      </pc:sldChg>
      <pc:sldChg chg="addSp modSp add mod ord">
        <pc:chgData name="Venkatesh Patil" userId="d9f36aa470552ec6" providerId="LiveId" clId="{E4B38DF2-5A50-49F6-B116-CFAC1FA7D32F}" dt="2024-05-21T20:14:17.574" v="1743"/>
        <pc:sldMkLst>
          <pc:docMk/>
          <pc:sldMk cId="148380679" sldId="1378"/>
        </pc:sldMkLst>
        <pc:spChg chg="mod">
          <ac:chgData name="Venkatesh Patil" userId="d9f36aa470552ec6" providerId="LiveId" clId="{E4B38DF2-5A50-49F6-B116-CFAC1FA7D32F}" dt="2024-05-21T16:45:29.352" v="1646" actId="20577"/>
          <ac:spMkLst>
            <pc:docMk/>
            <pc:sldMk cId="148380679" sldId="1378"/>
            <ac:spMk id="2" creationId="{3DA38EDE-E868-1478-FF0F-9821F11E4B57}"/>
          </ac:spMkLst>
        </pc:spChg>
        <pc:spChg chg="add mod">
          <ac:chgData name="Venkatesh Patil" userId="d9f36aa470552ec6" providerId="LiveId" clId="{E4B38DF2-5A50-49F6-B116-CFAC1FA7D32F}" dt="2024-05-21T16:46:58.098" v="1658" actId="1076"/>
          <ac:spMkLst>
            <pc:docMk/>
            <pc:sldMk cId="148380679" sldId="1378"/>
            <ac:spMk id="14" creationId="{15FAFD64-3873-9BED-161B-40AE7B758567}"/>
          </ac:spMkLst>
        </pc:spChg>
        <pc:picChg chg="mod">
          <ac:chgData name="Venkatesh Patil" userId="d9f36aa470552ec6" providerId="LiveId" clId="{E4B38DF2-5A50-49F6-B116-CFAC1FA7D32F}" dt="2024-05-21T16:45:38.830" v="1648" actId="1076"/>
          <ac:picMkLst>
            <pc:docMk/>
            <pc:sldMk cId="148380679" sldId="1378"/>
            <ac:picMk id="8" creationId="{7DB4DF77-81E5-4A73-F7D3-4DE823E76F4A}"/>
          </ac:picMkLst>
        </pc:pic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148380679" sldId="1378"/>
            <ac:inkMk id="3" creationId="{42708E83-E0FF-CC6A-544F-432EA8FAEFCA}"/>
          </ac:inkMkLst>
        </pc:inkChg>
        <pc:inkChg chg="add">
          <ac:chgData name="Venkatesh Patil" userId="d9f36aa470552ec6" providerId="LiveId" clId="{E4B38DF2-5A50-49F6-B116-CFAC1FA7D32F}" dt="2024-05-21T16:45:49.307" v="1649" actId="9405"/>
          <ac:inkMkLst>
            <pc:docMk/>
            <pc:sldMk cId="148380679" sldId="1378"/>
            <ac:inkMk id="10" creationId="{1DCC6B9C-EB2D-CBEF-A07A-05C9139D2E1B}"/>
          </ac:inkMkLst>
        </pc:inkChg>
        <pc:inkChg chg="add">
          <ac:chgData name="Venkatesh Patil" userId="d9f36aa470552ec6" providerId="LiveId" clId="{E4B38DF2-5A50-49F6-B116-CFAC1FA7D32F}" dt="2024-05-21T16:45:52.781" v="1650" actId="9405"/>
          <ac:inkMkLst>
            <pc:docMk/>
            <pc:sldMk cId="148380679" sldId="1378"/>
            <ac:inkMk id="11" creationId="{6D93B099-2E8D-20C6-3928-696E9AFAD176}"/>
          </ac:inkMkLst>
        </pc:inkChg>
        <pc:inkChg chg="add">
          <ac:chgData name="Venkatesh Patil" userId="d9f36aa470552ec6" providerId="LiveId" clId="{E4B38DF2-5A50-49F6-B116-CFAC1FA7D32F}" dt="2024-05-21T16:46:12.180" v="1651" actId="9405"/>
          <ac:inkMkLst>
            <pc:docMk/>
            <pc:sldMk cId="148380679" sldId="1378"/>
            <ac:inkMk id="12" creationId="{CCF1831D-C506-6FEE-DED5-394FAB2652C5}"/>
          </ac:inkMkLst>
        </pc:inkChg>
        <pc:inkChg chg="add">
          <ac:chgData name="Venkatesh Patil" userId="d9f36aa470552ec6" providerId="LiveId" clId="{E4B38DF2-5A50-49F6-B116-CFAC1FA7D32F}" dt="2024-05-21T16:46:16.790" v="1652" actId="9405"/>
          <ac:inkMkLst>
            <pc:docMk/>
            <pc:sldMk cId="148380679" sldId="1378"/>
            <ac:inkMk id="13" creationId="{B9A198B3-D5F6-50C2-00CF-65494E17CF85}"/>
          </ac:inkMkLst>
        </pc:inkChg>
        <pc:cxnChg chg="mod">
          <ac:chgData name="Venkatesh Patil" userId="d9f36aa470552ec6" providerId="LiveId" clId="{E4B38DF2-5A50-49F6-B116-CFAC1FA7D32F}" dt="2024-05-21T16:45:34.715" v="1647" actId="14100"/>
          <ac:cxnSpMkLst>
            <pc:docMk/>
            <pc:sldMk cId="148380679" sldId="1378"/>
            <ac:cxnSpMk id="7" creationId="{DDDE8903-348A-B313-0062-FE6DCA6D0B91}"/>
          </ac:cxnSpMkLst>
        </pc:cxnChg>
      </pc:sldChg>
      <pc:sldChg chg="addSp modSp add mod">
        <pc:chgData name="Venkatesh Patil" userId="d9f36aa470552ec6" providerId="LiveId" clId="{E4B38DF2-5A50-49F6-B116-CFAC1FA7D32F}" dt="2024-05-21T20:14:17.574" v="1743"/>
        <pc:sldMkLst>
          <pc:docMk/>
          <pc:sldMk cId="3213691078" sldId="1392"/>
        </pc:sldMkLst>
        <pc:grpChg chg="mod">
          <ac:chgData name="Venkatesh Patil" userId="d9f36aa470552ec6" providerId="LiveId" clId="{E4B38DF2-5A50-49F6-B116-CFAC1FA7D32F}" dt="2024-05-21T16:43:48.729" v="1629" actId="1076"/>
          <ac:grpSpMkLst>
            <pc:docMk/>
            <pc:sldMk cId="3213691078" sldId="1392"/>
            <ac:grpSpMk id="14" creationId="{B01226EB-F892-0CC5-2652-E87D866E869A}"/>
          </ac:grpSpMkLst>
        </pc:grpChg>
        <pc:inkChg chg="add">
          <ac:chgData name="Venkatesh Patil" userId="d9f36aa470552ec6" providerId="LiveId" clId="{E4B38DF2-5A50-49F6-B116-CFAC1FA7D32F}" dt="2024-05-21T20:14:17.574" v="1743"/>
          <ac:inkMkLst>
            <pc:docMk/>
            <pc:sldMk cId="3213691078" sldId="1392"/>
            <ac:inkMk id="3" creationId="{9F2AC550-FDDD-85BF-314A-2C27E9CCB4AE}"/>
          </ac:inkMkLst>
        </pc:inkChg>
        <pc:inkChg chg="add">
          <ac:chgData name="Venkatesh Patil" userId="d9f36aa470552ec6" providerId="LiveId" clId="{E4B38DF2-5A50-49F6-B116-CFAC1FA7D32F}" dt="2024-05-21T16:43:58.109" v="1630" actId="9405"/>
          <ac:inkMkLst>
            <pc:docMk/>
            <pc:sldMk cId="3213691078" sldId="1392"/>
            <ac:inkMk id="9" creationId="{936E5719-63A8-1EF9-B209-4C0A1564A1CC}"/>
          </ac:inkMkLst>
        </pc:inkChg>
        <pc:inkChg chg="add">
          <ac:chgData name="Venkatesh Patil" userId="d9f36aa470552ec6" providerId="LiveId" clId="{E4B38DF2-5A50-49F6-B116-CFAC1FA7D32F}" dt="2024-05-21T16:44:01.340" v="1631" actId="9405"/>
          <ac:inkMkLst>
            <pc:docMk/>
            <pc:sldMk cId="3213691078" sldId="1392"/>
            <ac:inkMk id="11" creationId="{516BA10E-EEEC-72E7-1C49-3A149DBAB56C}"/>
          </ac:inkMkLst>
        </pc:inkChg>
        <pc:inkChg chg="add">
          <ac:chgData name="Venkatesh Patil" userId="d9f36aa470552ec6" providerId="LiveId" clId="{E4B38DF2-5A50-49F6-B116-CFAC1FA7D32F}" dt="2024-05-21T16:44:09.546" v="1632" actId="9405"/>
          <ac:inkMkLst>
            <pc:docMk/>
            <pc:sldMk cId="3213691078" sldId="1392"/>
            <ac:inkMk id="13" creationId="{A41BEE0F-75B7-48AE-3B29-F7FBA3292520}"/>
          </ac:inkMkLst>
        </pc:inkChg>
        <pc:cxnChg chg="mod">
          <ac:chgData name="Venkatesh Patil" userId="d9f36aa470552ec6" providerId="LiveId" clId="{E4B38DF2-5A50-49F6-B116-CFAC1FA7D32F}" dt="2024-05-21T16:43:43.037" v="1628" actId="14100"/>
          <ac:cxnSpMkLst>
            <pc:docMk/>
            <pc:sldMk cId="3213691078" sldId="1392"/>
            <ac:cxnSpMk id="7" creationId="{622EC3CF-2382-8227-B16C-41A5D945C6C4}"/>
          </ac:cxnSpMkLst>
        </pc:cxnChg>
      </pc:sldChg>
      <pc:sldChg chg="add">
        <pc:chgData name="Venkatesh Patil" userId="d9f36aa470552ec6" providerId="LiveId" clId="{E4B38DF2-5A50-49F6-B116-CFAC1FA7D32F}" dt="2024-05-21T15:15:50.476" v="1056"/>
        <pc:sldMkLst>
          <pc:docMk/>
          <pc:sldMk cId="25159620" sldId="1394"/>
        </pc:sldMkLst>
      </pc:sldChg>
      <pc:sldChg chg="add del">
        <pc:chgData name="Venkatesh Patil" userId="d9f36aa470552ec6" providerId="LiveId" clId="{E4B38DF2-5A50-49F6-B116-CFAC1FA7D32F}" dt="2024-05-21T16:26:39.316" v="1549" actId="47"/>
        <pc:sldMkLst>
          <pc:docMk/>
          <pc:sldMk cId="1815773280" sldId="1395"/>
        </pc:sldMkLst>
      </pc:sldChg>
      <pc:sldChg chg="addSp delSp modSp add mod">
        <pc:chgData name="Venkatesh Patil" userId="d9f36aa470552ec6" providerId="LiveId" clId="{E4B38DF2-5A50-49F6-B116-CFAC1FA7D32F}" dt="2024-05-21T16:33:58.734" v="1589" actId="1076"/>
        <pc:sldMkLst>
          <pc:docMk/>
          <pc:sldMk cId="486097027" sldId="1396"/>
        </pc:sldMkLst>
        <pc:spChg chg="add mod">
          <ac:chgData name="Venkatesh Patil" userId="d9f36aa470552ec6" providerId="LiveId" clId="{E4B38DF2-5A50-49F6-B116-CFAC1FA7D32F}" dt="2024-05-21T16:30:39.114" v="1561" actId="1076"/>
          <ac:spMkLst>
            <pc:docMk/>
            <pc:sldMk cId="486097027" sldId="1396"/>
            <ac:spMk id="3" creationId="{4B057EFF-0826-2DB3-4977-7E34F77E0B20}"/>
          </ac:spMkLst>
        </pc:spChg>
        <pc:spChg chg="add mod">
          <ac:chgData name="Venkatesh Patil" userId="d9f36aa470552ec6" providerId="LiveId" clId="{E4B38DF2-5A50-49F6-B116-CFAC1FA7D32F}" dt="2024-05-21T16:30:39.114" v="1561" actId="1076"/>
          <ac:spMkLst>
            <pc:docMk/>
            <pc:sldMk cId="486097027" sldId="1396"/>
            <ac:spMk id="8" creationId="{EE6C66CD-E15E-FC30-B9E8-9414086C7828}"/>
          </ac:spMkLst>
        </pc:spChg>
        <pc:spChg chg="add mod">
          <ac:chgData name="Venkatesh Patil" userId="d9f36aa470552ec6" providerId="LiveId" clId="{E4B38DF2-5A50-49F6-B116-CFAC1FA7D32F}" dt="2024-05-21T16:32:09.798" v="1579" actId="693"/>
          <ac:spMkLst>
            <pc:docMk/>
            <pc:sldMk cId="486097027" sldId="1396"/>
            <ac:spMk id="9" creationId="{2114C5BA-245D-B97F-4FC8-D0D0F0E0642C}"/>
          </ac:spMkLst>
        </pc:spChg>
        <pc:spChg chg="add mod">
          <ac:chgData name="Venkatesh Patil" userId="d9f36aa470552ec6" providerId="LiveId" clId="{E4B38DF2-5A50-49F6-B116-CFAC1FA7D32F}" dt="2024-05-21T16:31:41.860" v="1576" actId="164"/>
          <ac:spMkLst>
            <pc:docMk/>
            <pc:sldMk cId="486097027" sldId="1396"/>
            <ac:spMk id="11" creationId="{C5C7A155-81EF-1101-E2D3-B14FB523E878}"/>
          </ac:spMkLst>
        </pc:spChg>
        <pc:spChg chg="add del">
          <ac:chgData name="Venkatesh Patil" userId="d9f36aa470552ec6" providerId="LiveId" clId="{E4B38DF2-5A50-49F6-B116-CFAC1FA7D32F}" dt="2024-05-21T16:32:48.064" v="1582" actId="478"/>
          <ac:spMkLst>
            <pc:docMk/>
            <pc:sldMk cId="486097027" sldId="1396"/>
            <ac:spMk id="13" creationId="{2E584C06-08AD-902F-9DD6-A030D0831833}"/>
          </ac:spMkLst>
        </pc:spChg>
        <pc:spChg chg="add del mod">
          <ac:chgData name="Venkatesh Patil" userId="d9f36aa470552ec6" providerId="LiveId" clId="{E4B38DF2-5A50-49F6-B116-CFAC1FA7D32F}" dt="2024-05-21T16:33:26.034" v="1587" actId="1076"/>
          <ac:spMkLst>
            <pc:docMk/>
            <pc:sldMk cId="486097027" sldId="1396"/>
            <ac:spMk id="14" creationId="{BAC50716-1412-9A62-2998-BD0DCA4C07B0}"/>
          </ac:spMkLst>
        </pc:spChg>
        <pc:spChg chg="add mod">
          <ac:chgData name="Venkatesh Patil" userId="d9f36aa470552ec6" providerId="LiveId" clId="{E4B38DF2-5A50-49F6-B116-CFAC1FA7D32F}" dt="2024-05-21T16:33:58.734" v="1589" actId="1076"/>
          <ac:spMkLst>
            <pc:docMk/>
            <pc:sldMk cId="486097027" sldId="1396"/>
            <ac:spMk id="15" creationId="{11471077-0E8D-8F1A-A526-07415D65447E}"/>
          </ac:spMkLst>
        </pc:spChg>
        <pc:grpChg chg="add mod">
          <ac:chgData name="Venkatesh Patil" userId="d9f36aa470552ec6" providerId="LiveId" clId="{E4B38DF2-5A50-49F6-B116-CFAC1FA7D32F}" dt="2024-05-21T16:32:30.765" v="1580" actId="1076"/>
          <ac:grpSpMkLst>
            <pc:docMk/>
            <pc:sldMk cId="486097027" sldId="1396"/>
            <ac:grpSpMk id="12" creationId="{DD3A83B7-F1F1-3C66-9D43-45500553B3A6}"/>
          </ac:grpSpMkLst>
        </pc:grpChg>
        <pc:grpChg chg="ord">
          <ac:chgData name="Venkatesh Patil" userId="d9f36aa470552ec6" providerId="LiveId" clId="{E4B38DF2-5A50-49F6-B116-CFAC1FA7D32F}" dt="2024-05-21T16:33:21.944" v="1586" actId="167"/>
          <ac:grpSpMkLst>
            <pc:docMk/>
            <pc:sldMk cId="486097027" sldId="1396"/>
            <ac:grpSpMk id="45" creationId="{96EB447C-0E35-8F45-9EA9-0A23844227FD}"/>
          </ac:grpSpMkLst>
        </pc:grpChg>
      </pc:sldChg>
      <pc:sldChg chg="add del">
        <pc:chgData name="Venkatesh Patil" userId="d9f36aa470552ec6" providerId="LiveId" clId="{E4B38DF2-5A50-49F6-B116-CFAC1FA7D32F}" dt="2024-05-21T16:26:31.066" v="1548" actId="47"/>
        <pc:sldMkLst>
          <pc:docMk/>
          <pc:sldMk cId="789916199" sldId="1397"/>
        </pc:sldMkLst>
      </pc:sldChg>
      <pc:sldChg chg="add del">
        <pc:chgData name="Venkatesh Patil" userId="d9f36aa470552ec6" providerId="LiveId" clId="{E4B38DF2-5A50-49F6-B116-CFAC1FA7D32F}" dt="2024-05-21T16:28:33.020" v="1556" actId="47"/>
        <pc:sldMkLst>
          <pc:docMk/>
          <pc:sldMk cId="1457787010" sldId="1397"/>
        </pc:sldMkLst>
      </pc:sldChg>
      <pc:sldChg chg="add del">
        <pc:chgData name="Venkatesh Patil" userId="d9f36aa470552ec6" providerId="LiveId" clId="{E4B38DF2-5A50-49F6-B116-CFAC1FA7D32F}" dt="2024-05-21T15:18:29.255" v="1076" actId="47"/>
        <pc:sldMkLst>
          <pc:docMk/>
          <pc:sldMk cId="2942656838" sldId="1397"/>
        </pc:sldMkLst>
      </pc:sldChg>
      <pc:sldMasterChg chg="modSp mod">
        <pc:chgData name="Venkatesh Patil" userId="d9f36aa470552ec6" providerId="LiveId" clId="{E4B38DF2-5A50-49F6-B116-CFAC1FA7D32F}" dt="2024-05-21T14:35:26.916" v="416" actId="14100"/>
        <pc:sldMasterMkLst>
          <pc:docMk/>
          <pc:sldMasterMk cId="3053075354" sldId="2147483672"/>
        </pc:sldMasterMkLst>
        <pc:spChg chg="mod">
          <ac:chgData name="Venkatesh Patil" userId="d9f36aa470552ec6" providerId="LiveId" clId="{E4B38DF2-5A50-49F6-B116-CFAC1FA7D32F}" dt="2024-05-21T14:35:26.916" v="416" actId="14100"/>
          <ac:spMkLst>
            <pc:docMk/>
            <pc:sldMasterMk cId="3053075354" sldId="2147483672"/>
            <ac:spMk id="6" creationId="{8DBD7C63-4FF8-B5F2-195F-C35930CB6249}"/>
          </ac:spMkLst>
        </pc:spChg>
      </pc:sldMasterChg>
    </pc:docChg>
  </pc:docChgLst>
  <pc:docChgLst>
    <pc:chgData name="Venkatesh Patil" userId="d9f36aa470552ec6" providerId="LiveId" clId="{EFAD7E2F-8CE5-4C5F-BCDD-49057FB60EF0}"/>
    <pc:docChg chg="undo custSel addSld delSld modSld sldOrd">
      <pc:chgData name="Venkatesh Patil" userId="d9f36aa470552ec6" providerId="LiveId" clId="{EFAD7E2F-8CE5-4C5F-BCDD-49057FB60EF0}" dt="2024-05-23T17:04:32.552" v="1019" actId="1076"/>
      <pc:docMkLst>
        <pc:docMk/>
      </pc:docMkLst>
      <pc:sldChg chg="modSp mod">
        <pc:chgData name="Venkatesh Patil" userId="d9f36aa470552ec6" providerId="LiveId" clId="{EFAD7E2F-8CE5-4C5F-BCDD-49057FB60EF0}" dt="2024-05-23T05:07:34.699" v="260" actId="20577"/>
        <pc:sldMkLst>
          <pc:docMk/>
          <pc:sldMk cId="3526645437" sldId="781"/>
        </pc:sldMkLst>
        <pc:spChg chg="mod">
          <ac:chgData name="Venkatesh Patil" userId="d9f36aa470552ec6" providerId="LiveId" clId="{EFAD7E2F-8CE5-4C5F-BCDD-49057FB60EF0}" dt="2024-05-23T05:07:34.699" v="260" actId="20577"/>
          <ac:spMkLst>
            <pc:docMk/>
            <pc:sldMk cId="3526645437" sldId="781"/>
            <ac:spMk id="13314" creationId="{00000000-0000-0000-0000-000000000000}"/>
          </ac:spMkLst>
        </pc:spChg>
      </pc:sldChg>
      <pc:sldChg chg="modSp mod">
        <pc:chgData name="Venkatesh Patil" userId="d9f36aa470552ec6" providerId="LiveId" clId="{EFAD7E2F-8CE5-4C5F-BCDD-49057FB60EF0}" dt="2024-05-23T05:07:17.611" v="243" actId="20577"/>
        <pc:sldMkLst>
          <pc:docMk/>
          <pc:sldMk cId="3690305819" sldId="1082"/>
        </pc:sldMkLst>
        <pc:spChg chg="mod">
          <ac:chgData name="Venkatesh Patil" userId="d9f36aa470552ec6" providerId="LiveId" clId="{EFAD7E2F-8CE5-4C5F-BCDD-49057FB60EF0}" dt="2024-05-23T05:07:17.611" v="243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addSp modSp mod">
        <pc:chgData name="Venkatesh Patil" userId="d9f36aa470552ec6" providerId="LiveId" clId="{EFAD7E2F-8CE5-4C5F-BCDD-49057FB60EF0}" dt="2024-05-23T05:09:10.971" v="317" actId="1076"/>
        <pc:sldMkLst>
          <pc:docMk/>
          <pc:sldMk cId="3502830358" sldId="1256"/>
        </pc:sldMkLst>
        <pc:spChg chg="add mod ord">
          <ac:chgData name="Venkatesh Patil" userId="d9f36aa470552ec6" providerId="LiveId" clId="{EFAD7E2F-8CE5-4C5F-BCDD-49057FB60EF0}" dt="2024-05-23T05:08:43.603" v="275" actId="693"/>
          <ac:spMkLst>
            <pc:docMk/>
            <pc:sldMk cId="3502830358" sldId="1256"/>
            <ac:spMk id="2" creationId="{FB1660A3-7526-02C9-3927-DDA5DC7F9531}"/>
          </ac:spMkLst>
        </pc:spChg>
        <pc:spChg chg="mod">
          <ac:chgData name="Venkatesh Patil" userId="d9f36aa470552ec6" providerId="LiveId" clId="{EFAD7E2F-8CE5-4C5F-BCDD-49057FB60EF0}" dt="2024-05-23T05:07:44.677" v="267" actId="20577"/>
          <ac:spMkLst>
            <pc:docMk/>
            <pc:sldMk cId="3502830358" sldId="1256"/>
            <ac:spMk id="6" creationId="{FF43D8F2-F3AD-C3A9-E8D2-1CF411116A6D}"/>
          </ac:spMkLst>
        </pc:spChg>
        <pc:spChg chg="add mod">
          <ac:chgData name="Venkatesh Patil" userId="d9f36aa470552ec6" providerId="LiveId" clId="{EFAD7E2F-8CE5-4C5F-BCDD-49057FB60EF0}" dt="2024-05-23T05:09:10.971" v="317" actId="1076"/>
          <ac:spMkLst>
            <pc:docMk/>
            <pc:sldMk cId="3502830358" sldId="1256"/>
            <ac:spMk id="9" creationId="{A18E786D-1CE1-6252-538A-762F1D775432}"/>
          </ac:spMkLst>
        </pc:spChg>
      </pc:sldChg>
      <pc:sldChg chg="modSp mod">
        <pc:chgData name="Venkatesh Patil" userId="d9f36aa470552ec6" providerId="LiveId" clId="{EFAD7E2F-8CE5-4C5F-BCDD-49057FB60EF0}" dt="2024-05-23T06:28:16.788" v="911" actId="20577"/>
        <pc:sldMkLst>
          <pc:docMk/>
          <pc:sldMk cId="2650919241" sldId="1275"/>
        </pc:sldMkLst>
        <pc:spChg chg="mod">
          <ac:chgData name="Venkatesh Patil" userId="d9f36aa470552ec6" providerId="LiveId" clId="{EFAD7E2F-8CE5-4C5F-BCDD-49057FB60EF0}" dt="2024-05-23T06:28:16.788" v="911" actId="20577"/>
          <ac:spMkLst>
            <pc:docMk/>
            <pc:sldMk cId="2650919241" sldId="1275"/>
            <ac:spMk id="3" creationId="{E5FC261A-722B-BF20-143E-8281EC29DDB7}"/>
          </ac:spMkLst>
        </pc:spChg>
      </pc:sldChg>
      <pc:sldChg chg="del">
        <pc:chgData name="Venkatesh Patil" userId="d9f36aa470552ec6" providerId="LiveId" clId="{EFAD7E2F-8CE5-4C5F-BCDD-49057FB60EF0}" dt="2024-05-23T05:09:31.598" v="318" actId="47"/>
        <pc:sldMkLst>
          <pc:docMk/>
          <pc:sldMk cId="1337379247" sldId="1296"/>
        </pc:sldMkLst>
      </pc:sldChg>
      <pc:sldChg chg="del">
        <pc:chgData name="Venkatesh Patil" userId="d9f36aa470552ec6" providerId="LiveId" clId="{EFAD7E2F-8CE5-4C5F-BCDD-49057FB60EF0}" dt="2024-05-23T05:09:42.454" v="332" actId="47"/>
        <pc:sldMkLst>
          <pc:docMk/>
          <pc:sldMk cId="2036206000" sldId="1322"/>
        </pc:sldMkLst>
      </pc:sldChg>
      <pc:sldChg chg="del">
        <pc:chgData name="Venkatesh Patil" userId="d9f36aa470552ec6" providerId="LiveId" clId="{EFAD7E2F-8CE5-4C5F-BCDD-49057FB60EF0}" dt="2024-05-23T05:09:32.241" v="319" actId="47"/>
        <pc:sldMkLst>
          <pc:docMk/>
          <pc:sldMk cId="2405102728" sldId="1336"/>
        </pc:sldMkLst>
      </pc:sldChg>
      <pc:sldChg chg="addSp modSp">
        <pc:chgData name="Venkatesh Patil" userId="d9f36aa470552ec6" providerId="LiveId" clId="{EFAD7E2F-8CE5-4C5F-BCDD-49057FB60EF0}" dt="2024-05-23T05:10:06.042" v="335"/>
        <pc:sldMkLst>
          <pc:docMk/>
          <pc:sldMk cId="2720690196" sldId="1339"/>
        </pc:sldMkLst>
        <pc:spChg chg="mod">
          <ac:chgData name="Venkatesh Patil" userId="d9f36aa470552ec6" providerId="LiveId" clId="{EFAD7E2F-8CE5-4C5F-BCDD-49057FB60EF0}" dt="2024-05-23T05:10:06.042" v="335"/>
          <ac:spMkLst>
            <pc:docMk/>
            <pc:sldMk cId="2720690196" sldId="1339"/>
            <ac:spMk id="9" creationId="{354BBC3B-382B-4802-DAA6-18AF0FFC0C86}"/>
          </ac:spMkLst>
        </pc:spChg>
        <pc:spChg chg="mod">
          <ac:chgData name="Venkatesh Patil" userId="d9f36aa470552ec6" providerId="LiveId" clId="{EFAD7E2F-8CE5-4C5F-BCDD-49057FB60EF0}" dt="2024-05-23T05:10:06.042" v="335"/>
          <ac:spMkLst>
            <pc:docMk/>
            <pc:sldMk cId="2720690196" sldId="1339"/>
            <ac:spMk id="11" creationId="{21E3E869-A04D-E006-E692-C4FD521FEB11}"/>
          </ac:spMkLst>
        </pc:spChg>
        <pc:spChg chg="add mod">
          <ac:chgData name="Venkatesh Patil" userId="d9f36aa470552ec6" providerId="LiveId" clId="{EFAD7E2F-8CE5-4C5F-BCDD-49057FB60EF0}" dt="2024-05-23T05:10:06.042" v="335"/>
          <ac:spMkLst>
            <pc:docMk/>
            <pc:sldMk cId="2720690196" sldId="1339"/>
            <ac:spMk id="12" creationId="{F0DC93B4-4A4E-3ADE-8DE9-801639B06996}"/>
          </ac:spMkLst>
        </pc:spChg>
        <pc:spChg chg="add mod">
          <ac:chgData name="Venkatesh Patil" userId="d9f36aa470552ec6" providerId="LiveId" clId="{EFAD7E2F-8CE5-4C5F-BCDD-49057FB60EF0}" dt="2024-05-23T05:10:06.042" v="335"/>
          <ac:spMkLst>
            <pc:docMk/>
            <pc:sldMk cId="2720690196" sldId="1339"/>
            <ac:spMk id="13" creationId="{6F3DC873-A729-EDC4-686F-A10B7EB30F58}"/>
          </ac:spMkLst>
        </pc:spChg>
        <pc:grpChg chg="add mod">
          <ac:chgData name="Venkatesh Patil" userId="d9f36aa470552ec6" providerId="LiveId" clId="{EFAD7E2F-8CE5-4C5F-BCDD-49057FB60EF0}" dt="2024-05-23T05:10:06.042" v="335"/>
          <ac:grpSpMkLst>
            <pc:docMk/>
            <pc:sldMk cId="2720690196" sldId="1339"/>
            <ac:grpSpMk id="3" creationId="{8B604C71-3D94-EF2D-D8C4-72FCF741335D}"/>
          </ac:grpSpMkLst>
        </pc:grpChg>
      </pc:sldChg>
      <pc:sldChg chg="del">
        <pc:chgData name="Venkatesh Patil" userId="d9f36aa470552ec6" providerId="LiveId" clId="{EFAD7E2F-8CE5-4C5F-BCDD-49057FB60EF0}" dt="2024-05-23T05:09:32.837" v="320" actId="47"/>
        <pc:sldMkLst>
          <pc:docMk/>
          <pc:sldMk cId="1714814975" sldId="1345"/>
        </pc:sldMkLst>
      </pc:sldChg>
      <pc:sldChg chg="del">
        <pc:chgData name="Venkatesh Patil" userId="d9f36aa470552ec6" providerId="LiveId" clId="{EFAD7E2F-8CE5-4C5F-BCDD-49057FB60EF0}" dt="2024-05-23T05:09:33.778" v="322" actId="47"/>
        <pc:sldMkLst>
          <pc:docMk/>
          <pc:sldMk cId="2532759664" sldId="1346"/>
        </pc:sldMkLst>
      </pc:sldChg>
      <pc:sldChg chg="del">
        <pc:chgData name="Venkatesh Patil" userId="d9f36aa470552ec6" providerId="LiveId" clId="{EFAD7E2F-8CE5-4C5F-BCDD-49057FB60EF0}" dt="2024-05-23T05:09:33.247" v="321" actId="47"/>
        <pc:sldMkLst>
          <pc:docMk/>
          <pc:sldMk cId="1295087332" sldId="1347"/>
        </pc:sldMkLst>
      </pc:sldChg>
      <pc:sldChg chg="del">
        <pc:chgData name="Venkatesh Patil" userId="d9f36aa470552ec6" providerId="LiveId" clId="{EFAD7E2F-8CE5-4C5F-BCDD-49057FB60EF0}" dt="2024-05-23T05:09:35.384" v="325" actId="47"/>
        <pc:sldMkLst>
          <pc:docMk/>
          <pc:sldMk cId="2631670437" sldId="1348"/>
        </pc:sldMkLst>
      </pc:sldChg>
      <pc:sldChg chg="del">
        <pc:chgData name="Venkatesh Patil" userId="d9f36aa470552ec6" providerId="LiveId" clId="{EFAD7E2F-8CE5-4C5F-BCDD-49057FB60EF0}" dt="2024-05-23T05:09:37" v="326" actId="47"/>
        <pc:sldMkLst>
          <pc:docMk/>
          <pc:sldMk cId="3077969390" sldId="1349"/>
        </pc:sldMkLst>
      </pc:sldChg>
      <pc:sldChg chg="del">
        <pc:chgData name="Venkatesh Patil" userId="d9f36aa470552ec6" providerId="LiveId" clId="{EFAD7E2F-8CE5-4C5F-BCDD-49057FB60EF0}" dt="2024-05-23T05:09:38.365" v="328" actId="47"/>
        <pc:sldMkLst>
          <pc:docMk/>
          <pc:sldMk cId="1814621006" sldId="1350"/>
        </pc:sldMkLst>
      </pc:sldChg>
      <pc:sldChg chg="del">
        <pc:chgData name="Venkatesh Patil" userId="d9f36aa470552ec6" providerId="LiveId" clId="{EFAD7E2F-8CE5-4C5F-BCDD-49057FB60EF0}" dt="2024-05-23T05:09:38.913" v="329" actId="47"/>
        <pc:sldMkLst>
          <pc:docMk/>
          <pc:sldMk cId="1500146779" sldId="1351"/>
        </pc:sldMkLst>
      </pc:sldChg>
      <pc:sldChg chg="del">
        <pc:chgData name="Venkatesh Patil" userId="d9f36aa470552ec6" providerId="LiveId" clId="{EFAD7E2F-8CE5-4C5F-BCDD-49057FB60EF0}" dt="2024-05-23T05:09:34.238" v="323" actId="47"/>
        <pc:sldMkLst>
          <pc:docMk/>
          <pc:sldMk cId="1029519808" sldId="1352"/>
        </pc:sldMkLst>
      </pc:sldChg>
      <pc:sldChg chg="del">
        <pc:chgData name="Venkatesh Patil" userId="d9f36aa470552ec6" providerId="LiveId" clId="{EFAD7E2F-8CE5-4C5F-BCDD-49057FB60EF0}" dt="2024-05-23T05:09:40.892" v="330" actId="47"/>
        <pc:sldMkLst>
          <pc:docMk/>
          <pc:sldMk cId="3761633431" sldId="1353"/>
        </pc:sldMkLst>
      </pc:sldChg>
      <pc:sldChg chg="del">
        <pc:chgData name="Venkatesh Patil" userId="d9f36aa470552ec6" providerId="LiveId" clId="{EFAD7E2F-8CE5-4C5F-BCDD-49057FB60EF0}" dt="2024-05-23T05:09:41.487" v="331" actId="47"/>
        <pc:sldMkLst>
          <pc:docMk/>
          <pc:sldMk cId="3333776495" sldId="1355"/>
        </pc:sldMkLst>
      </pc:sldChg>
      <pc:sldChg chg="del">
        <pc:chgData name="Venkatesh Patil" userId="d9f36aa470552ec6" providerId="LiveId" clId="{EFAD7E2F-8CE5-4C5F-BCDD-49057FB60EF0}" dt="2024-05-23T05:09:34.694" v="324" actId="47"/>
        <pc:sldMkLst>
          <pc:docMk/>
          <pc:sldMk cId="1108555564" sldId="1360"/>
        </pc:sldMkLst>
      </pc:sldChg>
      <pc:sldChg chg="add del">
        <pc:chgData name="Venkatesh Patil" userId="d9f36aa470552ec6" providerId="LiveId" clId="{EFAD7E2F-8CE5-4C5F-BCDD-49057FB60EF0}" dt="2024-05-23T05:09:47.919" v="334" actId="47"/>
        <pc:sldMkLst>
          <pc:docMk/>
          <pc:sldMk cId="3129909375" sldId="1361"/>
        </pc:sldMkLst>
      </pc:sldChg>
      <pc:sldChg chg="del">
        <pc:chgData name="Venkatesh Patil" userId="d9f36aa470552ec6" providerId="LiveId" clId="{EFAD7E2F-8CE5-4C5F-BCDD-49057FB60EF0}" dt="2024-05-23T05:09:37.439" v="327" actId="47"/>
        <pc:sldMkLst>
          <pc:docMk/>
          <pc:sldMk cId="2261460646" sldId="1362"/>
        </pc:sldMkLst>
      </pc:sldChg>
      <pc:sldChg chg="addSp delSp modSp mod">
        <pc:chgData name="Venkatesh Patil" userId="d9f36aa470552ec6" providerId="LiveId" clId="{EFAD7E2F-8CE5-4C5F-BCDD-49057FB60EF0}" dt="2024-05-23T16:47:24.240" v="919" actId="1076"/>
        <pc:sldMkLst>
          <pc:docMk/>
          <pc:sldMk cId="299283882" sldId="1364"/>
        </pc:sldMkLst>
        <pc:picChg chg="del">
          <ac:chgData name="Venkatesh Patil" userId="d9f36aa470552ec6" providerId="LiveId" clId="{EFAD7E2F-8CE5-4C5F-BCDD-49057FB60EF0}" dt="2024-05-23T16:47:13.554" v="912" actId="478"/>
          <ac:picMkLst>
            <pc:docMk/>
            <pc:sldMk cId="299283882" sldId="1364"/>
            <ac:picMk id="8" creationId="{2D01A961-DD7B-1230-3247-CD71A47A8D94}"/>
          </ac:picMkLst>
        </pc:picChg>
        <pc:picChg chg="add mod">
          <ac:chgData name="Venkatesh Patil" userId="d9f36aa470552ec6" providerId="LiveId" clId="{EFAD7E2F-8CE5-4C5F-BCDD-49057FB60EF0}" dt="2024-05-23T16:47:24.240" v="919" actId="1076"/>
          <ac:picMkLst>
            <pc:docMk/>
            <pc:sldMk cId="299283882" sldId="1364"/>
            <ac:picMk id="13" creationId="{7C57D590-8713-2D31-725A-F1E43C85DE4E}"/>
          </ac:picMkLst>
        </pc:picChg>
        <pc:inkChg chg="del">
          <ac:chgData name="Venkatesh Patil" userId="d9f36aa470552ec6" providerId="LiveId" clId="{EFAD7E2F-8CE5-4C5F-BCDD-49057FB60EF0}" dt="2024-05-23T16:47:19.079" v="916" actId="478"/>
          <ac:inkMkLst>
            <pc:docMk/>
            <pc:sldMk cId="299283882" sldId="1364"/>
            <ac:inkMk id="3" creationId="{7396C071-B48B-9C07-FE68-7D35EF5ED9AB}"/>
          </ac:inkMkLst>
        </pc:inkChg>
        <pc:inkChg chg="del">
          <ac:chgData name="Venkatesh Patil" userId="d9f36aa470552ec6" providerId="LiveId" clId="{EFAD7E2F-8CE5-4C5F-BCDD-49057FB60EF0}" dt="2024-05-23T16:47:18.528" v="915" actId="478"/>
          <ac:inkMkLst>
            <pc:docMk/>
            <pc:sldMk cId="299283882" sldId="1364"/>
            <ac:inkMk id="9" creationId="{FE3890A0-E8C2-F76F-870C-9FBAEC3F4D89}"/>
          </ac:inkMkLst>
        </pc:inkChg>
        <pc:inkChg chg="del">
          <ac:chgData name="Venkatesh Patil" userId="d9f36aa470552ec6" providerId="LiveId" clId="{EFAD7E2F-8CE5-4C5F-BCDD-49057FB60EF0}" dt="2024-05-23T16:47:16.080" v="913" actId="478"/>
          <ac:inkMkLst>
            <pc:docMk/>
            <pc:sldMk cId="299283882" sldId="1364"/>
            <ac:inkMk id="10" creationId="{82A5EE8A-A7D9-4F0D-39B5-9590D3E9B6EE}"/>
          </ac:inkMkLst>
        </pc:inkChg>
        <pc:inkChg chg="del">
          <ac:chgData name="Venkatesh Patil" userId="d9f36aa470552ec6" providerId="LiveId" clId="{EFAD7E2F-8CE5-4C5F-BCDD-49057FB60EF0}" dt="2024-05-23T16:47:17.053" v="914" actId="478"/>
          <ac:inkMkLst>
            <pc:docMk/>
            <pc:sldMk cId="299283882" sldId="1364"/>
            <ac:inkMk id="11" creationId="{4C2FCEA0-0EA4-DE0F-B54F-CC54D8DEF3CB}"/>
          </ac:inkMkLst>
        </pc:inkChg>
      </pc:sldChg>
      <pc:sldChg chg="addSp delSp modSp mod">
        <pc:chgData name="Venkatesh Patil" userId="d9f36aa470552ec6" providerId="LiveId" clId="{EFAD7E2F-8CE5-4C5F-BCDD-49057FB60EF0}" dt="2024-05-23T16:48:22.657" v="930" actId="14100"/>
        <pc:sldMkLst>
          <pc:docMk/>
          <pc:sldMk cId="159942122" sldId="1365"/>
        </pc:sldMkLst>
        <pc:picChg chg="del">
          <ac:chgData name="Venkatesh Patil" userId="d9f36aa470552ec6" providerId="LiveId" clId="{EFAD7E2F-8CE5-4C5F-BCDD-49057FB60EF0}" dt="2024-05-23T16:47:27.789" v="920" actId="478"/>
          <ac:picMkLst>
            <pc:docMk/>
            <pc:sldMk cId="159942122" sldId="1365"/>
            <ac:picMk id="9" creationId="{C5D9AD7F-0FD2-1E3B-1659-15D0E1ADFDFE}"/>
          </ac:picMkLst>
        </pc:picChg>
        <pc:picChg chg="add mod">
          <ac:chgData name="Venkatesh Patil" userId="d9f36aa470552ec6" providerId="LiveId" clId="{EFAD7E2F-8CE5-4C5F-BCDD-49057FB60EF0}" dt="2024-05-23T16:48:19.829" v="929" actId="1076"/>
          <ac:picMkLst>
            <pc:docMk/>
            <pc:sldMk cId="159942122" sldId="1365"/>
            <ac:picMk id="13" creationId="{AFFE154C-C987-C246-AF07-775DE811AEA0}"/>
          </ac:picMkLst>
        </pc:picChg>
        <pc:inkChg chg="del">
          <ac:chgData name="Venkatesh Patil" userId="d9f36aa470552ec6" providerId="LiveId" clId="{EFAD7E2F-8CE5-4C5F-BCDD-49057FB60EF0}" dt="2024-05-23T16:47:30.410" v="921" actId="478"/>
          <ac:inkMkLst>
            <pc:docMk/>
            <pc:sldMk cId="159942122" sldId="1365"/>
            <ac:inkMk id="3" creationId="{F68DD46A-8067-A34E-A518-BC458A7AB1FB}"/>
          </ac:inkMkLst>
        </pc:inkChg>
        <pc:inkChg chg="del">
          <ac:chgData name="Venkatesh Patil" userId="d9f36aa470552ec6" providerId="LiveId" clId="{EFAD7E2F-8CE5-4C5F-BCDD-49057FB60EF0}" dt="2024-05-23T16:47:31.210" v="922" actId="478"/>
          <ac:inkMkLst>
            <pc:docMk/>
            <pc:sldMk cId="159942122" sldId="1365"/>
            <ac:inkMk id="8" creationId="{2DCFF19A-D489-1FA7-3630-E3E1241FE499}"/>
          </ac:inkMkLst>
        </pc:inkChg>
        <pc:inkChg chg="del">
          <ac:chgData name="Venkatesh Patil" userId="d9f36aa470552ec6" providerId="LiveId" clId="{EFAD7E2F-8CE5-4C5F-BCDD-49057FB60EF0}" dt="2024-05-23T16:47:32.498" v="924" actId="478"/>
          <ac:inkMkLst>
            <pc:docMk/>
            <pc:sldMk cId="159942122" sldId="1365"/>
            <ac:inkMk id="10" creationId="{27483F45-83A6-334B-AC6E-F0E93313A51A}"/>
          </ac:inkMkLst>
        </pc:inkChg>
        <pc:inkChg chg="del">
          <ac:chgData name="Venkatesh Patil" userId="d9f36aa470552ec6" providerId="LiveId" clId="{EFAD7E2F-8CE5-4C5F-BCDD-49057FB60EF0}" dt="2024-05-23T16:47:31.713" v="923" actId="478"/>
          <ac:inkMkLst>
            <pc:docMk/>
            <pc:sldMk cId="159942122" sldId="1365"/>
            <ac:inkMk id="11" creationId="{B305D901-96F6-D915-66C7-B218B1C0E0D8}"/>
          </ac:inkMkLst>
        </pc:inkChg>
        <pc:cxnChg chg="mod">
          <ac:chgData name="Venkatesh Patil" userId="d9f36aa470552ec6" providerId="LiveId" clId="{EFAD7E2F-8CE5-4C5F-BCDD-49057FB60EF0}" dt="2024-05-23T16:48:22.657" v="930" actId="14100"/>
          <ac:cxnSpMkLst>
            <pc:docMk/>
            <pc:sldMk cId="159942122" sldId="1365"/>
            <ac:cxnSpMk id="7" creationId="{86A9BBD9-CD40-B5B7-7A02-96ACD4D8476B}"/>
          </ac:cxnSpMkLst>
        </pc:cxnChg>
      </pc:sldChg>
      <pc:sldChg chg="addSp delSp modSp mod">
        <pc:chgData name="Venkatesh Patil" userId="d9f36aa470552ec6" providerId="LiveId" clId="{EFAD7E2F-8CE5-4C5F-BCDD-49057FB60EF0}" dt="2024-05-23T16:49:34.419" v="939" actId="1076"/>
        <pc:sldMkLst>
          <pc:docMk/>
          <pc:sldMk cId="1996473001" sldId="1366"/>
        </pc:sldMkLst>
        <pc:picChg chg="add mod">
          <ac:chgData name="Venkatesh Patil" userId="d9f36aa470552ec6" providerId="LiveId" clId="{EFAD7E2F-8CE5-4C5F-BCDD-49057FB60EF0}" dt="2024-05-23T16:49:34.419" v="939" actId="1076"/>
          <ac:picMkLst>
            <pc:docMk/>
            <pc:sldMk cId="1996473001" sldId="1366"/>
            <ac:picMk id="8" creationId="{ACEA83D7-1296-1283-6B98-0883D25A0048}"/>
          </ac:picMkLst>
        </pc:picChg>
        <pc:picChg chg="del">
          <ac:chgData name="Venkatesh Patil" userId="d9f36aa470552ec6" providerId="LiveId" clId="{EFAD7E2F-8CE5-4C5F-BCDD-49057FB60EF0}" dt="2024-05-23T05:12:30.406" v="379" actId="478"/>
          <ac:picMkLst>
            <pc:docMk/>
            <pc:sldMk cId="1996473001" sldId="1366"/>
            <ac:picMk id="8" creationId="{F80E6D42-DCDB-AA0E-C506-F9454156B2E6}"/>
          </ac:picMkLst>
        </pc:picChg>
        <pc:picChg chg="add del mod">
          <ac:chgData name="Venkatesh Patil" userId="d9f36aa470552ec6" providerId="LiveId" clId="{EFAD7E2F-8CE5-4C5F-BCDD-49057FB60EF0}" dt="2024-05-23T16:49:04.287" v="933" actId="478"/>
          <ac:picMkLst>
            <pc:docMk/>
            <pc:sldMk cId="1996473001" sldId="1366"/>
            <ac:picMk id="14" creationId="{1571BC1A-5848-49CF-EEEA-ABFD16ADD075}"/>
          </ac:picMkLst>
        </pc:picChg>
        <pc:inkChg chg="del">
          <ac:chgData name="Venkatesh Patil" userId="d9f36aa470552ec6" providerId="LiveId" clId="{EFAD7E2F-8CE5-4C5F-BCDD-49057FB60EF0}" dt="2024-05-23T05:12:35.128" v="383"/>
          <ac:inkMkLst>
            <pc:docMk/>
            <pc:sldMk cId="1996473001" sldId="1366"/>
            <ac:inkMk id="3" creationId="{EA6DC653-3D51-AFCD-CD2A-48CA1FEEA3E6}"/>
          </ac:inkMkLst>
        </pc:inkChg>
        <pc:inkChg chg="del">
          <ac:chgData name="Venkatesh Patil" userId="d9f36aa470552ec6" providerId="LiveId" clId="{EFAD7E2F-8CE5-4C5F-BCDD-49057FB60EF0}" dt="2024-05-23T05:12:35.128" v="384"/>
          <ac:inkMkLst>
            <pc:docMk/>
            <pc:sldMk cId="1996473001" sldId="1366"/>
            <ac:inkMk id="9" creationId="{06D78DC3-30F0-BC22-FDA0-61BB5A0672EB}"/>
          </ac:inkMkLst>
        </pc:inkChg>
        <pc:inkChg chg="del">
          <ac:chgData name="Venkatesh Patil" userId="d9f36aa470552ec6" providerId="LiveId" clId="{EFAD7E2F-8CE5-4C5F-BCDD-49057FB60EF0}" dt="2024-05-23T05:12:35.128" v="381"/>
          <ac:inkMkLst>
            <pc:docMk/>
            <pc:sldMk cId="1996473001" sldId="1366"/>
            <ac:inkMk id="10" creationId="{673FC20E-046F-7F66-6A01-08182FE8BFB3}"/>
          </ac:inkMkLst>
        </pc:inkChg>
        <pc:inkChg chg="del">
          <ac:chgData name="Venkatesh Patil" userId="d9f36aa470552ec6" providerId="LiveId" clId="{EFAD7E2F-8CE5-4C5F-BCDD-49057FB60EF0}" dt="2024-05-23T05:12:35.128" v="382"/>
          <ac:inkMkLst>
            <pc:docMk/>
            <pc:sldMk cId="1996473001" sldId="1366"/>
            <ac:inkMk id="11" creationId="{7A25DAEA-59BC-0D61-CC5B-F180039D4F14}"/>
          </ac:inkMkLst>
        </pc:inkChg>
        <pc:inkChg chg="del">
          <ac:chgData name="Venkatesh Patil" userId="d9f36aa470552ec6" providerId="LiveId" clId="{EFAD7E2F-8CE5-4C5F-BCDD-49057FB60EF0}" dt="2024-05-23T05:12:35.128" v="380"/>
          <ac:inkMkLst>
            <pc:docMk/>
            <pc:sldMk cId="1996473001" sldId="1366"/>
            <ac:inkMk id="12" creationId="{540D2C27-1C14-223F-D86D-83172782C343}"/>
          </ac:inkMkLst>
        </pc:inkChg>
        <pc:cxnChg chg="mod">
          <ac:chgData name="Venkatesh Patil" userId="d9f36aa470552ec6" providerId="LiveId" clId="{EFAD7E2F-8CE5-4C5F-BCDD-49057FB60EF0}" dt="2024-05-23T16:49:25.395" v="936" actId="14100"/>
          <ac:cxnSpMkLst>
            <pc:docMk/>
            <pc:sldMk cId="1996473001" sldId="1366"/>
            <ac:cxnSpMk id="7" creationId="{66A0D938-967E-0C97-FEC9-6180AD6C0B73}"/>
          </ac:cxnSpMkLst>
        </pc:cxnChg>
      </pc:sldChg>
      <pc:sldChg chg="addSp delSp modSp mod">
        <pc:chgData name="Venkatesh Patil" userId="d9f36aa470552ec6" providerId="LiveId" clId="{EFAD7E2F-8CE5-4C5F-BCDD-49057FB60EF0}" dt="2024-05-23T05:14:13.649" v="397" actId="1076"/>
        <pc:sldMkLst>
          <pc:docMk/>
          <pc:sldMk cId="306722583" sldId="1367"/>
        </pc:sldMkLst>
        <pc:picChg chg="del">
          <ac:chgData name="Venkatesh Patil" userId="d9f36aa470552ec6" providerId="LiveId" clId="{EFAD7E2F-8CE5-4C5F-BCDD-49057FB60EF0}" dt="2024-05-23T05:13:16.843" v="391" actId="478"/>
          <ac:picMkLst>
            <pc:docMk/>
            <pc:sldMk cId="306722583" sldId="1367"/>
            <ac:picMk id="8" creationId="{0CEC7E1D-482A-593C-6068-4931FFDBE5BB}"/>
          </ac:picMkLst>
        </pc:picChg>
        <pc:picChg chg="add mod">
          <ac:chgData name="Venkatesh Patil" userId="d9f36aa470552ec6" providerId="LiveId" clId="{EFAD7E2F-8CE5-4C5F-BCDD-49057FB60EF0}" dt="2024-05-23T05:14:13.649" v="397" actId="1076"/>
          <ac:picMkLst>
            <pc:docMk/>
            <pc:sldMk cId="306722583" sldId="1367"/>
            <ac:picMk id="13" creationId="{72415593-6394-9DB3-7AA7-5036206989FB}"/>
          </ac:picMkLst>
        </pc:picChg>
        <pc:inkChg chg="del">
          <ac:chgData name="Venkatesh Patil" userId="d9f36aa470552ec6" providerId="LiveId" clId="{EFAD7E2F-8CE5-4C5F-BCDD-49057FB60EF0}" dt="2024-05-23T05:13:18.219" v="392" actId="478"/>
          <ac:inkMkLst>
            <pc:docMk/>
            <pc:sldMk cId="306722583" sldId="1367"/>
            <ac:inkMk id="3" creationId="{DF901BA4-1F2C-93FE-AD4C-B9A35BBE34BC}"/>
          </ac:inkMkLst>
        </pc:inkChg>
        <pc:inkChg chg="del">
          <ac:chgData name="Venkatesh Patil" userId="d9f36aa470552ec6" providerId="LiveId" clId="{EFAD7E2F-8CE5-4C5F-BCDD-49057FB60EF0}" dt="2024-05-23T05:13:18.863" v="393" actId="478"/>
          <ac:inkMkLst>
            <pc:docMk/>
            <pc:sldMk cId="306722583" sldId="1367"/>
            <ac:inkMk id="9" creationId="{F37F73D7-0F4D-4377-F8D9-D8697E847CDC}"/>
          </ac:inkMkLst>
        </pc:inkChg>
        <pc:inkChg chg="del">
          <ac:chgData name="Venkatesh Patil" userId="d9f36aa470552ec6" providerId="LiveId" clId="{EFAD7E2F-8CE5-4C5F-BCDD-49057FB60EF0}" dt="2024-05-23T05:13:20.871" v="394" actId="478"/>
          <ac:inkMkLst>
            <pc:docMk/>
            <pc:sldMk cId="306722583" sldId="1367"/>
            <ac:inkMk id="10" creationId="{7D08DE31-105A-3805-F199-BE78AC9B4B0C}"/>
          </ac:inkMkLst>
        </pc:inkChg>
        <pc:inkChg chg="del">
          <ac:chgData name="Venkatesh Patil" userId="d9f36aa470552ec6" providerId="LiveId" clId="{EFAD7E2F-8CE5-4C5F-BCDD-49057FB60EF0}" dt="2024-05-23T05:13:15.615" v="390" actId="478"/>
          <ac:inkMkLst>
            <pc:docMk/>
            <pc:sldMk cId="306722583" sldId="1367"/>
            <ac:inkMk id="11" creationId="{2B2F6518-2432-87D2-1BF7-A097BF478C20}"/>
          </ac:inkMkLst>
        </pc:inkChg>
      </pc:sldChg>
      <pc:sldChg chg="addSp delSp modSp mod">
        <pc:chgData name="Venkatesh Patil" userId="d9f36aa470552ec6" providerId="LiveId" clId="{EFAD7E2F-8CE5-4C5F-BCDD-49057FB60EF0}" dt="2024-05-23T05:15:15.402" v="423" actId="1076"/>
        <pc:sldMkLst>
          <pc:docMk/>
          <pc:sldMk cId="2299614819" sldId="1368"/>
        </pc:sldMkLst>
        <pc:spChg chg="mod">
          <ac:chgData name="Venkatesh Patil" userId="d9f36aa470552ec6" providerId="LiveId" clId="{EFAD7E2F-8CE5-4C5F-BCDD-49057FB60EF0}" dt="2024-05-23T05:15:04.262" v="419" actId="20577"/>
          <ac:spMkLst>
            <pc:docMk/>
            <pc:sldMk cId="2299614819" sldId="1368"/>
            <ac:spMk id="2" creationId="{50FA604C-0A0F-CC74-C245-5EBAB16F7A32}"/>
          </ac:spMkLst>
        </pc:spChg>
        <pc:picChg chg="del">
          <ac:chgData name="Venkatesh Patil" userId="d9f36aa470552ec6" providerId="LiveId" clId="{EFAD7E2F-8CE5-4C5F-BCDD-49057FB60EF0}" dt="2024-05-23T05:14:18.920" v="398" actId="478"/>
          <ac:picMkLst>
            <pc:docMk/>
            <pc:sldMk cId="2299614819" sldId="1368"/>
            <ac:picMk id="9" creationId="{A296729B-CE40-5250-8F04-ECCC1C08478E}"/>
          </ac:picMkLst>
        </pc:picChg>
        <pc:picChg chg="add mod">
          <ac:chgData name="Venkatesh Patil" userId="d9f36aa470552ec6" providerId="LiveId" clId="{EFAD7E2F-8CE5-4C5F-BCDD-49057FB60EF0}" dt="2024-05-23T05:15:15.402" v="423" actId="1076"/>
          <ac:picMkLst>
            <pc:docMk/>
            <pc:sldMk cId="2299614819" sldId="1368"/>
            <ac:picMk id="17" creationId="{0245CA96-A26E-7FFA-3718-21717A558312}"/>
          </ac:picMkLst>
        </pc:picChg>
        <pc:inkChg chg="del">
          <ac:chgData name="Venkatesh Patil" userId="d9f36aa470552ec6" providerId="LiveId" clId="{EFAD7E2F-8CE5-4C5F-BCDD-49057FB60EF0}" dt="2024-05-23T05:14:20.396" v="399" actId="478"/>
          <ac:inkMkLst>
            <pc:docMk/>
            <pc:sldMk cId="2299614819" sldId="1368"/>
            <ac:inkMk id="3" creationId="{8AE81601-63C7-9740-5A48-C12DF70F4349}"/>
          </ac:inkMkLst>
        </pc:inkChg>
        <pc:inkChg chg="del">
          <ac:chgData name="Venkatesh Patil" userId="d9f36aa470552ec6" providerId="LiveId" clId="{EFAD7E2F-8CE5-4C5F-BCDD-49057FB60EF0}" dt="2024-05-23T05:14:22.215" v="401" actId="478"/>
          <ac:inkMkLst>
            <pc:docMk/>
            <pc:sldMk cId="2299614819" sldId="1368"/>
            <ac:inkMk id="8" creationId="{35337C67-69EF-AE97-9886-2686478B30FA}"/>
          </ac:inkMkLst>
        </pc:inkChg>
        <pc:inkChg chg="del">
          <ac:chgData name="Venkatesh Patil" userId="d9f36aa470552ec6" providerId="LiveId" clId="{EFAD7E2F-8CE5-4C5F-BCDD-49057FB60EF0}" dt="2024-05-23T05:14:22.984" v="402" actId="478"/>
          <ac:inkMkLst>
            <pc:docMk/>
            <pc:sldMk cId="2299614819" sldId="1368"/>
            <ac:inkMk id="10" creationId="{A32F725D-9903-E838-E8B6-2962B6091603}"/>
          </ac:inkMkLst>
        </pc:inkChg>
        <pc:inkChg chg="del">
          <ac:chgData name="Venkatesh Patil" userId="d9f36aa470552ec6" providerId="LiveId" clId="{EFAD7E2F-8CE5-4C5F-BCDD-49057FB60EF0}" dt="2024-05-23T05:14:23.659" v="403" actId="478"/>
          <ac:inkMkLst>
            <pc:docMk/>
            <pc:sldMk cId="2299614819" sldId="1368"/>
            <ac:inkMk id="11" creationId="{2E67C207-0682-E8B7-4400-4A9379533AB2}"/>
          </ac:inkMkLst>
        </pc:inkChg>
        <pc:inkChg chg="del">
          <ac:chgData name="Venkatesh Patil" userId="d9f36aa470552ec6" providerId="LiveId" clId="{EFAD7E2F-8CE5-4C5F-BCDD-49057FB60EF0}" dt="2024-05-23T05:14:25.067" v="405" actId="478"/>
          <ac:inkMkLst>
            <pc:docMk/>
            <pc:sldMk cId="2299614819" sldId="1368"/>
            <ac:inkMk id="12" creationId="{D28CDD5F-2D37-25AD-32A1-A3F2756556DA}"/>
          </ac:inkMkLst>
        </pc:inkChg>
        <pc:inkChg chg="del">
          <ac:chgData name="Venkatesh Patil" userId="d9f36aa470552ec6" providerId="LiveId" clId="{EFAD7E2F-8CE5-4C5F-BCDD-49057FB60EF0}" dt="2024-05-23T05:14:25.840" v="406" actId="478"/>
          <ac:inkMkLst>
            <pc:docMk/>
            <pc:sldMk cId="2299614819" sldId="1368"/>
            <ac:inkMk id="13" creationId="{7AA6088A-25FF-A283-F0C0-D07A1B4245CA}"/>
          </ac:inkMkLst>
        </pc:inkChg>
        <pc:inkChg chg="del">
          <ac:chgData name="Venkatesh Patil" userId="d9f36aa470552ec6" providerId="LiveId" clId="{EFAD7E2F-8CE5-4C5F-BCDD-49057FB60EF0}" dt="2024-05-23T05:14:24.396" v="404" actId="478"/>
          <ac:inkMkLst>
            <pc:docMk/>
            <pc:sldMk cId="2299614819" sldId="1368"/>
            <ac:inkMk id="14" creationId="{6D73B2FB-1ABD-68E9-A539-8AE9819D409C}"/>
          </ac:inkMkLst>
        </pc:inkChg>
        <pc:inkChg chg="del">
          <ac:chgData name="Venkatesh Patil" userId="d9f36aa470552ec6" providerId="LiveId" clId="{EFAD7E2F-8CE5-4C5F-BCDD-49057FB60EF0}" dt="2024-05-23T05:14:21.023" v="400" actId="478"/>
          <ac:inkMkLst>
            <pc:docMk/>
            <pc:sldMk cId="2299614819" sldId="1368"/>
            <ac:inkMk id="15" creationId="{FBB43166-DD2D-15E6-024B-90A67A293E46}"/>
          </ac:inkMkLst>
        </pc:inkChg>
        <pc:cxnChg chg="mod">
          <ac:chgData name="Venkatesh Patil" userId="d9f36aa470552ec6" providerId="LiveId" clId="{EFAD7E2F-8CE5-4C5F-BCDD-49057FB60EF0}" dt="2024-05-23T05:15:08.576" v="420" actId="14100"/>
          <ac:cxnSpMkLst>
            <pc:docMk/>
            <pc:sldMk cId="2299614819" sldId="1368"/>
            <ac:cxnSpMk id="7" creationId="{5C46A770-1A0A-D95B-32CD-9A2805C383A4}"/>
          </ac:cxnSpMkLst>
        </pc:cxnChg>
      </pc:sldChg>
      <pc:sldChg chg="delSp del">
        <pc:chgData name="Venkatesh Patil" userId="d9f36aa470552ec6" providerId="LiveId" clId="{EFAD7E2F-8CE5-4C5F-BCDD-49057FB60EF0}" dt="2024-05-23T05:10:39.718" v="337" actId="47"/>
        <pc:sldMkLst>
          <pc:docMk/>
          <pc:sldMk cId="1974192505" sldId="1370"/>
        </pc:sldMkLst>
        <pc:inkChg chg="del">
          <ac:chgData name="Venkatesh Patil" userId="d9f36aa470552ec6" providerId="LiveId" clId="{EFAD7E2F-8CE5-4C5F-BCDD-49057FB60EF0}" dt="2024-05-23T05:10:33.283" v="336"/>
          <ac:inkMkLst>
            <pc:docMk/>
            <pc:sldMk cId="1974192505" sldId="1370"/>
            <ac:inkMk id="3" creationId="{A01CF439-7146-D1ED-89BC-2A8F84CE9ED0}"/>
          </ac:inkMkLst>
        </pc:inkChg>
      </pc:sldChg>
      <pc:sldChg chg="modSp del mod">
        <pc:chgData name="Venkatesh Patil" userId="d9f36aa470552ec6" providerId="LiveId" clId="{EFAD7E2F-8CE5-4C5F-BCDD-49057FB60EF0}" dt="2024-05-23T16:48:41.557" v="931" actId="47"/>
        <pc:sldMkLst>
          <pc:docMk/>
          <pc:sldMk cId="1234602017" sldId="1374"/>
        </pc:sldMkLst>
        <pc:spChg chg="mod">
          <ac:chgData name="Venkatesh Patil" userId="d9f36aa470552ec6" providerId="LiveId" clId="{EFAD7E2F-8CE5-4C5F-BCDD-49057FB60EF0}" dt="2024-05-23T05:11:22.818" v="353" actId="20577"/>
          <ac:spMkLst>
            <pc:docMk/>
            <pc:sldMk cId="1234602017" sldId="1374"/>
            <ac:spMk id="2" creationId="{0C8CBCA6-EAB6-492B-4B8E-B67820ED176F}"/>
          </ac:spMkLst>
        </pc:spChg>
      </pc:sldChg>
      <pc:sldChg chg="modSp del mod">
        <pc:chgData name="Venkatesh Patil" userId="d9f36aa470552ec6" providerId="LiveId" clId="{EFAD7E2F-8CE5-4C5F-BCDD-49057FB60EF0}" dt="2024-05-23T16:48:43.034" v="932" actId="47"/>
        <pc:sldMkLst>
          <pc:docMk/>
          <pc:sldMk cId="3745126447" sldId="1375"/>
        </pc:sldMkLst>
        <pc:spChg chg="mod">
          <ac:chgData name="Venkatesh Patil" userId="d9f36aa470552ec6" providerId="LiveId" clId="{EFAD7E2F-8CE5-4C5F-BCDD-49057FB60EF0}" dt="2024-05-23T05:11:33.862" v="377" actId="20577"/>
          <ac:spMkLst>
            <pc:docMk/>
            <pc:sldMk cId="3745126447" sldId="1375"/>
            <ac:spMk id="2" creationId="{B6181890-0A7E-0894-1B44-0039015FBD00}"/>
          </ac:spMkLst>
        </pc:spChg>
      </pc:sldChg>
      <pc:sldChg chg="addSp delSp modSp mod">
        <pc:chgData name="Venkatesh Patil" userId="d9f36aa470552ec6" providerId="LiveId" clId="{EFAD7E2F-8CE5-4C5F-BCDD-49057FB60EF0}" dt="2024-05-23T05:17:35.729" v="451" actId="1076"/>
        <pc:sldMkLst>
          <pc:docMk/>
          <pc:sldMk cId="305644977" sldId="1376"/>
        </pc:sldMkLst>
        <pc:grpChg chg="add del mod">
          <ac:chgData name="Venkatesh Patil" userId="d9f36aa470552ec6" providerId="LiveId" clId="{EFAD7E2F-8CE5-4C5F-BCDD-49057FB60EF0}" dt="2024-05-23T05:16:25.964" v="433" actId="165"/>
          <ac:grpSpMkLst>
            <pc:docMk/>
            <pc:sldMk cId="305644977" sldId="1376"/>
            <ac:grpSpMk id="21" creationId="{9832E68C-41F0-D3B8-6D10-4F900B5C64BD}"/>
          </ac:grpSpMkLst>
        </pc:grpChg>
        <pc:picChg chg="add del mod topLvl">
          <ac:chgData name="Venkatesh Patil" userId="d9f36aa470552ec6" providerId="LiveId" clId="{EFAD7E2F-8CE5-4C5F-BCDD-49057FB60EF0}" dt="2024-05-23T05:16:34.608" v="436" actId="478"/>
          <ac:picMkLst>
            <pc:docMk/>
            <pc:sldMk cId="305644977" sldId="1376"/>
            <ac:picMk id="13" creationId="{B5723C8A-7DA8-3CCB-78E4-3B3E174DD97F}"/>
          </ac:picMkLst>
        </pc:picChg>
        <pc:picChg chg="add del mod topLvl">
          <ac:chgData name="Venkatesh Patil" userId="d9f36aa470552ec6" providerId="LiveId" clId="{EFAD7E2F-8CE5-4C5F-BCDD-49057FB60EF0}" dt="2024-05-23T05:16:29.304" v="435" actId="478"/>
          <ac:picMkLst>
            <pc:docMk/>
            <pc:sldMk cId="305644977" sldId="1376"/>
            <ac:picMk id="15" creationId="{4E5966B3-5A7F-2DA1-9B3F-730B790F2A21}"/>
          </ac:picMkLst>
        </pc:picChg>
        <pc:picChg chg="add mod ord">
          <ac:chgData name="Venkatesh Patil" userId="d9f36aa470552ec6" providerId="LiveId" clId="{EFAD7E2F-8CE5-4C5F-BCDD-49057FB60EF0}" dt="2024-05-23T05:17:13.762" v="447" actId="167"/>
          <ac:picMkLst>
            <pc:docMk/>
            <pc:sldMk cId="305644977" sldId="1376"/>
            <ac:picMk id="20" creationId="{1868EE17-43CB-F2F6-E712-11054BD02F57}"/>
          </ac:picMkLst>
        </pc:picChg>
        <pc:inkChg chg="del">
          <ac:chgData name="Venkatesh Patil" userId="d9f36aa470552ec6" providerId="LiveId" clId="{EFAD7E2F-8CE5-4C5F-BCDD-49057FB60EF0}" dt="2024-05-23T05:16:42.387" v="442" actId="478"/>
          <ac:inkMkLst>
            <pc:docMk/>
            <pc:sldMk cId="305644977" sldId="1376"/>
            <ac:inkMk id="3" creationId="{88152A55-7E16-2FDB-8010-762738F38FA9}"/>
          </ac:inkMkLst>
        </pc:inkChg>
        <pc:inkChg chg="del">
          <ac:chgData name="Venkatesh Patil" userId="d9f36aa470552ec6" providerId="LiveId" clId="{EFAD7E2F-8CE5-4C5F-BCDD-49057FB60EF0}" dt="2024-05-23T05:16:00.912" v="425" actId="478"/>
          <ac:inkMkLst>
            <pc:docMk/>
            <pc:sldMk cId="305644977" sldId="1376"/>
            <ac:inkMk id="8" creationId="{3822531A-5180-C389-D7B2-EC93F0BA4B27}"/>
          </ac:inkMkLst>
        </pc:inkChg>
        <pc:inkChg chg="del">
          <ac:chgData name="Venkatesh Patil" userId="d9f36aa470552ec6" providerId="LiveId" clId="{EFAD7E2F-8CE5-4C5F-BCDD-49057FB60EF0}" dt="2024-05-23T05:16:41.556" v="441" actId="478"/>
          <ac:inkMkLst>
            <pc:docMk/>
            <pc:sldMk cId="305644977" sldId="1376"/>
            <ac:inkMk id="9" creationId="{031C8E74-8E29-AE03-E573-84BF12ED292D}"/>
          </ac:inkMkLst>
        </pc:inkChg>
        <pc:inkChg chg="del">
          <ac:chgData name="Venkatesh Patil" userId="d9f36aa470552ec6" providerId="LiveId" clId="{EFAD7E2F-8CE5-4C5F-BCDD-49057FB60EF0}" dt="2024-05-23T05:16:40.896" v="440" actId="478"/>
          <ac:inkMkLst>
            <pc:docMk/>
            <pc:sldMk cId="305644977" sldId="1376"/>
            <ac:inkMk id="10" creationId="{1B52E52D-5A8D-5616-387E-2714C09FE559}"/>
          </ac:inkMkLst>
        </pc:inkChg>
        <pc:inkChg chg="del">
          <ac:chgData name="Venkatesh Patil" userId="d9f36aa470552ec6" providerId="LiveId" clId="{EFAD7E2F-8CE5-4C5F-BCDD-49057FB60EF0}" dt="2024-05-23T05:16:40.159" v="439" actId="478"/>
          <ac:inkMkLst>
            <pc:docMk/>
            <pc:sldMk cId="305644977" sldId="1376"/>
            <ac:inkMk id="11" creationId="{5CA48100-B955-96B1-D552-EA6086AA7E81}"/>
          </ac:inkMkLst>
        </pc:inkChg>
        <pc:inkChg chg="del">
          <ac:chgData name="Venkatesh Patil" userId="d9f36aa470552ec6" providerId="LiveId" clId="{EFAD7E2F-8CE5-4C5F-BCDD-49057FB60EF0}" dt="2024-05-23T05:16:09.213" v="428" actId="478"/>
          <ac:inkMkLst>
            <pc:docMk/>
            <pc:sldMk cId="305644977" sldId="1376"/>
            <ac:inkMk id="12" creationId="{497A0736-ECD2-17B6-F8DD-4101DAD7F583}"/>
          </ac:inkMkLst>
        </pc:inkChg>
        <pc:inkChg chg="del">
          <ac:chgData name="Venkatesh Patil" userId="d9f36aa470552ec6" providerId="LiveId" clId="{EFAD7E2F-8CE5-4C5F-BCDD-49057FB60EF0}" dt="2024-05-23T05:16:37.444" v="437" actId="478"/>
          <ac:inkMkLst>
            <pc:docMk/>
            <pc:sldMk cId="305644977" sldId="1376"/>
            <ac:inkMk id="14" creationId="{1EE81870-40B3-AD8D-D1E2-1A01E76A6B0B}"/>
          </ac:inkMkLst>
        </pc:inkChg>
        <pc:inkChg chg="del">
          <ac:chgData name="Venkatesh Patil" userId="d9f36aa470552ec6" providerId="LiveId" clId="{EFAD7E2F-8CE5-4C5F-BCDD-49057FB60EF0}" dt="2024-05-23T05:16:38.934" v="438" actId="478"/>
          <ac:inkMkLst>
            <pc:docMk/>
            <pc:sldMk cId="305644977" sldId="1376"/>
            <ac:inkMk id="16" creationId="{1A0944C2-012A-0CF8-EF69-63F0B2FE1DB7}"/>
          </ac:inkMkLst>
        </pc:inkChg>
        <pc:cxnChg chg="add del mod topLvl">
          <ac:chgData name="Venkatesh Patil" userId="d9f36aa470552ec6" providerId="LiveId" clId="{EFAD7E2F-8CE5-4C5F-BCDD-49057FB60EF0}" dt="2024-05-23T05:17:29.140" v="449" actId="14100"/>
          <ac:cxnSpMkLst>
            <pc:docMk/>
            <pc:sldMk cId="305644977" sldId="1376"/>
            <ac:cxnSpMk id="17" creationId="{E9E5ACB6-3FC9-F088-6635-1B089738DD0A}"/>
          </ac:cxnSpMkLst>
        </pc:cxnChg>
        <pc:cxnChg chg="add del mod topLvl">
          <ac:chgData name="Venkatesh Patil" userId="d9f36aa470552ec6" providerId="LiveId" clId="{EFAD7E2F-8CE5-4C5F-BCDD-49057FB60EF0}" dt="2024-05-23T05:17:35.729" v="451" actId="1076"/>
          <ac:cxnSpMkLst>
            <pc:docMk/>
            <pc:sldMk cId="305644977" sldId="1376"/>
            <ac:cxnSpMk id="18" creationId="{B3CCFB2E-D3BF-6216-91D1-0012E6F8AF1F}"/>
          </ac:cxnSpMkLst>
        </pc:cxnChg>
      </pc:sldChg>
      <pc:sldChg chg="del">
        <pc:chgData name="Venkatesh Patil" userId="d9f36aa470552ec6" providerId="LiveId" clId="{EFAD7E2F-8CE5-4C5F-BCDD-49057FB60EF0}" dt="2024-05-23T05:15:31.831" v="424" actId="47"/>
        <pc:sldMkLst>
          <pc:docMk/>
          <pc:sldMk cId="148380679" sldId="1378"/>
        </pc:sldMkLst>
      </pc:sldChg>
      <pc:sldChg chg="addSp delSp modSp mod">
        <pc:chgData name="Venkatesh Patil" userId="d9f36aa470552ec6" providerId="LiveId" clId="{EFAD7E2F-8CE5-4C5F-BCDD-49057FB60EF0}" dt="2024-05-23T05:18:55.070" v="463" actId="164"/>
        <pc:sldMkLst>
          <pc:docMk/>
          <pc:sldMk cId="3213691078" sldId="1392"/>
        </pc:sldMkLst>
        <pc:grpChg chg="del">
          <ac:chgData name="Venkatesh Patil" userId="d9f36aa470552ec6" providerId="LiveId" clId="{EFAD7E2F-8CE5-4C5F-BCDD-49057FB60EF0}" dt="2024-05-23T05:17:57.344" v="453" actId="165"/>
          <ac:grpSpMkLst>
            <pc:docMk/>
            <pc:sldMk cId="3213691078" sldId="1392"/>
            <ac:grpSpMk id="14" creationId="{B01226EB-F892-0CC5-2652-E87D866E869A}"/>
          </ac:grpSpMkLst>
        </pc:grpChg>
        <pc:grpChg chg="add mod">
          <ac:chgData name="Venkatesh Patil" userId="d9f36aa470552ec6" providerId="LiveId" clId="{EFAD7E2F-8CE5-4C5F-BCDD-49057FB60EF0}" dt="2024-05-23T05:18:55.070" v="463" actId="164"/>
          <ac:grpSpMkLst>
            <pc:docMk/>
            <pc:sldMk cId="3213691078" sldId="1392"/>
            <ac:grpSpMk id="18" creationId="{E0A5FFFA-4CA4-E4C8-6D87-CE47A0AF0534}"/>
          </ac:grpSpMkLst>
        </pc:grpChg>
        <pc:picChg chg="del mod topLvl">
          <ac:chgData name="Venkatesh Patil" userId="d9f36aa470552ec6" providerId="LiveId" clId="{EFAD7E2F-8CE5-4C5F-BCDD-49057FB60EF0}" dt="2024-05-23T05:17:59.510" v="454" actId="478"/>
          <ac:picMkLst>
            <pc:docMk/>
            <pc:sldMk cId="3213691078" sldId="1392"/>
            <ac:picMk id="8" creationId="{8DA19475-16D7-CE6B-8561-4091BBF1E6F2}"/>
          </ac:picMkLst>
        </pc:picChg>
        <pc:picChg chg="mod topLvl">
          <ac:chgData name="Venkatesh Patil" userId="d9f36aa470552ec6" providerId="LiveId" clId="{EFAD7E2F-8CE5-4C5F-BCDD-49057FB60EF0}" dt="2024-05-23T05:18:55.070" v="463" actId="164"/>
          <ac:picMkLst>
            <pc:docMk/>
            <pc:sldMk cId="3213691078" sldId="1392"/>
            <ac:picMk id="10" creationId="{1914EEC9-248F-67F5-6A73-FAD9B57F1A86}"/>
          </ac:picMkLst>
        </pc:picChg>
        <pc:picChg chg="add mod ord">
          <ac:chgData name="Venkatesh Patil" userId="d9f36aa470552ec6" providerId="LiveId" clId="{EFAD7E2F-8CE5-4C5F-BCDD-49057FB60EF0}" dt="2024-05-23T05:18:55.070" v="463" actId="164"/>
          <ac:picMkLst>
            <pc:docMk/>
            <pc:sldMk cId="3213691078" sldId="1392"/>
            <ac:picMk id="16" creationId="{EBD9035A-CD3B-E6FC-9A88-D364A9A151E1}"/>
          </ac:picMkLst>
        </pc:picChg>
        <pc:inkChg chg="del">
          <ac:chgData name="Venkatesh Patil" userId="d9f36aa470552ec6" providerId="LiveId" clId="{EFAD7E2F-8CE5-4C5F-BCDD-49057FB60EF0}" dt="2024-05-23T05:17:52.543" v="452" actId="478"/>
          <ac:inkMkLst>
            <pc:docMk/>
            <pc:sldMk cId="3213691078" sldId="1392"/>
            <ac:inkMk id="3" creationId="{9F2AC550-FDDD-85BF-314A-2C27E9CCB4AE}"/>
          </ac:inkMkLst>
        </pc:inkChg>
        <pc:inkChg chg="del">
          <ac:chgData name="Venkatesh Patil" userId="d9f36aa470552ec6" providerId="LiveId" clId="{EFAD7E2F-8CE5-4C5F-BCDD-49057FB60EF0}" dt="2024-05-23T05:18:01.914" v="456" actId="478"/>
          <ac:inkMkLst>
            <pc:docMk/>
            <pc:sldMk cId="3213691078" sldId="1392"/>
            <ac:inkMk id="9" creationId="{936E5719-63A8-1EF9-B209-4C0A1564A1CC}"/>
          </ac:inkMkLst>
        </pc:inkChg>
        <pc:inkChg chg="del">
          <ac:chgData name="Venkatesh Patil" userId="d9f36aa470552ec6" providerId="LiveId" clId="{EFAD7E2F-8CE5-4C5F-BCDD-49057FB60EF0}" dt="2024-05-23T05:18:03.436" v="457" actId="478"/>
          <ac:inkMkLst>
            <pc:docMk/>
            <pc:sldMk cId="3213691078" sldId="1392"/>
            <ac:inkMk id="11" creationId="{516BA10E-EEEC-72E7-1C49-3A149DBAB56C}"/>
          </ac:inkMkLst>
        </pc:inkChg>
        <pc:inkChg chg="del">
          <ac:chgData name="Venkatesh Patil" userId="d9f36aa470552ec6" providerId="LiveId" clId="{EFAD7E2F-8CE5-4C5F-BCDD-49057FB60EF0}" dt="2024-05-23T05:18:00.911" v="455" actId="478"/>
          <ac:inkMkLst>
            <pc:docMk/>
            <pc:sldMk cId="3213691078" sldId="1392"/>
            <ac:inkMk id="13" creationId="{A41BEE0F-75B7-48AE-3B29-F7FBA3292520}"/>
          </ac:inkMkLst>
        </pc:inkChg>
        <pc:cxnChg chg="mod topLvl">
          <ac:chgData name="Venkatesh Patil" userId="d9f36aa470552ec6" providerId="LiveId" clId="{EFAD7E2F-8CE5-4C5F-BCDD-49057FB60EF0}" dt="2024-05-23T05:18:55.070" v="463" actId="164"/>
          <ac:cxnSpMkLst>
            <pc:docMk/>
            <pc:sldMk cId="3213691078" sldId="1392"/>
            <ac:cxnSpMk id="12" creationId="{0AC1FDE1-E492-8764-D326-A3AA65FD9FBA}"/>
          </ac:cxnSpMkLst>
        </pc:cxnChg>
      </pc:sldChg>
      <pc:sldChg chg="addSp delSp modSp mod">
        <pc:chgData name="Venkatesh Patil" userId="d9f36aa470552ec6" providerId="LiveId" clId="{EFAD7E2F-8CE5-4C5F-BCDD-49057FB60EF0}" dt="2024-05-23T06:03:58.628" v="725" actId="14100"/>
        <pc:sldMkLst>
          <pc:docMk/>
          <pc:sldMk cId="486097027" sldId="1396"/>
        </pc:sldMkLst>
        <pc:spChg chg="add mod">
          <ac:chgData name="Venkatesh Patil" userId="d9f36aa470552ec6" providerId="LiveId" clId="{EFAD7E2F-8CE5-4C5F-BCDD-49057FB60EF0}" dt="2024-05-23T06:03:53.725" v="724" actId="1076"/>
          <ac:spMkLst>
            <pc:docMk/>
            <pc:sldMk cId="486097027" sldId="1396"/>
            <ac:spMk id="3" creationId="{6FCF160D-2923-329C-26C0-A8D1B251C744}"/>
          </ac:spMkLst>
        </pc:spChg>
        <pc:spChg chg="add mod">
          <ac:chgData name="Venkatesh Patil" userId="d9f36aa470552ec6" providerId="LiveId" clId="{EFAD7E2F-8CE5-4C5F-BCDD-49057FB60EF0}" dt="2024-05-23T06:03:58.628" v="725" actId="14100"/>
          <ac:spMkLst>
            <pc:docMk/>
            <pc:sldMk cId="486097027" sldId="1396"/>
            <ac:spMk id="8" creationId="{9299B33D-4E6A-8E0D-C557-C6E0C72AFEFB}"/>
          </ac:spMkLst>
        </pc:spChg>
        <pc:spChg chg="add mod">
          <ac:chgData name="Venkatesh Patil" userId="d9f36aa470552ec6" providerId="LiveId" clId="{EFAD7E2F-8CE5-4C5F-BCDD-49057FB60EF0}" dt="2024-05-23T06:03:26.160" v="717" actId="14100"/>
          <ac:spMkLst>
            <pc:docMk/>
            <pc:sldMk cId="486097027" sldId="1396"/>
            <ac:spMk id="13" creationId="{5F992CE5-FC93-1F3D-5719-8D0AFF7E957A}"/>
          </ac:spMkLst>
        </pc:spChg>
        <pc:spChg chg="add del mod">
          <ac:chgData name="Venkatesh Patil" userId="d9f36aa470552ec6" providerId="LiveId" clId="{EFAD7E2F-8CE5-4C5F-BCDD-49057FB60EF0}" dt="2024-05-23T06:03:34.700" v="720" actId="478"/>
          <ac:spMkLst>
            <pc:docMk/>
            <pc:sldMk cId="486097027" sldId="1396"/>
            <ac:spMk id="16" creationId="{9F12D6E7-CC4A-818C-F172-FA8405EA71F8}"/>
          </ac:spMkLst>
        </pc:spChg>
        <pc:spChg chg="add mod">
          <ac:chgData name="Venkatesh Patil" userId="d9f36aa470552ec6" providerId="LiveId" clId="{EFAD7E2F-8CE5-4C5F-BCDD-49057FB60EF0}" dt="2024-05-23T06:03:46.621" v="723" actId="1076"/>
          <ac:spMkLst>
            <pc:docMk/>
            <pc:sldMk cId="486097027" sldId="1396"/>
            <ac:spMk id="17" creationId="{74325289-E918-5BB8-934D-9D4F2EEA7E60}"/>
          </ac:spMkLst>
        </pc:spChg>
        <pc:spChg chg="del">
          <ac:chgData name="Venkatesh Patil" userId="d9f36aa470552ec6" providerId="LiveId" clId="{EFAD7E2F-8CE5-4C5F-BCDD-49057FB60EF0}" dt="2024-05-23T06:02:53.663" v="704" actId="478"/>
          <ac:spMkLst>
            <pc:docMk/>
            <pc:sldMk cId="486097027" sldId="1396"/>
            <ac:spMk id="64" creationId="{72EC9AED-5E89-CD34-F261-98AD399F4122}"/>
          </ac:spMkLst>
        </pc:spChg>
        <pc:spChg chg="del mod">
          <ac:chgData name="Venkatesh Patil" userId="d9f36aa470552ec6" providerId="LiveId" clId="{EFAD7E2F-8CE5-4C5F-BCDD-49057FB60EF0}" dt="2024-05-23T06:02:55.780" v="705" actId="478"/>
          <ac:spMkLst>
            <pc:docMk/>
            <pc:sldMk cId="486097027" sldId="1396"/>
            <ac:spMk id="73" creationId="{ABF811AF-3E5A-6B41-0C04-5CC7EC7AAD79}"/>
          </ac:spMkLst>
        </pc:spChg>
      </pc:sldChg>
      <pc:sldChg chg="addSp delSp modSp add mod ord">
        <pc:chgData name="Venkatesh Patil" userId="d9f36aa470552ec6" providerId="LiveId" clId="{EFAD7E2F-8CE5-4C5F-BCDD-49057FB60EF0}" dt="2024-05-23T16:50:42.703" v="944" actId="1076"/>
        <pc:sldMkLst>
          <pc:docMk/>
          <pc:sldMk cId="12193031" sldId="1397"/>
        </pc:sldMkLst>
        <pc:spChg chg="mod">
          <ac:chgData name="Venkatesh Patil" userId="d9f36aa470552ec6" providerId="LiveId" clId="{EFAD7E2F-8CE5-4C5F-BCDD-49057FB60EF0}" dt="2024-05-23T05:20:35.201" v="478" actId="20577"/>
          <ac:spMkLst>
            <pc:docMk/>
            <pc:sldMk cId="12193031" sldId="1397"/>
            <ac:spMk id="2" creationId="{9ADAE38D-0269-65EF-9EE2-B7F85F243B23}"/>
          </ac:spMkLst>
        </pc:spChg>
        <pc:grpChg chg="del">
          <ac:chgData name="Venkatesh Patil" userId="d9f36aa470552ec6" providerId="LiveId" clId="{EFAD7E2F-8CE5-4C5F-BCDD-49057FB60EF0}" dt="2024-05-23T05:20:45.902" v="479" actId="165"/>
          <ac:grpSpMkLst>
            <pc:docMk/>
            <pc:sldMk cId="12193031" sldId="1397"/>
            <ac:grpSpMk id="18" creationId="{E0A5FFFA-4CA4-E4C8-6D87-CE47A0AF0534}"/>
          </ac:grpSpMkLst>
        </pc:grpChg>
        <pc:picChg chg="add del mod">
          <ac:chgData name="Venkatesh Patil" userId="d9f36aa470552ec6" providerId="LiveId" clId="{EFAD7E2F-8CE5-4C5F-BCDD-49057FB60EF0}" dt="2024-05-23T16:50:19.672" v="940" actId="478"/>
          <ac:picMkLst>
            <pc:docMk/>
            <pc:sldMk cId="12193031" sldId="1397"/>
            <ac:picMk id="8" creationId="{316793BB-CA40-F10E-3966-63FDAA4F6E2F}"/>
          </ac:picMkLst>
        </pc:picChg>
        <pc:picChg chg="add mod">
          <ac:chgData name="Venkatesh Patil" userId="d9f36aa470552ec6" providerId="LiveId" clId="{EFAD7E2F-8CE5-4C5F-BCDD-49057FB60EF0}" dt="2024-05-23T16:50:42.703" v="944" actId="1076"/>
          <ac:picMkLst>
            <pc:docMk/>
            <pc:sldMk cId="12193031" sldId="1397"/>
            <ac:picMk id="9" creationId="{A17A1D23-B5CB-DC99-A1CC-69B0039F3802}"/>
          </ac:picMkLst>
        </pc:picChg>
        <pc:picChg chg="add del mod topLvl">
          <ac:chgData name="Venkatesh Patil" userId="d9f36aa470552ec6" providerId="LiveId" clId="{EFAD7E2F-8CE5-4C5F-BCDD-49057FB60EF0}" dt="2024-05-23T05:20:53.186" v="482" actId="478"/>
          <ac:picMkLst>
            <pc:docMk/>
            <pc:sldMk cId="12193031" sldId="1397"/>
            <ac:picMk id="10" creationId="{1914EEC9-248F-67F5-6A73-FAD9B57F1A86}"/>
          </ac:picMkLst>
        </pc:picChg>
        <pc:picChg chg="add del mod">
          <ac:chgData name="Venkatesh Patil" userId="d9f36aa470552ec6" providerId="LiveId" clId="{EFAD7E2F-8CE5-4C5F-BCDD-49057FB60EF0}" dt="2024-05-23T05:33:50.094" v="517" actId="478"/>
          <ac:picMkLst>
            <pc:docMk/>
            <pc:sldMk cId="12193031" sldId="1397"/>
            <ac:picMk id="11" creationId="{EA401118-C7C3-C62D-B0B9-E5D36B015103}"/>
          </ac:picMkLst>
        </pc:picChg>
        <pc:picChg chg="add mod">
          <ac:chgData name="Venkatesh Patil" userId="d9f36aa470552ec6" providerId="LiveId" clId="{EFAD7E2F-8CE5-4C5F-BCDD-49057FB60EF0}" dt="2024-05-23T05:33:58.796" v="521" actId="1076"/>
          <ac:picMkLst>
            <pc:docMk/>
            <pc:sldMk cId="12193031" sldId="1397"/>
            <ac:picMk id="14" creationId="{DAE5D023-A469-B49E-F4BB-6FF012619296}"/>
          </ac:picMkLst>
        </pc:picChg>
        <pc:picChg chg="add del mod topLvl">
          <ac:chgData name="Venkatesh Patil" userId="d9f36aa470552ec6" providerId="LiveId" clId="{EFAD7E2F-8CE5-4C5F-BCDD-49057FB60EF0}" dt="2024-05-23T05:20:55.952" v="484" actId="478"/>
          <ac:picMkLst>
            <pc:docMk/>
            <pc:sldMk cId="12193031" sldId="1397"/>
            <ac:picMk id="16" creationId="{EBD9035A-CD3B-E6FC-9A88-D364A9A151E1}"/>
          </ac:picMkLst>
        </pc:picChg>
        <pc:cxnChg chg="add del mod topLvl">
          <ac:chgData name="Venkatesh Patil" userId="d9f36aa470552ec6" providerId="LiveId" clId="{EFAD7E2F-8CE5-4C5F-BCDD-49057FB60EF0}" dt="2024-05-23T05:20:54.098" v="483" actId="478"/>
          <ac:cxnSpMkLst>
            <pc:docMk/>
            <pc:sldMk cId="12193031" sldId="1397"/>
            <ac:cxnSpMk id="12" creationId="{0AC1FDE1-E492-8764-D326-A3AA65FD9FBA}"/>
          </ac:cxnSpMkLst>
        </pc:cxnChg>
      </pc:sldChg>
      <pc:sldChg chg="add del">
        <pc:chgData name="Venkatesh Patil" userId="d9f36aa470552ec6" providerId="LiveId" clId="{EFAD7E2F-8CE5-4C5F-BCDD-49057FB60EF0}" dt="2024-05-23T05:13:09.213" v="389" actId="47"/>
        <pc:sldMkLst>
          <pc:docMk/>
          <pc:sldMk cId="846630533" sldId="1397"/>
        </pc:sldMkLst>
      </pc:sldChg>
      <pc:sldChg chg="addSp delSp modSp add mod">
        <pc:chgData name="Venkatesh Patil" userId="d9f36aa470552ec6" providerId="LiveId" clId="{EFAD7E2F-8CE5-4C5F-BCDD-49057FB60EF0}" dt="2024-05-23T16:51:09.679" v="948" actId="1076"/>
        <pc:sldMkLst>
          <pc:docMk/>
          <pc:sldMk cId="4088496214" sldId="1398"/>
        </pc:sldMkLst>
        <pc:picChg chg="del">
          <ac:chgData name="Venkatesh Patil" userId="d9f36aa470552ec6" providerId="LiveId" clId="{EFAD7E2F-8CE5-4C5F-BCDD-49057FB60EF0}" dt="2024-05-23T05:29:29.929" v="492" actId="478"/>
          <ac:picMkLst>
            <pc:docMk/>
            <pc:sldMk cId="4088496214" sldId="1398"/>
            <ac:picMk id="8" creationId="{316793BB-CA40-F10E-3966-63FDAA4F6E2F}"/>
          </ac:picMkLst>
        </pc:picChg>
        <pc:picChg chg="add mod">
          <ac:chgData name="Venkatesh Patil" userId="d9f36aa470552ec6" providerId="LiveId" clId="{EFAD7E2F-8CE5-4C5F-BCDD-49057FB60EF0}" dt="2024-05-23T16:51:09.679" v="948" actId="1076"/>
          <ac:picMkLst>
            <pc:docMk/>
            <pc:sldMk cId="4088496214" sldId="1398"/>
            <ac:picMk id="8" creationId="{33139EEE-7246-EEA4-22E9-5AFCBE9EFD57}"/>
          </ac:picMkLst>
        </pc:picChg>
        <pc:picChg chg="add del mod">
          <ac:chgData name="Venkatesh Patil" userId="d9f36aa470552ec6" providerId="LiveId" clId="{EFAD7E2F-8CE5-4C5F-BCDD-49057FB60EF0}" dt="2024-05-23T16:50:46.923" v="945" actId="478"/>
          <ac:picMkLst>
            <pc:docMk/>
            <pc:sldMk cId="4088496214" sldId="1398"/>
            <ac:picMk id="9" creationId="{0238D491-537E-C43C-055B-9DBDAB6726A7}"/>
          </ac:picMkLst>
        </pc:picChg>
        <pc:picChg chg="add del mod">
          <ac:chgData name="Venkatesh Patil" userId="d9f36aa470552ec6" providerId="LiveId" clId="{EFAD7E2F-8CE5-4C5F-BCDD-49057FB60EF0}" dt="2024-05-23T05:34:06.151" v="522" actId="478"/>
          <ac:picMkLst>
            <pc:docMk/>
            <pc:sldMk cId="4088496214" sldId="1398"/>
            <ac:picMk id="11" creationId="{AA8C03FD-76E2-C37B-D90E-EEB6B273AD69}"/>
          </ac:picMkLst>
        </pc:picChg>
        <pc:picChg chg="add mod">
          <ac:chgData name="Venkatesh Patil" userId="d9f36aa470552ec6" providerId="LiveId" clId="{EFAD7E2F-8CE5-4C5F-BCDD-49057FB60EF0}" dt="2024-05-23T05:34:19.878" v="526" actId="1076"/>
          <ac:picMkLst>
            <pc:docMk/>
            <pc:sldMk cId="4088496214" sldId="1398"/>
            <ac:picMk id="12" creationId="{7E3A1973-0A35-C7F5-0D19-CB8E27742B6C}"/>
          </ac:picMkLst>
        </pc:picChg>
      </pc:sldChg>
      <pc:sldChg chg="addSp delSp modSp add mod">
        <pc:chgData name="Venkatesh Patil" userId="d9f36aa470552ec6" providerId="LiveId" clId="{EFAD7E2F-8CE5-4C5F-BCDD-49057FB60EF0}" dt="2024-05-23T16:52:54.684" v="957" actId="14100"/>
        <pc:sldMkLst>
          <pc:docMk/>
          <pc:sldMk cId="4294074937" sldId="1399"/>
        </pc:sldMkLst>
        <pc:spChg chg="mod">
          <ac:chgData name="Venkatesh Patil" userId="d9f36aa470552ec6" providerId="LiveId" clId="{EFAD7E2F-8CE5-4C5F-BCDD-49057FB60EF0}" dt="2024-05-23T05:35:10.651" v="544" actId="20577"/>
          <ac:spMkLst>
            <pc:docMk/>
            <pc:sldMk cId="4294074937" sldId="1399"/>
            <ac:spMk id="2" creationId="{9ADAE38D-0269-65EF-9EE2-B7F85F243B23}"/>
          </ac:spMkLst>
        </pc:spChg>
        <pc:picChg chg="add del mod">
          <ac:chgData name="Venkatesh Patil" userId="d9f36aa470552ec6" providerId="LiveId" clId="{EFAD7E2F-8CE5-4C5F-BCDD-49057FB60EF0}" dt="2024-05-23T16:52:01.237" v="949" actId="478"/>
          <ac:picMkLst>
            <pc:docMk/>
            <pc:sldMk cId="4294074937" sldId="1399"/>
            <ac:picMk id="8" creationId="{0ED012DD-49E0-CB73-1054-C648D66E9A2F}"/>
          </ac:picMkLst>
        </pc:picChg>
        <pc:picChg chg="del">
          <ac:chgData name="Venkatesh Patil" userId="d9f36aa470552ec6" providerId="LiveId" clId="{EFAD7E2F-8CE5-4C5F-BCDD-49057FB60EF0}" dt="2024-05-23T05:35:15.183" v="546" actId="478"/>
          <ac:picMkLst>
            <pc:docMk/>
            <pc:sldMk cId="4294074937" sldId="1399"/>
            <ac:picMk id="9" creationId="{0238D491-537E-C43C-055B-9DBDAB6726A7}"/>
          </ac:picMkLst>
        </pc:picChg>
        <pc:picChg chg="add mod ord">
          <ac:chgData name="Venkatesh Patil" userId="d9f36aa470552ec6" providerId="LiveId" clId="{EFAD7E2F-8CE5-4C5F-BCDD-49057FB60EF0}" dt="2024-05-23T16:52:32.873" v="954" actId="1076"/>
          <ac:picMkLst>
            <pc:docMk/>
            <pc:sldMk cId="4294074937" sldId="1399"/>
            <ac:picMk id="9" creationId="{B893E79B-872A-E04C-2E63-368E146930C2}"/>
          </ac:picMkLst>
        </pc:picChg>
        <pc:picChg chg="add mod">
          <ac:chgData name="Venkatesh Patil" userId="d9f36aa470552ec6" providerId="LiveId" clId="{EFAD7E2F-8CE5-4C5F-BCDD-49057FB60EF0}" dt="2024-05-23T16:52:51.613" v="956" actId="14100"/>
          <ac:picMkLst>
            <pc:docMk/>
            <pc:sldMk cId="4294074937" sldId="1399"/>
            <ac:picMk id="11" creationId="{73B834DE-4F8E-E7DE-2AE8-A8A4AEC1A174}"/>
          </ac:picMkLst>
        </pc:picChg>
        <pc:picChg chg="del">
          <ac:chgData name="Venkatesh Patil" userId="d9f36aa470552ec6" providerId="LiveId" clId="{EFAD7E2F-8CE5-4C5F-BCDD-49057FB60EF0}" dt="2024-05-23T05:35:13.380" v="545" actId="478"/>
          <ac:picMkLst>
            <pc:docMk/>
            <pc:sldMk cId="4294074937" sldId="1399"/>
            <ac:picMk id="12" creationId="{7E3A1973-0A35-C7F5-0D19-CB8E27742B6C}"/>
          </ac:picMkLst>
        </pc:picChg>
        <pc:cxnChg chg="add mod">
          <ac:chgData name="Venkatesh Patil" userId="d9f36aa470552ec6" providerId="LiveId" clId="{EFAD7E2F-8CE5-4C5F-BCDD-49057FB60EF0}" dt="2024-05-23T16:52:54.684" v="957" actId="14100"/>
          <ac:cxnSpMkLst>
            <pc:docMk/>
            <pc:sldMk cId="4294074937" sldId="1399"/>
            <ac:cxnSpMk id="14" creationId="{5872DE93-75F9-FE99-02CD-A657445E06BC}"/>
          </ac:cxnSpMkLst>
        </pc:cxnChg>
      </pc:sldChg>
      <pc:sldChg chg="addSp delSp modSp add mod">
        <pc:chgData name="Venkatesh Patil" userId="d9f36aa470552ec6" providerId="LiveId" clId="{EFAD7E2F-8CE5-4C5F-BCDD-49057FB60EF0}" dt="2024-05-23T16:53:23.921" v="962" actId="1076"/>
        <pc:sldMkLst>
          <pc:docMk/>
          <pc:sldMk cId="2470788446" sldId="1400"/>
        </pc:sldMkLst>
        <pc:picChg chg="add mod">
          <ac:chgData name="Venkatesh Patil" userId="d9f36aa470552ec6" providerId="LiveId" clId="{EFAD7E2F-8CE5-4C5F-BCDD-49057FB60EF0}" dt="2024-05-23T16:53:23.921" v="962" actId="1076"/>
          <ac:picMkLst>
            <pc:docMk/>
            <pc:sldMk cId="2470788446" sldId="1400"/>
            <ac:picMk id="7" creationId="{B115DC98-AEA7-D259-B75E-513D0588F0B2}"/>
          </ac:picMkLst>
        </pc:picChg>
        <pc:picChg chg="del">
          <ac:chgData name="Venkatesh Patil" userId="d9f36aa470552ec6" providerId="LiveId" clId="{EFAD7E2F-8CE5-4C5F-BCDD-49057FB60EF0}" dt="2024-05-23T05:43:15.769" v="555" actId="478"/>
          <ac:picMkLst>
            <pc:docMk/>
            <pc:sldMk cId="2470788446" sldId="1400"/>
            <ac:picMk id="8" creationId="{0ED012DD-49E0-CB73-1054-C648D66E9A2F}"/>
          </ac:picMkLst>
        </pc:picChg>
        <pc:picChg chg="add del mod">
          <ac:chgData name="Venkatesh Patil" userId="d9f36aa470552ec6" providerId="LiveId" clId="{EFAD7E2F-8CE5-4C5F-BCDD-49057FB60EF0}" dt="2024-05-23T16:52:58.671" v="958" actId="478"/>
          <ac:picMkLst>
            <pc:docMk/>
            <pc:sldMk cId="2470788446" sldId="1400"/>
            <ac:picMk id="9" creationId="{8C84D849-EE9D-2BD2-BC1B-62FB3DBA3AD0}"/>
          </ac:picMkLst>
        </pc:picChg>
        <pc:cxnChg chg="del">
          <ac:chgData name="Venkatesh Patil" userId="d9f36aa470552ec6" providerId="LiveId" clId="{EFAD7E2F-8CE5-4C5F-BCDD-49057FB60EF0}" dt="2024-05-23T05:44:06.527" v="566" actId="478"/>
          <ac:cxnSpMkLst>
            <pc:docMk/>
            <pc:sldMk cId="2470788446" sldId="1400"/>
            <ac:cxnSpMk id="7" creationId="{622EC3CF-2382-8227-B16C-41A5D945C6C4}"/>
          </ac:cxnSpMkLst>
        </pc:cxnChg>
      </pc:sldChg>
      <pc:sldChg chg="addSp delSp modSp add mod">
        <pc:chgData name="Venkatesh Patil" userId="d9f36aa470552ec6" providerId="LiveId" clId="{EFAD7E2F-8CE5-4C5F-BCDD-49057FB60EF0}" dt="2024-05-23T16:53:46.522" v="966" actId="1076"/>
        <pc:sldMkLst>
          <pc:docMk/>
          <pc:sldMk cId="4236395000" sldId="1401"/>
        </pc:sldMkLst>
        <pc:picChg chg="add mod">
          <ac:chgData name="Venkatesh Patil" userId="d9f36aa470552ec6" providerId="LiveId" clId="{EFAD7E2F-8CE5-4C5F-BCDD-49057FB60EF0}" dt="2024-05-23T16:53:46.522" v="966" actId="1076"/>
          <ac:picMkLst>
            <pc:docMk/>
            <pc:sldMk cId="4236395000" sldId="1401"/>
            <ac:picMk id="7" creationId="{E11598BB-687F-A92B-CF38-67EC65725376}"/>
          </ac:picMkLst>
        </pc:picChg>
        <pc:picChg chg="del">
          <ac:chgData name="Venkatesh Patil" userId="d9f36aa470552ec6" providerId="LiveId" clId="{EFAD7E2F-8CE5-4C5F-BCDD-49057FB60EF0}" dt="2024-05-23T05:43:57.940" v="563" actId="478"/>
          <ac:picMkLst>
            <pc:docMk/>
            <pc:sldMk cId="4236395000" sldId="1401"/>
            <ac:picMk id="9" creationId="{8C84D849-EE9D-2BD2-BC1B-62FB3DBA3AD0}"/>
          </ac:picMkLst>
        </pc:picChg>
        <pc:picChg chg="add del mod">
          <ac:chgData name="Venkatesh Patil" userId="d9f36aa470552ec6" providerId="LiveId" clId="{EFAD7E2F-8CE5-4C5F-BCDD-49057FB60EF0}" dt="2024-05-23T16:53:26.997" v="963" actId="478"/>
          <ac:picMkLst>
            <pc:docMk/>
            <pc:sldMk cId="4236395000" sldId="1401"/>
            <ac:picMk id="10" creationId="{2BCC6A71-AEF5-3227-4C78-F26FA6B8EA94}"/>
          </ac:picMkLst>
        </pc:picChg>
        <pc:cxnChg chg="del mod">
          <ac:chgData name="Venkatesh Patil" userId="d9f36aa470552ec6" providerId="LiveId" clId="{EFAD7E2F-8CE5-4C5F-BCDD-49057FB60EF0}" dt="2024-05-23T05:44:03.861" v="565" actId="478"/>
          <ac:cxnSpMkLst>
            <pc:docMk/>
            <pc:sldMk cId="4236395000" sldId="1401"/>
            <ac:cxnSpMk id="7" creationId="{622EC3CF-2382-8227-B16C-41A5D945C6C4}"/>
          </ac:cxnSpMkLst>
        </pc:cxnChg>
      </pc:sldChg>
      <pc:sldChg chg="addSp delSp modSp add mod">
        <pc:chgData name="Venkatesh Patil" userId="d9f36aa470552ec6" providerId="LiveId" clId="{EFAD7E2F-8CE5-4C5F-BCDD-49057FB60EF0}" dt="2024-05-23T16:56:57.622" v="973" actId="1076"/>
        <pc:sldMkLst>
          <pc:docMk/>
          <pc:sldMk cId="2248297794" sldId="1402"/>
        </pc:sldMkLst>
        <pc:spChg chg="mod">
          <ac:chgData name="Venkatesh Patil" userId="d9f36aa470552ec6" providerId="LiveId" clId="{EFAD7E2F-8CE5-4C5F-BCDD-49057FB60EF0}" dt="2024-05-23T05:46:47.354" v="600" actId="20577"/>
          <ac:spMkLst>
            <pc:docMk/>
            <pc:sldMk cId="2248297794" sldId="1402"/>
            <ac:spMk id="2" creationId="{9ADAE38D-0269-65EF-9EE2-B7F85F243B23}"/>
          </ac:spMkLst>
        </pc:spChg>
        <pc:spChg chg="add mod">
          <ac:chgData name="Venkatesh Patil" userId="d9f36aa470552ec6" providerId="LiveId" clId="{EFAD7E2F-8CE5-4C5F-BCDD-49057FB60EF0}" dt="2024-05-23T05:54:03.421" v="628"/>
          <ac:spMkLst>
            <pc:docMk/>
            <pc:sldMk cId="2248297794" sldId="1402"/>
            <ac:spMk id="18" creationId="{24B62005-FB43-5971-893A-0C508BA7CB7B}"/>
          </ac:spMkLst>
        </pc:spChg>
        <pc:spChg chg="add mod">
          <ac:chgData name="Venkatesh Patil" userId="d9f36aa470552ec6" providerId="LiveId" clId="{EFAD7E2F-8CE5-4C5F-BCDD-49057FB60EF0}" dt="2024-05-23T05:54:17.654" v="630"/>
          <ac:spMkLst>
            <pc:docMk/>
            <pc:sldMk cId="2248297794" sldId="1402"/>
            <ac:spMk id="19" creationId="{B0FA4236-6830-579F-3174-A4745C17897B}"/>
          </ac:spMkLst>
        </pc:spChg>
        <pc:picChg chg="add mod">
          <ac:chgData name="Venkatesh Patil" userId="d9f36aa470552ec6" providerId="LiveId" clId="{EFAD7E2F-8CE5-4C5F-BCDD-49057FB60EF0}" dt="2024-05-23T05:53:08.500" v="621" actId="1076"/>
          <ac:picMkLst>
            <pc:docMk/>
            <pc:sldMk cId="2248297794" sldId="1402"/>
            <ac:picMk id="3" creationId="{0F58FF72-A4E1-A5C8-D11F-701457ADF8DD}"/>
          </ac:picMkLst>
        </pc:picChg>
        <pc:picChg chg="add del mod">
          <ac:chgData name="Venkatesh Patil" userId="d9f36aa470552ec6" providerId="LiveId" clId="{EFAD7E2F-8CE5-4C5F-BCDD-49057FB60EF0}" dt="2024-05-23T16:54:08.932" v="967" actId="478"/>
          <ac:picMkLst>
            <pc:docMk/>
            <pc:sldMk cId="2248297794" sldId="1402"/>
            <ac:picMk id="8" creationId="{3C48A3A2-0E4F-9413-ADE6-C704DEE2F20A}"/>
          </ac:picMkLst>
        </pc:picChg>
        <pc:picChg chg="add mod ord">
          <ac:chgData name="Venkatesh Patil" userId="d9f36aa470552ec6" providerId="LiveId" clId="{EFAD7E2F-8CE5-4C5F-BCDD-49057FB60EF0}" dt="2024-05-23T16:56:57.622" v="973" actId="1076"/>
          <ac:picMkLst>
            <pc:docMk/>
            <pc:sldMk cId="2248297794" sldId="1402"/>
            <ac:picMk id="9" creationId="{E9D32D21-372E-05FA-F2FE-2EBD88FCC2C8}"/>
          </ac:picMkLst>
        </pc:picChg>
        <pc:picChg chg="del">
          <ac:chgData name="Venkatesh Patil" userId="d9f36aa470552ec6" providerId="LiveId" clId="{EFAD7E2F-8CE5-4C5F-BCDD-49057FB60EF0}" dt="2024-05-23T05:51:35.122" v="601" actId="478"/>
          <ac:picMkLst>
            <pc:docMk/>
            <pc:sldMk cId="2248297794" sldId="1402"/>
            <ac:picMk id="10" creationId="{2BCC6A71-AEF5-3227-4C78-F26FA6B8EA94}"/>
          </ac:picMkLst>
        </pc:picChg>
        <pc:cxnChg chg="add mod">
          <ac:chgData name="Venkatesh Patil" userId="d9f36aa470552ec6" providerId="LiveId" clId="{EFAD7E2F-8CE5-4C5F-BCDD-49057FB60EF0}" dt="2024-05-23T05:53:21.888" v="623" actId="14100"/>
          <ac:cxnSpMkLst>
            <pc:docMk/>
            <pc:sldMk cId="2248297794" sldId="1402"/>
            <ac:cxnSpMk id="11" creationId="{186C04DD-2D93-293D-A85C-A6550046D6D2}"/>
          </ac:cxnSpMkLst>
        </pc:cxnChg>
        <pc:cxnChg chg="add mod">
          <ac:chgData name="Venkatesh Patil" userId="d9f36aa470552ec6" providerId="LiveId" clId="{EFAD7E2F-8CE5-4C5F-BCDD-49057FB60EF0}" dt="2024-05-23T05:53:32.886" v="626" actId="14100"/>
          <ac:cxnSpMkLst>
            <pc:docMk/>
            <pc:sldMk cId="2248297794" sldId="1402"/>
            <ac:cxnSpMk id="12" creationId="{24E43BF3-C812-500C-EE21-E08455155861}"/>
          </ac:cxnSpMkLst>
        </pc:cxnChg>
      </pc:sldChg>
      <pc:sldChg chg="addSp delSp modSp add mod">
        <pc:chgData name="Venkatesh Patil" userId="d9f36aa470552ec6" providerId="LiveId" clId="{EFAD7E2F-8CE5-4C5F-BCDD-49057FB60EF0}" dt="2024-05-23T16:57:32.269" v="980" actId="1076"/>
        <pc:sldMkLst>
          <pc:docMk/>
          <pc:sldMk cId="4176065042" sldId="1403"/>
        </pc:sldMkLst>
        <pc:spChg chg="del">
          <ac:chgData name="Venkatesh Patil" userId="d9f36aa470552ec6" providerId="LiveId" clId="{EFAD7E2F-8CE5-4C5F-BCDD-49057FB60EF0}" dt="2024-05-23T05:55:03.336" v="637" actId="478"/>
          <ac:spMkLst>
            <pc:docMk/>
            <pc:sldMk cId="4176065042" sldId="1403"/>
            <ac:spMk id="18" creationId="{24B62005-FB43-5971-893A-0C508BA7CB7B}"/>
          </ac:spMkLst>
        </pc:spChg>
        <pc:spChg chg="del">
          <ac:chgData name="Venkatesh Patil" userId="d9f36aa470552ec6" providerId="LiveId" clId="{EFAD7E2F-8CE5-4C5F-BCDD-49057FB60EF0}" dt="2024-05-23T05:55:05.072" v="638" actId="478"/>
          <ac:spMkLst>
            <pc:docMk/>
            <pc:sldMk cId="4176065042" sldId="1403"/>
            <ac:spMk id="19" creationId="{B0FA4236-6830-579F-3174-A4745C17897B}"/>
          </ac:spMkLst>
        </pc:spChg>
        <pc:picChg chg="del">
          <ac:chgData name="Venkatesh Patil" userId="d9f36aa470552ec6" providerId="LiveId" clId="{EFAD7E2F-8CE5-4C5F-BCDD-49057FB60EF0}" dt="2024-05-23T05:54:45.253" v="632" actId="478"/>
          <ac:picMkLst>
            <pc:docMk/>
            <pc:sldMk cId="4176065042" sldId="1403"/>
            <ac:picMk id="8" creationId="{3C48A3A2-0E4F-9413-ADE6-C704DEE2F20A}"/>
          </ac:picMkLst>
        </pc:picChg>
        <pc:picChg chg="add mod ord">
          <ac:chgData name="Venkatesh Patil" userId="d9f36aa470552ec6" providerId="LiveId" clId="{EFAD7E2F-8CE5-4C5F-BCDD-49057FB60EF0}" dt="2024-05-23T16:57:32.269" v="980" actId="1076"/>
          <ac:picMkLst>
            <pc:docMk/>
            <pc:sldMk cId="4176065042" sldId="1403"/>
            <ac:picMk id="8" creationId="{89B1F021-C1AF-F189-8BB2-8D5B47784335}"/>
          </ac:picMkLst>
        </pc:picChg>
        <pc:picChg chg="add del mod ord">
          <ac:chgData name="Venkatesh Patil" userId="d9f36aa470552ec6" providerId="LiveId" clId="{EFAD7E2F-8CE5-4C5F-BCDD-49057FB60EF0}" dt="2024-05-23T16:57:04.693" v="974" actId="478"/>
          <ac:picMkLst>
            <pc:docMk/>
            <pc:sldMk cId="4176065042" sldId="1403"/>
            <ac:picMk id="9" creationId="{D0DE9CA1-C048-9AC8-88D2-76897679A8C3}"/>
          </ac:picMkLst>
        </pc:picChg>
        <pc:cxnChg chg="mod">
          <ac:chgData name="Venkatesh Patil" userId="d9f36aa470552ec6" providerId="LiveId" clId="{EFAD7E2F-8CE5-4C5F-BCDD-49057FB60EF0}" dt="2024-05-23T05:55:21.021" v="643" actId="14100"/>
          <ac:cxnSpMkLst>
            <pc:docMk/>
            <pc:sldMk cId="4176065042" sldId="1403"/>
            <ac:cxnSpMk id="11" creationId="{186C04DD-2D93-293D-A85C-A6550046D6D2}"/>
          </ac:cxnSpMkLst>
        </pc:cxnChg>
        <pc:cxnChg chg="del">
          <ac:chgData name="Venkatesh Patil" userId="d9f36aa470552ec6" providerId="LiveId" clId="{EFAD7E2F-8CE5-4C5F-BCDD-49057FB60EF0}" dt="2024-05-23T05:55:07.133" v="639" actId="478"/>
          <ac:cxnSpMkLst>
            <pc:docMk/>
            <pc:sldMk cId="4176065042" sldId="1403"/>
            <ac:cxnSpMk id="12" creationId="{24E43BF3-C812-500C-EE21-E08455155861}"/>
          </ac:cxnSpMkLst>
        </pc:cxnChg>
      </pc:sldChg>
      <pc:sldChg chg="addSp delSp modSp add mod">
        <pc:chgData name="Venkatesh Patil" userId="d9f36aa470552ec6" providerId="LiveId" clId="{EFAD7E2F-8CE5-4C5F-BCDD-49057FB60EF0}" dt="2024-05-23T17:00:39.566" v="998" actId="478"/>
        <pc:sldMkLst>
          <pc:docMk/>
          <pc:sldMk cId="3570423276" sldId="1404"/>
        </pc:sldMkLst>
        <pc:spChg chg="mod">
          <ac:chgData name="Venkatesh Patil" userId="d9f36aa470552ec6" providerId="LiveId" clId="{EFAD7E2F-8CE5-4C5F-BCDD-49057FB60EF0}" dt="2024-05-23T05:55:46.938" v="659" actId="20577"/>
          <ac:spMkLst>
            <pc:docMk/>
            <pc:sldMk cId="3570423276" sldId="1404"/>
            <ac:spMk id="2" creationId="{9ADAE38D-0269-65EF-9EE2-B7F85F243B23}"/>
          </ac:spMkLst>
        </pc:spChg>
        <pc:spChg chg="add mod">
          <ac:chgData name="Venkatesh Patil" userId="d9f36aa470552ec6" providerId="LiveId" clId="{EFAD7E2F-8CE5-4C5F-BCDD-49057FB60EF0}" dt="2024-05-23T06:05:37.738" v="737"/>
          <ac:spMkLst>
            <pc:docMk/>
            <pc:sldMk cId="3570423276" sldId="1404"/>
            <ac:spMk id="15" creationId="{C1A28527-53B9-CF46-03E6-55D10CB78506}"/>
          </ac:spMkLst>
        </pc:spChg>
        <pc:spChg chg="add del mod">
          <ac:chgData name="Venkatesh Patil" userId="d9f36aa470552ec6" providerId="LiveId" clId="{EFAD7E2F-8CE5-4C5F-BCDD-49057FB60EF0}" dt="2024-05-23T17:00:39.566" v="998" actId="478"/>
          <ac:spMkLst>
            <pc:docMk/>
            <pc:sldMk cId="3570423276" sldId="1404"/>
            <ac:spMk id="16" creationId="{DDD59114-485E-90B1-71AE-BBD35FB4801D}"/>
          </ac:spMkLst>
        </pc:spChg>
        <pc:spChg chg="add del mod">
          <ac:chgData name="Venkatesh Patil" userId="d9f36aa470552ec6" providerId="LiveId" clId="{EFAD7E2F-8CE5-4C5F-BCDD-49057FB60EF0}" dt="2024-05-23T17:00:37.397" v="997" actId="478"/>
          <ac:spMkLst>
            <pc:docMk/>
            <pc:sldMk cId="3570423276" sldId="1404"/>
            <ac:spMk id="17" creationId="{3302FDE5-658C-EE23-C725-8E85C68FC593}"/>
          </ac:spMkLst>
        </pc:spChg>
        <pc:picChg chg="del">
          <ac:chgData name="Venkatesh Patil" userId="d9f36aa470552ec6" providerId="LiveId" clId="{EFAD7E2F-8CE5-4C5F-BCDD-49057FB60EF0}" dt="2024-05-23T05:59:38.099" v="660" actId="478"/>
          <ac:picMkLst>
            <pc:docMk/>
            <pc:sldMk cId="3570423276" sldId="1404"/>
            <ac:picMk id="3" creationId="{0F58FF72-A4E1-A5C8-D11F-701457ADF8DD}"/>
          </ac:picMkLst>
        </pc:picChg>
        <pc:picChg chg="add del mod ord">
          <ac:chgData name="Venkatesh Patil" userId="d9f36aa470552ec6" providerId="LiveId" clId="{EFAD7E2F-8CE5-4C5F-BCDD-49057FB60EF0}" dt="2024-05-23T16:59:03.964" v="987" actId="478"/>
          <ac:picMkLst>
            <pc:docMk/>
            <pc:sldMk cId="3570423276" sldId="1404"/>
            <ac:picMk id="7" creationId="{C2AD26FE-467C-16D7-84DD-B2A4F7FAA0E1}"/>
          </ac:picMkLst>
        </pc:picChg>
        <pc:picChg chg="add del mod">
          <ac:chgData name="Venkatesh Patil" userId="d9f36aa470552ec6" providerId="LiveId" clId="{EFAD7E2F-8CE5-4C5F-BCDD-49057FB60EF0}" dt="2024-05-23T16:58:11.612" v="981" actId="478"/>
          <ac:picMkLst>
            <pc:docMk/>
            <pc:sldMk cId="3570423276" sldId="1404"/>
            <ac:picMk id="8" creationId="{FA4C294B-F346-96D8-5EAA-A5EAB2B42B3A}"/>
          </ac:picMkLst>
        </pc:picChg>
        <pc:picChg chg="del">
          <ac:chgData name="Venkatesh Patil" userId="d9f36aa470552ec6" providerId="LiveId" clId="{EFAD7E2F-8CE5-4C5F-BCDD-49057FB60EF0}" dt="2024-05-23T05:59:41.221" v="662" actId="478"/>
          <ac:picMkLst>
            <pc:docMk/>
            <pc:sldMk cId="3570423276" sldId="1404"/>
            <ac:picMk id="9" creationId="{D0DE9CA1-C048-9AC8-88D2-76897679A8C3}"/>
          </ac:picMkLst>
        </pc:picChg>
        <pc:picChg chg="add mod ord">
          <ac:chgData name="Venkatesh Patil" userId="d9f36aa470552ec6" providerId="LiveId" clId="{EFAD7E2F-8CE5-4C5F-BCDD-49057FB60EF0}" dt="2024-05-23T16:59:34.786" v="994" actId="1076"/>
          <ac:picMkLst>
            <pc:docMk/>
            <pc:sldMk cId="3570423276" sldId="1404"/>
            <ac:picMk id="10" creationId="{34DDF6D4-E319-51E7-07BC-B237FC8226A0}"/>
          </ac:picMkLst>
        </pc:picChg>
        <pc:picChg chg="add del">
          <ac:chgData name="Venkatesh Patil" userId="d9f36aa470552ec6" providerId="LiveId" clId="{EFAD7E2F-8CE5-4C5F-BCDD-49057FB60EF0}" dt="2024-05-23T06:04:38" v="728" actId="478"/>
          <ac:picMkLst>
            <pc:docMk/>
            <pc:sldMk cId="3570423276" sldId="1404"/>
            <ac:picMk id="12" creationId="{382A480C-4210-A1AD-BB00-D503F604D4E2}"/>
          </ac:picMkLst>
        </pc:picChg>
        <pc:picChg chg="add mod">
          <ac:chgData name="Venkatesh Patil" userId="d9f36aa470552ec6" providerId="LiveId" clId="{EFAD7E2F-8CE5-4C5F-BCDD-49057FB60EF0}" dt="2024-05-23T06:05:13.869" v="732" actId="1076"/>
          <ac:picMkLst>
            <pc:docMk/>
            <pc:sldMk cId="3570423276" sldId="1404"/>
            <ac:picMk id="14" creationId="{E6B7E78E-AE80-F80D-5838-4D8E4E8463EF}"/>
          </ac:picMkLst>
        </pc:picChg>
        <pc:inkChg chg="add del">
          <ac:chgData name="Venkatesh Patil" userId="d9f36aa470552ec6" providerId="LiveId" clId="{EFAD7E2F-8CE5-4C5F-BCDD-49057FB60EF0}" dt="2024-05-23T17:00:23.406" v="996" actId="9405"/>
          <ac:inkMkLst>
            <pc:docMk/>
            <pc:sldMk cId="3570423276" sldId="1404"/>
            <ac:inkMk id="11" creationId="{1292EE70-2A7C-CC6B-4B3C-30EDD6E39259}"/>
          </ac:inkMkLst>
        </pc:inkChg>
        <pc:cxnChg chg="del mod">
          <ac:chgData name="Venkatesh Patil" userId="d9f36aa470552ec6" providerId="LiveId" clId="{EFAD7E2F-8CE5-4C5F-BCDD-49057FB60EF0}" dt="2024-05-23T06:00:10.902" v="667" actId="478"/>
          <ac:cxnSpMkLst>
            <pc:docMk/>
            <pc:sldMk cId="3570423276" sldId="1404"/>
            <ac:cxnSpMk id="11" creationId="{186C04DD-2D93-293D-A85C-A6550046D6D2}"/>
          </ac:cxnSpMkLst>
        </pc:cxnChg>
        <pc:cxnChg chg="add mod">
          <ac:chgData name="Venkatesh Patil" userId="d9f36aa470552ec6" providerId="LiveId" clId="{EFAD7E2F-8CE5-4C5F-BCDD-49057FB60EF0}" dt="2024-05-23T06:07:17.473" v="743" actId="1582"/>
          <ac:cxnSpMkLst>
            <pc:docMk/>
            <pc:sldMk cId="3570423276" sldId="1404"/>
            <ac:cxnSpMk id="19" creationId="{27880736-A1AC-D328-6718-06D3C0F3E8DF}"/>
          </ac:cxnSpMkLst>
        </pc:cxnChg>
      </pc:sldChg>
      <pc:sldChg chg="addSp delSp modSp add mod">
        <pc:chgData name="Venkatesh Patil" userId="d9f36aa470552ec6" providerId="LiveId" clId="{EFAD7E2F-8CE5-4C5F-BCDD-49057FB60EF0}" dt="2024-05-23T17:01:34.348" v="1004" actId="1076"/>
        <pc:sldMkLst>
          <pc:docMk/>
          <pc:sldMk cId="1636959084" sldId="1405"/>
        </pc:sldMkLst>
        <pc:spChg chg="del">
          <ac:chgData name="Venkatesh Patil" userId="d9f36aa470552ec6" providerId="LiveId" clId="{EFAD7E2F-8CE5-4C5F-BCDD-49057FB60EF0}" dt="2024-05-23T06:08:41.789" v="755" actId="478"/>
          <ac:spMkLst>
            <pc:docMk/>
            <pc:sldMk cId="1636959084" sldId="1405"/>
            <ac:spMk id="15" creationId="{C1A28527-53B9-CF46-03E6-55D10CB78506}"/>
          </ac:spMkLst>
        </pc:spChg>
        <pc:spChg chg="del">
          <ac:chgData name="Venkatesh Patil" userId="d9f36aa470552ec6" providerId="LiveId" clId="{EFAD7E2F-8CE5-4C5F-BCDD-49057FB60EF0}" dt="2024-05-23T06:08:39.422" v="753" actId="478"/>
          <ac:spMkLst>
            <pc:docMk/>
            <pc:sldMk cId="1636959084" sldId="1405"/>
            <ac:spMk id="16" creationId="{DDD59114-485E-90B1-71AE-BBD35FB4801D}"/>
          </ac:spMkLst>
        </pc:spChg>
        <pc:spChg chg="del">
          <ac:chgData name="Venkatesh Patil" userId="d9f36aa470552ec6" providerId="LiveId" clId="{EFAD7E2F-8CE5-4C5F-BCDD-49057FB60EF0}" dt="2024-05-23T06:08:37.967" v="752" actId="478"/>
          <ac:spMkLst>
            <pc:docMk/>
            <pc:sldMk cId="1636959084" sldId="1405"/>
            <ac:spMk id="17" creationId="{3302FDE5-658C-EE23-C725-8E85C68FC593}"/>
          </ac:spMkLst>
        </pc:spChg>
        <pc:picChg chg="add del mod ord">
          <ac:chgData name="Venkatesh Patil" userId="d9f36aa470552ec6" providerId="LiveId" clId="{EFAD7E2F-8CE5-4C5F-BCDD-49057FB60EF0}" dt="2024-05-23T06:10:04.027" v="756" actId="478"/>
          <ac:picMkLst>
            <pc:docMk/>
            <pc:sldMk cId="1636959084" sldId="1405"/>
            <ac:picMk id="7" creationId="{4673B204-FAAF-7278-A770-497B15120B2A}"/>
          </ac:picMkLst>
        </pc:picChg>
        <pc:picChg chg="add mod">
          <ac:chgData name="Venkatesh Patil" userId="d9f36aa470552ec6" providerId="LiveId" clId="{EFAD7E2F-8CE5-4C5F-BCDD-49057FB60EF0}" dt="2024-05-23T17:01:34.348" v="1004" actId="1076"/>
          <ac:picMkLst>
            <pc:docMk/>
            <pc:sldMk cId="1636959084" sldId="1405"/>
            <ac:picMk id="7" creationId="{F28907A6-D1C8-BE9F-741E-9561967F05C9}"/>
          </ac:picMkLst>
        </pc:picChg>
        <pc:picChg chg="del">
          <ac:chgData name="Venkatesh Patil" userId="d9f36aa470552ec6" providerId="LiveId" clId="{EFAD7E2F-8CE5-4C5F-BCDD-49057FB60EF0}" dt="2024-05-23T06:08:02.114" v="745" actId="478"/>
          <ac:picMkLst>
            <pc:docMk/>
            <pc:sldMk cId="1636959084" sldId="1405"/>
            <ac:picMk id="8" creationId="{FA4C294B-F346-96D8-5EAA-A5EAB2B42B3A}"/>
          </ac:picMkLst>
        </pc:picChg>
        <pc:picChg chg="add del mod">
          <ac:chgData name="Venkatesh Patil" userId="d9f36aa470552ec6" providerId="LiveId" clId="{EFAD7E2F-8CE5-4C5F-BCDD-49057FB60EF0}" dt="2024-05-23T06:16:03.066" v="773" actId="478"/>
          <ac:picMkLst>
            <pc:docMk/>
            <pc:sldMk cId="1636959084" sldId="1405"/>
            <ac:picMk id="10" creationId="{525DF742-0467-5F80-9107-310B1440C02D}"/>
          </ac:picMkLst>
        </pc:picChg>
        <pc:picChg chg="add del mod">
          <ac:chgData name="Venkatesh Patil" userId="d9f36aa470552ec6" providerId="LiveId" clId="{EFAD7E2F-8CE5-4C5F-BCDD-49057FB60EF0}" dt="2024-05-23T17:00:55.909" v="999" actId="478"/>
          <ac:picMkLst>
            <pc:docMk/>
            <pc:sldMk cId="1636959084" sldId="1405"/>
            <ac:picMk id="12" creationId="{92F973F0-2EA4-7147-D467-BBE29A172A2D}"/>
          </ac:picMkLst>
        </pc:picChg>
        <pc:cxnChg chg="del">
          <ac:chgData name="Venkatesh Patil" userId="d9f36aa470552ec6" providerId="LiveId" clId="{EFAD7E2F-8CE5-4C5F-BCDD-49057FB60EF0}" dt="2024-05-23T06:08:40.543" v="754" actId="478"/>
          <ac:cxnSpMkLst>
            <pc:docMk/>
            <pc:sldMk cId="1636959084" sldId="1405"/>
            <ac:cxnSpMk id="19" creationId="{27880736-A1AC-D328-6718-06D3C0F3E8DF}"/>
          </ac:cxnSpMkLst>
        </pc:cxnChg>
      </pc:sldChg>
      <pc:sldChg chg="addSp delSp modSp add mod">
        <pc:chgData name="Venkatesh Patil" userId="d9f36aa470552ec6" providerId="LiveId" clId="{EFAD7E2F-8CE5-4C5F-BCDD-49057FB60EF0}" dt="2024-05-23T06:20:40.499" v="782" actId="1076"/>
        <pc:sldMkLst>
          <pc:docMk/>
          <pc:sldMk cId="1652986243" sldId="1406"/>
        </pc:sldMkLst>
        <pc:spChg chg="mod">
          <ac:chgData name="Venkatesh Patil" userId="d9f36aa470552ec6" providerId="LiveId" clId="{EFAD7E2F-8CE5-4C5F-BCDD-49057FB60EF0}" dt="2024-05-23T06:10:39.905" v="767" actId="20577"/>
          <ac:spMkLst>
            <pc:docMk/>
            <pc:sldMk cId="1652986243" sldId="1406"/>
            <ac:spMk id="2" creationId="{9ADAE38D-0269-65EF-9EE2-B7F85F243B23}"/>
          </ac:spMkLst>
        </pc:spChg>
        <pc:picChg chg="add del mod">
          <ac:chgData name="Venkatesh Patil" userId="d9f36aa470552ec6" providerId="LiveId" clId="{EFAD7E2F-8CE5-4C5F-BCDD-49057FB60EF0}" dt="2024-05-23T06:16:00.210" v="772" actId="478"/>
          <ac:picMkLst>
            <pc:docMk/>
            <pc:sldMk cId="1652986243" sldId="1406"/>
            <ac:picMk id="7" creationId="{D41DFBCC-B249-470F-5176-FEF65E2F0227}"/>
          </ac:picMkLst>
        </pc:picChg>
        <pc:picChg chg="add mod">
          <ac:chgData name="Venkatesh Patil" userId="d9f36aa470552ec6" providerId="LiveId" clId="{EFAD7E2F-8CE5-4C5F-BCDD-49057FB60EF0}" dt="2024-05-23T06:20:40.499" v="782" actId="1076"/>
          <ac:picMkLst>
            <pc:docMk/>
            <pc:sldMk cId="1652986243" sldId="1406"/>
            <ac:picMk id="9" creationId="{03FF97BC-0489-C38D-C603-44BF13C482FA}"/>
          </ac:picMkLst>
        </pc:picChg>
        <pc:picChg chg="del">
          <ac:chgData name="Venkatesh Patil" userId="d9f36aa470552ec6" providerId="LiveId" clId="{EFAD7E2F-8CE5-4C5F-BCDD-49057FB60EF0}" dt="2024-05-23T06:15:48.907" v="768" actId="478"/>
          <ac:picMkLst>
            <pc:docMk/>
            <pc:sldMk cId="1652986243" sldId="1406"/>
            <ac:picMk id="10" creationId="{525DF742-0467-5F80-9107-310B1440C02D}"/>
          </ac:picMkLst>
        </pc:picChg>
        <pc:picChg chg="del">
          <ac:chgData name="Venkatesh Patil" userId="d9f36aa470552ec6" providerId="LiveId" clId="{EFAD7E2F-8CE5-4C5F-BCDD-49057FB60EF0}" dt="2024-05-23T06:16:14.037" v="777" actId="478"/>
          <ac:picMkLst>
            <pc:docMk/>
            <pc:sldMk cId="1652986243" sldId="1406"/>
            <ac:picMk id="14" creationId="{E6B7E78E-AE80-F80D-5838-4D8E4E8463EF}"/>
          </ac:picMkLst>
        </pc:picChg>
      </pc:sldChg>
      <pc:sldChg chg="addSp delSp modSp add mod">
        <pc:chgData name="Venkatesh Patil" userId="d9f36aa470552ec6" providerId="LiveId" clId="{EFAD7E2F-8CE5-4C5F-BCDD-49057FB60EF0}" dt="2024-05-23T17:02:31.846" v="1008" actId="1076"/>
        <pc:sldMkLst>
          <pc:docMk/>
          <pc:sldMk cId="3834454431" sldId="1407"/>
        </pc:sldMkLst>
        <pc:picChg chg="add del mod">
          <ac:chgData name="Venkatesh Patil" userId="d9f36aa470552ec6" providerId="LiveId" clId="{EFAD7E2F-8CE5-4C5F-BCDD-49057FB60EF0}" dt="2024-05-23T17:02:25.100" v="1005" actId="478"/>
          <ac:picMkLst>
            <pc:docMk/>
            <pc:sldMk cId="3834454431" sldId="1407"/>
            <ac:picMk id="7" creationId="{58CC6870-D976-3C29-B7F9-D1F506244BF0}"/>
          </ac:picMkLst>
        </pc:picChg>
        <pc:picChg chg="add mod">
          <ac:chgData name="Venkatesh Patil" userId="d9f36aa470552ec6" providerId="LiveId" clId="{EFAD7E2F-8CE5-4C5F-BCDD-49057FB60EF0}" dt="2024-05-23T17:02:31.846" v="1008" actId="1076"/>
          <ac:picMkLst>
            <pc:docMk/>
            <pc:sldMk cId="3834454431" sldId="1407"/>
            <ac:picMk id="8" creationId="{0219ABC3-FCB4-7F74-9E67-3603BEF9AB8F}"/>
          </ac:picMkLst>
        </pc:picChg>
        <pc:picChg chg="del">
          <ac:chgData name="Venkatesh Patil" userId="d9f36aa470552ec6" providerId="LiveId" clId="{EFAD7E2F-8CE5-4C5F-BCDD-49057FB60EF0}" dt="2024-05-23T06:21:14.596" v="784" actId="478"/>
          <ac:picMkLst>
            <pc:docMk/>
            <pc:sldMk cId="3834454431" sldId="1407"/>
            <ac:picMk id="9" creationId="{03FF97BC-0489-C38D-C603-44BF13C482FA}"/>
          </ac:picMkLst>
        </pc:picChg>
      </pc:sldChg>
      <pc:sldChg chg="add del">
        <pc:chgData name="Venkatesh Patil" userId="d9f36aa470552ec6" providerId="LiveId" clId="{EFAD7E2F-8CE5-4C5F-BCDD-49057FB60EF0}" dt="2024-05-23T17:02:53.238" v="1009" actId="47"/>
        <pc:sldMkLst>
          <pc:docMk/>
          <pc:sldMk cId="2277870946" sldId="1408"/>
        </pc:sldMkLst>
      </pc:sldChg>
      <pc:sldChg chg="addSp delSp modSp add del mod ord">
        <pc:chgData name="Venkatesh Patil" userId="d9f36aa470552ec6" providerId="LiveId" clId="{EFAD7E2F-8CE5-4C5F-BCDD-49057FB60EF0}" dt="2024-05-23T06:27:15.415" v="857" actId="47"/>
        <pc:sldMkLst>
          <pc:docMk/>
          <pc:sldMk cId="522601640" sldId="1409"/>
        </pc:sldMkLst>
        <pc:spChg chg="mod">
          <ac:chgData name="Venkatesh Patil" userId="d9f36aa470552ec6" providerId="LiveId" clId="{EFAD7E2F-8CE5-4C5F-BCDD-49057FB60EF0}" dt="2024-05-23T06:22:20.040" v="827" actId="20577"/>
          <ac:spMkLst>
            <pc:docMk/>
            <pc:sldMk cId="522601640" sldId="1409"/>
            <ac:spMk id="2" creationId="{B6181890-0A7E-0894-1B44-0039015FBD00}"/>
          </ac:spMkLst>
        </pc:spChg>
        <pc:picChg chg="del">
          <ac:chgData name="Venkatesh Patil" userId="d9f36aa470552ec6" providerId="LiveId" clId="{EFAD7E2F-8CE5-4C5F-BCDD-49057FB60EF0}" dt="2024-05-23T06:22:04.183" v="792" actId="478"/>
          <ac:picMkLst>
            <pc:docMk/>
            <pc:sldMk cId="522601640" sldId="1409"/>
            <ac:picMk id="8" creationId="{A21E9033-4237-3A9F-8878-B5560C4AE640}"/>
          </ac:picMkLst>
        </pc:picChg>
        <pc:picChg chg="add mod">
          <ac:chgData name="Venkatesh Patil" userId="d9f36aa470552ec6" providerId="LiveId" clId="{EFAD7E2F-8CE5-4C5F-BCDD-49057FB60EF0}" dt="2024-05-23T06:22:24.627" v="828"/>
          <ac:picMkLst>
            <pc:docMk/>
            <pc:sldMk cId="522601640" sldId="1409"/>
            <ac:picMk id="9" creationId="{48A66CA4-F544-C38B-FCDF-C3582DB1EA50}"/>
          </ac:picMkLst>
        </pc:picChg>
        <pc:inkChg chg="del">
          <ac:chgData name="Venkatesh Patil" userId="d9f36aa470552ec6" providerId="LiveId" clId="{EFAD7E2F-8CE5-4C5F-BCDD-49057FB60EF0}" dt="2024-05-23T06:22:06.089" v="793" actId="478"/>
          <ac:inkMkLst>
            <pc:docMk/>
            <pc:sldMk cId="522601640" sldId="1409"/>
            <ac:inkMk id="3" creationId="{6CA2ABD4-E7FB-9211-05FC-4F4CD99836AE}"/>
          </ac:inkMkLst>
        </pc:inkChg>
      </pc:sldChg>
      <pc:sldChg chg="addSp delSp modSp add mod">
        <pc:chgData name="Venkatesh Patil" userId="d9f36aa470552ec6" providerId="LiveId" clId="{EFAD7E2F-8CE5-4C5F-BCDD-49057FB60EF0}" dt="2024-05-23T06:27:22.085" v="877" actId="20577"/>
        <pc:sldMkLst>
          <pc:docMk/>
          <pc:sldMk cId="3965338872" sldId="1410"/>
        </pc:sldMkLst>
        <pc:spChg chg="mod">
          <ac:chgData name="Venkatesh Patil" userId="d9f36aa470552ec6" providerId="LiveId" clId="{EFAD7E2F-8CE5-4C5F-BCDD-49057FB60EF0}" dt="2024-05-23T06:27:22.085" v="877" actId="20577"/>
          <ac:spMkLst>
            <pc:docMk/>
            <pc:sldMk cId="3965338872" sldId="1410"/>
            <ac:spMk id="2" creationId="{B6181890-0A7E-0894-1B44-0039015FBD00}"/>
          </ac:spMkLst>
        </pc:spChg>
        <pc:picChg chg="add del mod">
          <ac:chgData name="Venkatesh Patil" userId="d9f36aa470552ec6" providerId="LiveId" clId="{EFAD7E2F-8CE5-4C5F-BCDD-49057FB60EF0}" dt="2024-05-23T06:26:27.593" v="853" actId="478"/>
          <ac:picMkLst>
            <pc:docMk/>
            <pc:sldMk cId="3965338872" sldId="1410"/>
            <ac:picMk id="3" creationId="{A88729EF-92F3-0E40-8A7A-A114EA96A23B}"/>
          </ac:picMkLst>
        </pc:picChg>
        <pc:picChg chg="del">
          <ac:chgData name="Venkatesh Patil" userId="d9f36aa470552ec6" providerId="LiveId" clId="{EFAD7E2F-8CE5-4C5F-BCDD-49057FB60EF0}" dt="2024-05-23T06:23:00.865" v="851" actId="478"/>
          <ac:picMkLst>
            <pc:docMk/>
            <pc:sldMk cId="3965338872" sldId="1410"/>
            <ac:picMk id="9" creationId="{48A66CA4-F544-C38B-FCDF-C3582DB1EA50}"/>
          </ac:picMkLst>
        </pc:picChg>
        <pc:picChg chg="add mod">
          <ac:chgData name="Venkatesh Patil" userId="d9f36aa470552ec6" providerId="LiveId" clId="{EFAD7E2F-8CE5-4C5F-BCDD-49057FB60EF0}" dt="2024-05-23T06:26:32.354" v="856" actId="14100"/>
          <ac:picMkLst>
            <pc:docMk/>
            <pc:sldMk cId="3965338872" sldId="1410"/>
            <ac:picMk id="10" creationId="{C946C73B-8F8E-CE9E-604F-AAA0FBB4413C}"/>
          </ac:picMkLst>
        </pc:picChg>
      </pc:sldChg>
      <pc:sldChg chg="addSp delSp modSp add mod">
        <pc:chgData name="Venkatesh Patil" userId="d9f36aa470552ec6" providerId="LiveId" clId="{EFAD7E2F-8CE5-4C5F-BCDD-49057FB60EF0}" dt="2024-05-23T17:04:01.457" v="1014" actId="1076"/>
        <pc:sldMkLst>
          <pc:docMk/>
          <pc:sldMk cId="2579610239" sldId="1411"/>
        </pc:sldMkLst>
        <pc:picChg chg="add mod">
          <ac:chgData name="Venkatesh Patil" userId="d9f36aa470552ec6" providerId="LiveId" clId="{EFAD7E2F-8CE5-4C5F-BCDD-49057FB60EF0}" dt="2024-05-23T17:04:01.457" v="1014" actId="1076"/>
          <ac:picMkLst>
            <pc:docMk/>
            <pc:sldMk cId="2579610239" sldId="1411"/>
            <ac:picMk id="8" creationId="{D79283F0-B8AC-BC71-C108-DA11D8A6A1A7}"/>
          </ac:picMkLst>
        </pc:picChg>
        <pc:picChg chg="del">
          <ac:chgData name="Venkatesh Patil" userId="d9f36aa470552ec6" providerId="LiveId" clId="{EFAD7E2F-8CE5-4C5F-BCDD-49057FB60EF0}" dt="2024-05-23T17:03:40.599" v="1011" actId="478"/>
          <ac:picMkLst>
            <pc:docMk/>
            <pc:sldMk cId="2579610239" sldId="1411"/>
            <ac:picMk id="10" creationId="{C946C73B-8F8E-CE9E-604F-AAA0FBB4413C}"/>
          </ac:picMkLst>
        </pc:picChg>
      </pc:sldChg>
      <pc:sldChg chg="addSp delSp modSp add mod">
        <pc:chgData name="Venkatesh Patil" userId="d9f36aa470552ec6" providerId="LiveId" clId="{EFAD7E2F-8CE5-4C5F-BCDD-49057FB60EF0}" dt="2024-05-23T17:04:32.552" v="1019" actId="1076"/>
        <pc:sldMkLst>
          <pc:docMk/>
          <pc:sldMk cId="1570398157" sldId="1412"/>
        </pc:sldMkLst>
        <pc:picChg chg="del">
          <ac:chgData name="Venkatesh Patil" userId="d9f36aa470552ec6" providerId="LiveId" clId="{EFAD7E2F-8CE5-4C5F-BCDD-49057FB60EF0}" dt="2024-05-23T17:04:27.677" v="1016" actId="478"/>
          <ac:picMkLst>
            <pc:docMk/>
            <pc:sldMk cId="1570398157" sldId="1412"/>
            <ac:picMk id="8" creationId="{D79283F0-B8AC-BC71-C108-DA11D8A6A1A7}"/>
          </ac:picMkLst>
        </pc:picChg>
        <pc:picChg chg="add mod">
          <ac:chgData name="Venkatesh Patil" userId="d9f36aa470552ec6" providerId="LiveId" clId="{EFAD7E2F-8CE5-4C5F-BCDD-49057FB60EF0}" dt="2024-05-23T17:04:32.552" v="1019" actId="1076"/>
          <ac:picMkLst>
            <pc:docMk/>
            <pc:sldMk cId="1570398157" sldId="1412"/>
            <ac:picMk id="9" creationId="{3C80D6F6-393A-4903-3F2D-304DBE62A018}"/>
          </ac:picMkLst>
        </pc:picChg>
      </pc:sldChg>
    </pc:docChg>
  </pc:docChgLst>
  <pc:docChgLst>
    <pc:chgData name="Venkatesh Patil" userId="d9f36aa470552ec6" providerId="LiveId" clId="{934A67C8-6075-4AD0-8B8A-4E5348463E88}"/>
    <pc:docChg chg="undo redo custSel addSld delSld modSld sldOrd">
      <pc:chgData name="Venkatesh Patil" userId="d9f36aa470552ec6" providerId="LiveId" clId="{934A67C8-6075-4AD0-8B8A-4E5348463E88}" dt="2024-02-21T17:08:59.520" v="23865" actId="1076"/>
      <pc:docMkLst>
        <pc:docMk/>
      </pc:docMkLst>
      <pc:sldChg chg="modSp mod">
        <pc:chgData name="Venkatesh Patil" userId="d9f36aa470552ec6" providerId="LiveId" clId="{934A67C8-6075-4AD0-8B8A-4E5348463E88}" dt="2024-02-20T17:50:15.988" v="19165" actId="20577"/>
        <pc:sldMkLst>
          <pc:docMk/>
          <pc:sldMk cId="3690305819" sldId="1082"/>
        </pc:sldMkLst>
        <pc:spChg chg="mod">
          <ac:chgData name="Venkatesh Patil" userId="d9f36aa470552ec6" providerId="LiveId" clId="{934A67C8-6075-4AD0-8B8A-4E5348463E88}" dt="2024-02-20T17:50:15.988" v="19165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delSp modSp mod">
        <pc:chgData name="Venkatesh Patil" userId="d9f36aa470552ec6" providerId="LiveId" clId="{934A67C8-6075-4AD0-8B8A-4E5348463E88}" dt="2024-02-19T22:49:04.938" v="18986" actId="207"/>
        <pc:sldMkLst>
          <pc:docMk/>
          <pc:sldMk cId="3502830358" sldId="1256"/>
        </pc:sldMkLst>
        <pc:spChg chg="mod">
          <ac:chgData name="Venkatesh Patil" userId="d9f36aa470552ec6" providerId="LiveId" clId="{934A67C8-6075-4AD0-8B8A-4E5348463E88}" dt="2024-02-19T22:49:04.938" v="18986" actId="207"/>
          <ac:spMkLst>
            <pc:docMk/>
            <pc:sldMk cId="3502830358" sldId="1256"/>
            <ac:spMk id="6" creationId="{FF43D8F2-F3AD-C3A9-E8D2-1CF411116A6D}"/>
          </ac:spMkLst>
        </pc:spChg>
        <pc:spChg chg="mod">
          <ac:chgData name="Venkatesh Patil" userId="d9f36aa470552ec6" providerId="LiveId" clId="{934A67C8-6075-4AD0-8B8A-4E5348463E88}" dt="2024-02-17T17:53:02.774" v="254" actId="20577"/>
          <ac:spMkLst>
            <pc:docMk/>
            <pc:sldMk cId="3502830358" sldId="1256"/>
            <ac:spMk id="13314" creationId="{00000000-0000-0000-0000-000000000000}"/>
          </ac:spMkLst>
        </pc:spChg>
        <pc:inkChg chg="del">
          <ac:chgData name="Venkatesh Patil" userId="d9f36aa470552ec6" providerId="LiveId" clId="{934A67C8-6075-4AD0-8B8A-4E5348463E88}" dt="2024-02-17T17:52:22.446" v="245" actId="478"/>
          <ac:inkMkLst>
            <pc:docMk/>
            <pc:sldMk cId="3502830358" sldId="1256"/>
            <ac:inkMk id="2" creationId="{E9D37F70-536E-CF88-3567-487C12DBE0D4}"/>
          </ac:inkMkLst>
        </pc:inkChg>
        <pc:inkChg chg="del">
          <ac:chgData name="Venkatesh Patil" userId="d9f36aa470552ec6" providerId="LiveId" clId="{934A67C8-6075-4AD0-8B8A-4E5348463E88}" dt="2024-02-17T17:52:23.777" v="246" actId="478"/>
          <ac:inkMkLst>
            <pc:docMk/>
            <pc:sldMk cId="3502830358" sldId="1256"/>
            <ac:inkMk id="7" creationId="{C5F90996-F013-37F9-CA2C-B3301427692E}"/>
          </ac:inkMkLst>
        </pc:inkChg>
        <pc:inkChg chg="del">
          <ac:chgData name="Venkatesh Patil" userId="d9f36aa470552ec6" providerId="LiveId" clId="{934A67C8-6075-4AD0-8B8A-4E5348463E88}" dt="2024-02-17T17:52:25.452" v="247" actId="478"/>
          <ac:inkMkLst>
            <pc:docMk/>
            <pc:sldMk cId="3502830358" sldId="1256"/>
            <ac:inkMk id="9" creationId="{900AA271-49B9-7969-47AF-06201896EE47}"/>
          </ac:inkMkLst>
        </pc:inkChg>
        <pc:inkChg chg="del">
          <ac:chgData name="Venkatesh Patil" userId="d9f36aa470552ec6" providerId="LiveId" clId="{934A67C8-6075-4AD0-8B8A-4E5348463E88}" dt="2024-02-17T17:52:27.217" v="248" actId="478"/>
          <ac:inkMkLst>
            <pc:docMk/>
            <pc:sldMk cId="3502830358" sldId="1256"/>
            <ac:inkMk id="12" creationId="{FAEDB911-46BD-03C7-69AA-749378B0081D}"/>
          </ac:inkMkLst>
        </pc:inkChg>
        <pc:inkChg chg="del">
          <ac:chgData name="Venkatesh Patil" userId="d9f36aa470552ec6" providerId="LiveId" clId="{934A67C8-6075-4AD0-8B8A-4E5348463E88}" dt="2024-02-17T17:52:28.537" v="249" actId="478"/>
          <ac:inkMkLst>
            <pc:docMk/>
            <pc:sldMk cId="3502830358" sldId="1256"/>
            <ac:inkMk id="13" creationId="{B3E25B2C-4613-FEAB-C296-919C84FF5254}"/>
          </ac:inkMkLst>
        </pc:inkChg>
      </pc:sldChg>
      <pc:sldChg chg="modSp mod">
        <pc:chgData name="Venkatesh Patil" userId="d9f36aa470552ec6" providerId="LiveId" clId="{934A67C8-6075-4AD0-8B8A-4E5348463E88}" dt="2024-02-20T22:44:57.867" v="23751" actId="20577"/>
        <pc:sldMkLst>
          <pc:docMk/>
          <pc:sldMk cId="2650919241" sldId="1275"/>
        </pc:sldMkLst>
        <pc:spChg chg="mod">
          <ac:chgData name="Venkatesh Patil" userId="d9f36aa470552ec6" providerId="LiveId" clId="{934A67C8-6075-4AD0-8B8A-4E5348463E88}" dt="2024-02-20T22:44:57.867" v="23751" actId="20577"/>
          <ac:spMkLst>
            <pc:docMk/>
            <pc:sldMk cId="2650919241" sldId="1275"/>
            <ac:spMk id="3" creationId="{E5FC261A-722B-BF20-143E-8281EC29DDB7}"/>
          </ac:spMkLst>
        </pc:spChg>
      </pc:sldChg>
      <pc:sldChg chg="delSp modSp mod delAnim modAnim modNotesTx">
        <pc:chgData name="Venkatesh Patil" userId="d9f36aa470552ec6" providerId="LiveId" clId="{934A67C8-6075-4AD0-8B8A-4E5348463E88}" dt="2024-02-20T18:25:23.631" v="19809" actId="20577"/>
        <pc:sldMkLst>
          <pc:docMk/>
          <pc:sldMk cId="33540683" sldId="1276"/>
        </pc:sldMkLst>
        <pc:spChg chg="mod">
          <ac:chgData name="Venkatesh Patil" userId="d9f36aa470552ec6" providerId="LiveId" clId="{934A67C8-6075-4AD0-8B8A-4E5348463E88}" dt="2024-02-17T22:30:08.904" v="4097" actId="20577"/>
          <ac:spMkLst>
            <pc:docMk/>
            <pc:sldMk cId="33540683" sldId="1276"/>
            <ac:spMk id="2" creationId="{C700572A-237E-6574-914F-90119A1A04FF}"/>
          </ac:spMkLst>
        </pc:spChg>
        <pc:spChg chg="mod">
          <ac:chgData name="Venkatesh Patil" userId="d9f36aa470552ec6" providerId="LiveId" clId="{934A67C8-6075-4AD0-8B8A-4E5348463E88}" dt="2024-02-20T18:24:54.351" v="19807" actId="20577"/>
          <ac:spMkLst>
            <pc:docMk/>
            <pc:sldMk cId="33540683" sldId="1276"/>
            <ac:spMk id="25" creationId="{2004C2E6-2BD8-050E-2A7C-005A844B1A1D}"/>
          </ac:spMkLst>
        </pc:spChg>
        <pc:spChg chg="del">
          <ac:chgData name="Venkatesh Patil" userId="d9f36aa470552ec6" providerId="LiveId" clId="{934A67C8-6075-4AD0-8B8A-4E5348463E88}" dt="2024-02-17T22:29:47.574" v="4089" actId="478"/>
          <ac:spMkLst>
            <pc:docMk/>
            <pc:sldMk cId="33540683" sldId="1276"/>
            <ac:spMk id="34" creationId="{D1DE4604-BB14-381B-88BD-7B26F9F64632}"/>
          </ac:spMkLst>
        </pc:spChg>
        <pc:spChg chg="del">
          <ac:chgData name="Venkatesh Patil" userId="d9f36aa470552ec6" providerId="LiveId" clId="{934A67C8-6075-4AD0-8B8A-4E5348463E88}" dt="2024-02-17T22:29:46.078" v="4088" actId="478"/>
          <ac:spMkLst>
            <pc:docMk/>
            <pc:sldMk cId="33540683" sldId="1276"/>
            <ac:spMk id="35" creationId="{E047444F-F289-B183-A2BC-43164CBCE505}"/>
          </ac:spMkLst>
        </pc:spChg>
        <pc:spChg chg="del">
          <ac:chgData name="Venkatesh Patil" userId="d9f36aa470552ec6" providerId="LiveId" clId="{934A67C8-6075-4AD0-8B8A-4E5348463E88}" dt="2024-02-17T22:29:44.686" v="4087" actId="478"/>
          <ac:spMkLst>
            <pc:docMk/>
            <pc:sldMk cId="33540683" sldId="1276"/>
            <ac:spMk id="37" creationId="{965F7F2B-CDB7-BE31-0CAB-6D473C1249DA}"/>
          </ac:spMkLst>
        </pc:spChg>
        <pc:spChg chg="del">
          <ac:chgData name="Venkatesh Patil" userId="d9f36aa470552ec6" providerId="LiveId" clId="{934A67C8-6075-4AD0-8B8A-4E5348463E88}" dt="2024-02-17T22:29:43.038" v="4086" actId="478"/>
          <ac:spMkLst>
            <pc:docMk/>
            <pc:sldMk cId="33540683" sldId="1276"/>
            <ac:spMk id="39" creationId="{7B39BA7F-D128-D2D0-ED6A-59C5EA299669}"/>
          </ac:spMkLst>
        </pc:spChg>
        <pc:grpChg chg="del">
          <ac:chgData name="Venkatesh Patil" userId="d9f36aa470552ec6" providerId="LiveId" clId="{934A67C8-6075-4AD0-8B8A-4E5348463E88}" dt="2024-02-17T22:29:41.118" v="4085" actId="478"/>
          <ac:grpSpMkLst>
            <pc:docMk/>
            <pc:sldMk cId="33540683" sldId="1276"/>
            <ac:grpSpMk id="44" creationId="{8F87C25B-43C0-A2F3-CA17-46B1C41D4472}"/>
          </ac:grpSpMkLst>
        </pc:grpChg>
        <pc:picChg chg="del">
          <ac:chgData name="Venkatesh Patil" userId="d9f36aa470552ec6" providerId="LiveId" clId="{934A67C8-6075-4AD0-8B8A-4E5348463E88}" dt="2024-02-17T22:29:49.686" v="4090" actId="478"/>
          <ac:picMkLst>
            <pc:docMk/>
            <pc:sldMk cId="33540683" sldId="1276"/>
            <ac:picMk id="29" creationId="{FEED078B-71D9-B152-9BB6-51BFAB033997}"/>
          </ac:picMkLst>
        </pc:picChg>
        <pc:picChg chg="del">
          <ac:chgData name="Venkatesh Patil" userId="d9f36aa470552ec6" providerId="LiveId" clId="{934A67C8-6075-4AD0-8B8A-4E5348463E88}" dt="2024-02-17T22:29:40.062" v="4084" actId="478"/>
          <ac:picMkLst>
            <pc:docMk/>
            <pc:sldMk cId="33540683" sldId="1276"/>
            <ac:picMk id="31" creationId="{0FB47392-27C2-5EF9-8F1C-A7109C8A9C44}"/>
          </ac:picMkLst>
        </pc:picChg>
      </pc:sldChg>
      <pc:sldChg chg="del">
        <pc:chgData name="Venkatesh Patil" userId="d9f36aa470552ec6" providerId="LiveId" clId="{934A67C8-6075-4AD0-8B8A-4E5348463E88}" dt="2024-02-17T17:53:58.025" v="295" actId="47"/>
        <pc:sldMkLst>
          <pc:docMk/>
          <pc:sldMk cId="450877088" sldId="1282"/>
        </pc:sldMkLst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3903121131" sldId="1283"/>
        </pc:sldMkLst>
      </pc:sldChg>
      <pc:sldChg chg="modSp mod">
        <pc:chgData name="Venkatesh Patil" userId="d9f36aa470552ec6" providerId="LiveId" clId="{934A67C8-6075-4AD0-8B8A-4E5348463E88}" dt="2024-02-17T17:53:51.158" v="294" actId="20577"/>
        <pc:sldMkLst>
          <pc:docMk/>
          <pc:sldMk cId="1337379247" sldId="1296"/>
        </pc:sldMkLst>
        <pc:spChg chg="mod">
          <ac:chgData name="Venkatesh Patil" userId="d9f36aa470552ec6" providerId="LiveId" clId="{934A67C8-6075-4AD0-8B8A-4E5348463E88}" dt="2024-02-17T17:53:51.158" v="294" actId="20577"/>
          <ac:spMkLst>
            <pc:docMk/>
            <pc:sldMk cId="1337379247" sldId="1296"/>
            <ac:spMk id="13314" creationId="{3DAB2ACF-CDE4-4739-8F33-5D5D30192A06}"/>
          </ac:spMkLst>
        </pc:spChg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3733190618" sldId="1302"/>
        </pc:sldMkLst>
      </pc:sldChg>
      <pc:sldChg chg="addSp delSp modSp mod ord delAnim modAnim">
        <pc:chgData name="Venkatesh Patil" userId="d9f36aa470552ec6" providerId="LiveId" clId="{934A67C8-6075-4AD0-8B8A-4E5348463E88}" dt="2024-02-20T18:23:34.039" v="19790"/>
        <pc:sldMkLst>
          <pc:docMk/>
          <pc:sldMk cId="192224472" sldId="1303"/>
        </pc:sldMkLst>
        <pc:spChg chg="mod">
          <ac:chgData name="Venkatesh Patil" userId="d9f36aa470552ec6" providerId="LiveId" clId="{934A67C8-6075-4AD0-8B8A-4E5348463E88}" dt="2024-02-17T22:18:48.159" v="3667" actId="20577"/>
          <ac:spMkLst>
            <pc:docMk/>
            <pc:sldMk cId="192224472" sldId="1303"/>
            <ac:spMk id="2" creationId="{77A5BB2C-FDAC-5F9C-29E5-EF79D64AE78A}"/>
          </ac:spMkLst>
        </pc:spChg>
        <pc:spChg chg="mod">
          <ac:chgData name="Venkatesh Patil" userId="d9f36aa470552ec6" providerId="LiveId" clId="{934A67C8-6075-4AD0-8B8A-4E5348463E88}" dt="2024-02-19T18:58:07.338" v="12417" actId="20577"/>
          <ac:spMkLst>
            <pc:docMk/>
            <pc:sldMk cId="192224472" sldId="1303"/>
            <ac:spMk id="3" creationId="{3B11AF4B-43B2-E33F-FF5D-E83623281BA8}"/>
          </ac:spMkLst>
        </pc:spChg>
        <pc:spChg chg="add mod">
          <ac:chgData name="Venkatesh Patil" userId="d9f36aa470552ec6" providerId="LiveId" clId="{934A67C8-6075-4AD0-8B8A-4E5348463E88}" dt="2024-02-19T19:00:09.951" v="12456" actId="113"/>
          <ac:spMkLst>
            <pc:docMk/>
            <pc:sldMk cId="192224472" sldId="1303"/>
            <ac:spMk id="8" creationId="{12EEAA15-C79F-CC72-1799-D04BA14B3F3D}"/>
          </ac:spMkLst>
        </pc:spChg>
        <pc:spChg chg="add mod">
          <ac:chgData name="Venkatesh Patil" userId="d9f36aa470552ec6" providerId="LiveId" clId="{934A67C8-6075-4AD0-8B8A-4E5348463E88}" dt="2024-02-19T19:00:06.041" v="12455" actId="113"/>
          <ac:spMkLst>
            <pc:docMk/>
            <pc:sldMk cId="192224472" sldId="1303"/>
            <ac:spMk id="9" creationId="{116F9847-2D63-F9FE-9CAA-052E89B2A22A}"/>
          </ac:spMkLst>
        </pc:spChg>
        <pc:grpChg chg="del">
          <ac:chgData name="Venkatesh Patil" userId="d9f36aa470552ec6" providerId="LiveId" clId="{934A67C8-6075-4AD0-8B8A-4E5348463E88}" dt="2024-02-17T22:18:52.056" v="3668" actId="478"/>
          <ac:grpSpMkLst>
            <pc:docMk/>
            <pc:sldMk cId="192224472" sldId="1303"/>
            <ac:grpSpMk id="21" creationId="{9B042702-4966-5A44-4E21-95BD8EE7EB41}"/>
          </ac:grpSpMkLst>
        </pc:grpChg>
        <pc:picChg chg="del">
          <ac:chgData name="Venkatesh Patil" userId="d9f36aa470552ec6" providerId="LiveId" clId="{934A67C8-6075-4AD0-8B8A-4E5348463E88}" dt="2024-02-17T22:18:52.856" v="3669" actId="478"/>
          <ac:picMkLst>
            <pc:docMk/>
            <pc:sldMk cId="192224472" sldId="1303"/>
            <ac:picMk id="25" creationId="{DA95DAEE-1031-720B-CA45-9DEFC934FD7E}"/>
          </ac:picMkLst>
        </pc:picChg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1548364380" sldId="1304"/>
        </pc:sldMkLst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4291957941" sldId="1305"/>
        </pc:sldMkLst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2088979859" sldId="1307"/>
        </pc:sldMkLst>
      </pc:sldChg>
      <pc:sldChg chg="modSp mod">
        <pc:chgData name="Venkatesh Patil" userId="d9f36aa470552ec6" providerId="LiveId" clId="{934A67C8-6075-4AD0-8B8A-4E5348463E88}" dt="2024-02-17T22:29:18.438" v="4083" actId="20577"/>
        <pc:sldMkLst>
          <pc:docMk/>
          <pc:sldMk cId="3743535229" sldId="1308"/>
        </pc:sldMkLst>
        <pc:spChg chg="mod">
          <ac:chgData name="Venkatesh Patil" userId="d9f36aa470552ec6" providerId="LiveId" clId="{934A67C8-6075-4AD0-8B8A-4E5348463E88}" dt="2024-02-17T22:29:18.438" v="4083" actId="20577"/>
          <ac:spMkLst>
            <pc:docMk/>
            <pc:sldMk cId="3743535229" sldId="1308"/>
            <ac:spMk id="13314" creationId="{66310736-D693-BC9D-8371-6A03BE0601AA}"/>
          </ac:spMkLst>
        </pc:spChg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2175665337" sldId="1309"/>
        </pc:sldMkLst>
      </pc:sldChg>
      <pc:sldChg chg="del">
        <pc:chgData name="Venkatesh Patil" userId="d9f36aa470552ec6" providerId="LiveId" clId="{934A67C8-6075-4AD0-8B8A-4E5348463E88}" dt="2024-02-19T22:17:28.680" v="18360" actId="47"/>
        <pc:sldMkLst>
          <pc:docMk/>
          <pc:sldMk cId="4103425247" sldId="1311"/>
        </pc:sldMkLst>
      </pc:sldChg>
      <pc:sldChg chg="del">
        <pc:chgData name="Venkatesh Patil" userId="d9f36aa470552ec6" providerId="LiveId" clId="{934A67C8-6075-4AD0-8B8A-4E5348463E88}" dt="2024-02-19T22:17:30.681" v="18361" actId="47"/>
        <pc:sldMkLst>
          <pc:docMk/>
          <pc:sldMk cId="1300882120" sldId="1312"/>
        </pc:sldMkLst>
      </pc:sldChg>
      <pc:sldChg chg="del">
        <pc:chgData name="Venkatesh Patil" userId="d9f36aa470552ec6" providerId="LiveId" clId="{934A67C8-6075-4AD0-8B8A-4E5348463E88}" dt="2024-02-19T22:17:32.123" v="18362" actId="47"/>
        <pc:sldMkLst>
          <pc:docMk/>
          <pc:sldMk cId="190924557" sldId="1313"/>
        </pc:sldMkLst>
      </pc:sldChg>
      <pc:sldChg chg="del">
        <pc:chgData name="Venkatesh Patil" userId="d9f36aa470552ec6" providerId="LiveId" clId="{934A67C8-6075-4AD0-8B8A-4E5348463E88}" dt="2024-02-19T22:17:36.155" v="18365" actId="47"/>
        <pc:sldMkLst>
          <pc:docMk/>
          <pc:sldMk cId="1042276125" sldId="1314"/>
        </pc:sldMkLst>
      </pc:sldChg>
      <pc:sldChg chg="del">
        <pc:chgData name="Venkatesh Patil" userId="d9f36aa470552ec6" providerId="LiveId" clId="{934A67C8-6075-4AD0-8B8A-4E5348463E88}" dt="2024-02-19T22:17:33.597" v="18363" actId="47"/>
        <pc:sldMkLst>
          <pc:docMk/>
          <pc:sldMk cId="2434550051" sldId="1315"/>
        </pc:sldMkLst>
      </pc:sldChg>
      <pc:sldChg chg="del">
        <pc:chgData name="Venkatesh Patil" userId="d9f36aa470552ec6" providerId="LiveId" clId="{934A67C8-6075-4AD0-8B8A-4E5348463E88}" dt="2024-02-19T22:17:34.833" v="18364" actId="47"/>
        <pc:sldMkLst>
          <pc:docMk/>
          <pc:sldMk cId="1894174467" sldId="1316"/>
        </pc:sldMkLst>
      </pc:sldChg>
      <pc:sldChg chg="del">
        <pc:chgData name="Venkatesh Patil" userId="d9f36aa470552ec6" providerId="LiveId" clId="{934A67C8-6075-4AD0-8B8A-4E5348463E88}" dt="2024-02-19T22:17:38.204" v="18367" actId="47"/>
        <pc:sldMkLst>
          <pc:docMk/>
          <pc:sldMk cId="2378582068" sldId="1317"/>
        </pc:sldMkLst>
      </pc:sldChg>
      <pc:sldChg chg="del">
        <pc:chgData name="Venkatesh Patil" userId="d9f36aa470552ec6" providerId="LiveId" clId="{934A67C8-6075-4AD0-8B8A-4E5348463E88}" dt="2024-02-19T22:17:37.121" v="18366" actId="47"/>
        <pc:sldMkLst>
          <pc:docMk/>
          <pc:sldMk cId="167534804" sldId="1318"/>
        </pc:sldMkLst>
      </pc:sldChg>
      <pc:sldChg chg="addSp modSp add mod ord modAnim">
        <pc:chgData name="Venkatesh Patil" userId="d9f36aa470552ec6" providerId="LiveId" clId="{934A67C8-6075-4AD0-8B8A-4E5348463E88}" dt="2024-02-20T17:53:33.469" v="19198"/>
        <pc:sldMkLst>
          <pc:docMk/>
          <pc:sldMk cId="821237847" sldId="1319"/>
        </pc:sldMkLst>
        <pc:spChg chg="mod">
          <ac:chgData name="Venkatesh Patil" userId="d9f36aa470552ec6" providerId="LiveId" clId="{934A67C8-6075-4AD0-8B8A-4E5348463E88}" dt="2024-02-20T17:50:48.433" v="19175" actId="5793"/>
          <ac:spMkLst>
            <pc:docMk/>
            <pc:sldMk cId="821237847" sldId="1319"/>
            <ac:spMk id="2" creationId="{777F51F2-800E-2314-A952-A03087ACB0B6}"/>
          </ac:spMkLst>
        </pc:spChg>
        <pc:spChg chg="mod">
          <ac:chgData name="Venkatesh Patil" userId="d9f36aa470552ec6" providerId="LiveId" clId="{934A67C8-6075-4AD0-8B8A-4E5348463E88}" dt="2024-02-20T17:51:47.093" v="19182" actId="1076"/>
          <ac:spMkLst>
            <pc:docMk/>
            <pc:sldMk cId="821237847" sldId="1319"/>
            <ac:spMk id="3" creationId="{0FDFE2CE-06A0-253B-A62D-A2C27E1F81D4}"/>
          </ac:spMkLst>
        </pc:spChg>
        <pc:grpChg chg="add mod">
          <ac:chgData name="Venkatesh Patil" userId="d9f36aa470552ec6" providerId="LiveId" clId="{934A67C8-6075-4AD0-8B8A-4E5348463E88}" dt="2024-02-20T17:52:10.134" v="19184" actId="164"/>
          <ac:grpSpMkLst>
            <pc:docMk/>
            <pc:sldMk cId="821237847" sldId="1319"/>
            <ac:grpSpMk id="10" creationId="{9CBCBC41-09AF-E32B-CCD1-5D60D29F5CE2}"/>
          </ac:grpSpMkLst>
        </pc:grpChg>
        <pc:picChg chg="mod">
          <ac:chgData name="Venkatesh Patil" userId="d9f36aa470552ec6" providerId="LiveId" clId="{934A67C8-6075-4AD0-8B8A-4E5348463E88}" dt="2024-02-20T17:52:10.134" v="19184" actId="164"/>
          <ac:picMkLst>
            <pc:docMk/>
            <pc:sldMk cId="821237847" sldId="1319"/>
            <ac:picMk id="9" creationId="{B890A28D-A980-175A-F22A-E41F12AE40C7}"/>
          </ac:picMkLst>
        </pc:picChg>
        <pc:inkChg chg="add mod">
          <ac:chgData name="Venkatesh Patil" userId="d9f36aa470552ec6" providerId="LiveId" clId="{934A67C8-6075-4AD0-8B8A-4E5348463E88}" dt="2024-02-20T17:52:10.134" v="19184" actId="164"/>
          <ac:inkMkLst>
            <pc:docMk/>
            <pc:sldMk cId="821237847" sldId="1319"/>
            <ac:inkMk id="8" creationId="{A374A903-AC12-B555-7F23-05F0E4F7BDD5}"/>
          </ac:inkMkLst>
        </pc:inkChg>
      </pc:sldChg>
      <pc:sldChg chg="del">
        <pc:chgData name="Venkatesh Patil" userId="d9f36aa470552ec6" providerId="LiveId" clId="{934A67C8-6075-4AD0-8B8A-4E5348463E88}" dt="2024-02-17T17:54:08.756" v="296" actId="47"/>
        <pc:sldMkLst>
          <pc:docMk/>
          <pc:sldMk cId="3972817617" sldId="1319"/>
        </pc:sldMkLst>
      </pc:sldChg>
      <pc:sldChg chg="modSp add del modAnim modNotesTx">
        <pc:chgData name="Venkatesh Patil" userId="d9f36aa470552ec6" providerId="LiveId" clId="{934A67C8-6075-4AD0-8B8A-4E5348463E88}" dt="2024-02-20T22:44:40.459" v="23738" actId="6549"/>
        <pc:sldMkLst>
          <pc:docMk/>
          <pc:sldMk cId="2036206000" sldId="1322"/>
        </pc:sldMkLst>
        <pc:spChg chg="mod">
          <ac:chgData name="Venkatesh Patil" userId="d9f36aa470552ec6" providerId="LiveId" clId="{934A67C8-6075-4AD0-8B8A-4E5348463E88}" dt="2024-02-20T22:12:55.721" v="23737" actId="20577"/>
          <ac:spMkLst>
            <pc:docMk/>
            <pc:sldMk cId="2036206000" sldId="1322"/>
            <ac:spMk id="8" creationId="{0A9617EB-E5D2-FC57-BF97-9F3171CEA03A}"/>
          </ac:spMkLst>
        </pc:spChg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1082541056" sldId="1323"/>
        </pc:sldMkLst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1646906209" sldId="1324"/>
        </pc:sldMkLst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2839912669" sldId="1325"/>
        </pc:sldMkLst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1486132325" sldId="1326"/>
        </pc:sldMkLst>
      </pc:sldChg>
      <pc:sldChg chg="del">
        <pc:chgData name="Venkatesh Patil" userId="d9f36aa470552ec6" providerId="LiveId" clId="{934A67C8-6075-4AD0-8B8A-4E5348463E88}" dt="2024-02-17T22:29:12.628" v="4077" actId="47"/>
        <pc:sldMkLst>
          <pc:docMk/>
          <pc:sldMk cId="2453144204" sldId="1327"/>
        </pc:sldMkLst>
      </pc:sldChg>
      <pc:sldChg chg="addSp delSp modSp add mod delAnim modAnim modNotesTx">
        <pc:chgData name="Venkatesh Patil" userId="d9f36aa470552ec6" providerId="LiveId" clId="{934A67C8-6075-4AD0-8B8A-4E5348463E88}" dt="2024-02-20T18:01:04.125" v="19345" actId="20577"/>
        <pc:sldMkLst>
          <pc:docMk/>
          <pc:sldMk cId="3267767653" sldId="1328"/>
        </pc:sldMkLst>
        <pc:spChg chg="mod">
          <ac:chgData name="Venkatesh Patil" userId="d9f36aa470552ec6" providerId="LiveId" clId="{934A67C8-6075-4AD0-8B8A-4E5348463E88}" dt="2024-02-17T18:15:48.670" v="308" actId="20577"/>
          <ac:spMkLst>
            <pc:docMk/>
            <pc:sldMk cId="3267767653" sldId="1328"/>
            <ac:spMk id="2" creationId="{68A5CBEF-5189-E7A5-F201-F6FAECAE38D5}"/>
          </ac:spMkLst>
        </pc:spChg>
        <pc:spChg chg="del mod">
          <ac:chgData name="Venkatesh Patil" userId="d9f36aa470552ec6" providerId="LiveId" clId="{934A67C8-6075-4AD0-8B8A-4E5348463E88}" dt="2024-02-20T17:54:26.884" v="19199" actId="478"/>
          <ac:spMkLst>
            <pc:docMk/>
            <pc:sldMk cId="3267767653" sldId="1328"/>
            <ac:spMk id="3" creationId="{37641BC3-52BE-C69F-F504-C4D2ECDEE417}"/>
          </ac:spMkLst>
        </pc:spChg>
        <pc:spChg chg="add del mod">
          <ac:chgData name="Venkatesh Patil" userId="d9f36aa470552ec6" providerId="LiveId" clId="{934A67C8-6075-4AD0-8B8A-4E5348463E88}" dt="2024-02-20T17:54:31.576" v="19200" actId="478"/>
          <ac:spMkLst>
            <pc:docMk/>
            <pc:sldMk cId="3267767653" sldId="1328"/>
            <ac:spMk id="9" creationId="{4415532A-F16A-FC32-F9FF-2BCE1B349E63}"/>
          </ac:spMkLst>
        </pc:spChg>
        <pc:spChg chg="add mod">
          <ac:chgData name="Venkatesh Patil" userId="d9f36aa470552ec6" providerId="LiveId" clId="{934A67C8-6075-4AD0-8B8A-4E5348463E88}" dt="2024-02-20T18:01:04.125" v="19345" actId="20577"/>
          <ac:spMkLst>
            <pc:docMk/>
            <pc:sldMk cId="3267767653" sldId="1328"/>
            <ac:spMk id="10" creationId="{9A02795A-DADE-7814-F51F-7FCB5268476A}"/>
          </ac:spMkLst>
        </pc:spChg>
        <pc:spChg chg="add mod">
          <ac:chgData name="Venkatesh Patil" userId="d9f36aa470552ec6" providerId="LiveId" clId="{934A67C8-6075-4AD0-8B8A-4E5348463E88}" dt="2024-02-20T17:58:11.753" v="19241" actId="1076"/>
          <ac:spMkLst>
            <pc:docMk/>
            <pc:sldMk cId="3267767653" sldId="1328"/>
            <ac:spMk id="14" creationId="{A5FDA78E-4B7F-E904-5A7E-B39D629D6C42}"/>
          </ac:spMkLst>
        </pc:spChg>
        <pc:spChg chg="mod topLvl">
          <ac:chgData name="Venkatesh Patil" userId="d9f36aa470552ec6" providerId="LiveId" clId="{934A67C8-6075-4AD0-8B8A-4E5348463E88}" dt="2024-02-20T17:55:40.130" v="19211" actId="14100"/>
          <ac:spMkLst>
            <pc:docMk/>
            <pc:sldMk cId="3267767653" sldId="1328"/>
            <ac:spMk id="18" creationId="{6ECF3658-BA0A-53BE-15D6-3E56EE3CEC1E}"/>
          </ac:spMkLst>
        </pc:spChg>
        <pc:spChg chg="mod topLvl">
          <ac:chgData name="Venkatesh Patil" userId="d9f36aa470552ec6" providerId="LiveId" clId="{934A67C8-6075-4AD0-8B8A-4E5348463E88}" dt="2024-02-20T17:55:01.447" v="19207" actId="14100"/>
          <ac:spMkLst>
            <pc:docMk/>
            <pc:sldMk cId="3267767653" sldId="1328"/>
            <ac:spMk id="19" creationId="{10160B1A-B207-914D-D7C7-433EB2B11578}"/>
          </ac:spMkLst>
        </pc:spChg>
        <pc:spChg chg="add mod">
          <ac:chgData name="Venkatesh Patil" userId="d9f36aa470552ec6" providerId="LiveId" clId="{934A67C8-6075-4AD0-8B8A-4E5348463E88}" dt="2024-02-20T17:55:54.269" v="19214" actId="14100"/>
          <ac:spMkLst>
            <pc:docMk/>
            <pc:sldMk cId="3267767653" sldId="1328"/>
            <ac:spMk id="20" creationId="{235F720B-12E4-5C71-E95D-BEFB6D4EBB0E}"/>
          </ac:spMkLst>
        </pc:spChg>
        <pc:spChg chg="add mod">
          <ac:chgData name="Venkatesh Patil" userId="d9f36aa470552ec6" providerId="LiveId" clId="{934A67C8-6075-4AD0-8B8A-4E5348463E88}" dt="2024-02-20T17:56:22.013" v="19219" actId="14100"/>
          <ac:spMkLst>
            <pc:docMk/>
            <pc:sldMk cId="3267767653" sldId="1328"/>
            <ac:spMk id="22" creationId="{C53EBA01-1353-3E8F-9DA5-20E60BA604B0}"/>
          </ac:spMkLst>
        </pc:spChg>
        <pc:spChg chg="add mod">
          <ac:chgData name="Venkatesh Patil" userId="d9f36aa470552ec6" providerId="LiveId" clId="{934A67C8-6075-4AD0-8B8A-4E5348463E88}" dt="2024-02-20T17:56:43.048" v="19223" actId="14100"/>
          <ac:spMkLst>
            <pc:docMk/>
            <pc:sldMk cId="3267767653" sldId="1328"/>
            <ac:spMk id="23" creationId="{C1963BA0-272F-773C-7C26-CC9149CB98BE}"/>
          </ac:spMkLst>
        </pc:spChg>
        <pc:spChg chg="add mod">
          <ac:chgData name="Venkatesh Patil" userId="d9f36aa470552ec6" providerId="LiveId" clId="{934A67C8-6075-4AD0-8B8A-4E5348463E88}" dt="2024-02-20T17:56:59.786" v="19228" actId="14100"/>
          <ac:spMkLst>
            <pc:docMk/>
            <pc:sldMk cId="3267767653" sldId="1328"/>
            <ac:spMk id="24" creationId="{7CF1CDF6-27C1-EFC1-2A20-CC52FAF5E619}"/>
          </ac:spMkLst>
        </pc:spChg>
        <pc:spChg chg="add mod">
          <ac:chgData name="Venkatesh Patil" userId="d9f36aa470552ec6" providerId="LiveId" clId="{934A67C8-6075-4AD0-8B8A-4E5348463E88}" dt="2024-02-20T17:57:13.443" v="19231" actId="14100"/>
          <ac:spMkLst>
            <pc:docMk/>
            <pc:sldMk cId="3267767653" sldId="1328"/>
            <ac:spMk id="25" creationId="{CAD38CB9-90C3-7554-32B0-6D8E9BB797ED}"/>
          </ac:spMkLst>
        </pc:spChg>
        <pc:grpChg chg="add mod ord">
          <ac:chgData name="Venkatesh Patil" userId="d9f36aa470552ec6" providerId="LiveId" clId="{934A67C8-6075-4AD0-8B8A-4E5348463E88}" dt="2024-02-20T18:00:40.451" v="19341" actId="167"/>
          <ac:grpSpMkLst>
            <pc:docMk/>
            <pc:sldMk cId="3267767653" sldId="1328"/>
            <ac:grpSpMk id="13" creationId="{D4DC0E5A-E468-2969-BCE3-4BF0F29AD62E}"/>
          </ac:grpSpMkLst>
        </pc:grpChg>
        <pc:grpChg chg="add del mod">
          <ac:chgData name="Venkatesh Patil" userId="d9f36aa470552ec6" providerId="LiveId" clId="{934A67C8-6075-4AD0-8B8A-4E5348463E88}" dt="2024-02-17T18:43:32.770" v="429" actId="165"/>
          <ac:grpSpMkLst>
            <pc:docMk/>
            <pc:sldMk cId="3267767653" sldId="1328"/>
            <ac:grpSpMk id="17" creationId="{DC3D3C02-8DCC-ED51-A790-EEE82BA2C30D}"/>
          </ac:grpSpMkLst>
        </pc:grpChg>
        <pc:grpChg chg="add mod">
          <ac:chgData name="Venkatesh Patil" userId="d9f36aa470552ec6" providerId="LiveId" clId="{934A67C8-6075-4AD0-8B8A-4E5348463E88}" dt="2024-02-20T17:55:24.476" v="19210" actId="1076"/>
          <ac:grpSpMkLst>
            <pc:docMk/>
            <pc:sldMk cId="3267767653" sldId="1328"/>
            <ac:grpSpMk id="21" creationId="{C062158D-978C-C510-180F-CBD358051152}"/>
          </ac:grpSpMkLst>
        </pc:grpChg>
        <pc:picChg chg="del">
          <ac:chgData name="Venkatesh Patil" userId="d9f36aa470552ec6" providerId="LiveId" clId="{934A67C8-6075-4AD0-8B8A-4E5348463E88}" dt="2024-02-17T18:34:19.181" v="309" actId="478"/>
          <ac:picMkLst>
            <pc:docMk/>
            <pc:sldMk cId="3267767653" sldId="1328"/>
            <ac:picMk id="9" creationId="{87D05EE5-5A2A-6210-E30F-928AAFAC28F7}"/>
          </ac:picMkLst>
        </pc:picChg>
        <pc:picChg chg="add del mod">
          <ac:chgData name="Venkatesh Patil" userId="d9f36aa470552ec6" providerId="LiveId" clId="{934A67C8-6075-4AD0-8B8A-4E5348463E88}" dt="2024-02-17T18:41:26.246" v="366" actId="478"/>
          <ac:picMkLst>
            <pc:docMk/>
            <pc:sldMk cId="3267767653" sldId="1328"/>
            <ac:picMk id="10" creationId="{E737A32E-9F92-4DCD-FFD7-FB413AC4301E}"/>
          </ac:picMkLst>
        </pc:picChg>
        <pc:picChg chg="del">
          <ac:chgData name="Venkatesh Patil" userId="d9f36aa470552ec6" providerId="LiveId" clId="{934A67C8-6075-4AD0-8B8A-4E5348463E88}" dt="2024-02-17T18:34:20.236" v="310" actId="478"/>
          <ac:picMkLst>
            <pc:docMk/>
            <pc:sldMk cId="3267767653" sldId="1328"/>
            <ac:picMk id="11" creationId="{F84529AF-C7AE-875E-C49B-01C45E378CDB}"/>
          </ac:picMkLst>
        </pc:picChg>
        <pc:picChg chg="add del mod">
          <ac:chgData name="Venkatesh Patil" userId="d9f36aa470552ec6" providerId="LiveId" clId="{934A67C8-6075-4AD0-8B8A-4E5348463E88}" dt="2024-02-17T18:42:41.640" v="421" actId="478"/>
          <ac:picMkLst>
            <pc:docMk/>
            <pc:sldMk cId="3267767653" sldId="1328"/>
            <ac:picMk id="13" creationId="{567E5A94-A63C-0BDB-98B8-40CCFF6BB1C0}"/>
          </ac:picMkLst>
        </pc:picChg>
        <pc:picChg chg="add mod ord">
          <ac:chgData name="Venkatesh Patil" userId="d9f36aa470552ec6" providerId="LiveId" clId="{934A67C8-6075-4AD0-8B8A-4E5348463E88}" dt="2024-02-20T18:00:37.370" v="19340" actId="164"/>
          <ac:picMkLst>
            <pc:docMk/>
            <pc:sldMk cId="3267767653" sldId="1328"/>
            <ac:picMk id="16" creationId="{D7D18DF0-6341-1F77-D9CD-F4DC2BA7B35C}"/>
          </ac:picMkLst>
        </pc:picChg>
        <pc:inkChg chg="add mod">
          <ac:chgData name="Venkatesh Patil" userId="d9f36aa470552ec6" providerId="LiveId" clId="{934A67C8-6075-4AD0-8B8A-4E5348463E88}" dt="2024-02-20T18:00:37.370" v="19340" actId="164"/>
          <ac:inkMkLst>
            <pc:docMk/>
            <pc:sldMk cId="3267767653" sldId="1328"/>
            <ac:inkMk id="11" creationId="{BC91D0F9-113F-21FC-6F49-142C45CBE2B4}"/>
          </ac:inkMkLst>
        </pc:inkChg>
        <pc:inkChg chg="add mod">
          <ac:chgData name="Venkatesh Patil" userId="d9f36aa470552ec6" providerId="LiveId" clId="{934A67C8-6075-4AD0-8B8A-4E5348463E88}" dt="2024-02-20T18:00:37.370" v="19340" actId="164"/>
          <ac:inkMkLst>
            <pc:docMk/>
            <pc:sldMk cId="3267767653" sldId="1328"/>
            <ac:inkMk id="12" creationId="{EA6BB991-1E91-FEFD-83A3-1CB1125DC3AE}"/>
          </ac:inkMkLst>
        </pc:inkChg>
      </pc:sldChg>
      <pc:sldChg chg="delSp modSp add mod modAnim modNotesTx">
        <pc:chgData name="Venkatesh Patil" userId="d9f36aa470552ec6" providerId="LiveId" clId="{934A67C8-6075-4AD0-8B8A-4E5348463E88}" dt="2024-02-20T18:04:17.346" v="19503" actId="113"/>
        <pc:sldMkLst>
          <pc:docMk/>
          <pc:sldMk cId="544912766" sldId="1329"/>
        </pc:sldMkLst>
        <pc:spChg chg="mod">
          <ac:chgData name="Venkatesh Patil" userId="d9f36aa470552ec6" providerId="LiveId" clId="{934A67C8-6075-4AD0-8B8A-4E5348463E88}" dt="2024-02-17T18:53:34.621" v="898" actId="20577"/>
          <ac:spMkLst>
            <pc:docMk/>
            <pc:sldMk cId="544912766" sldId="1329"/>
            <ac:spMk id="2" creationId="{B9A19AA8-0BF2-B5E3-1059-8EE2E8EBD1E9}"/>
          </ac:spMkLst>
        </pc:spChg>
        <pc:spChg chg="mod">
          <ac:chgData name="Venkatesh Patil" userId="d9f36aa470552ec6" providerId="LiveId" clId="{934A67C8-6075-4AD0-8B8A-4E5348463E88}" dt="2024-02-20T18:04:17.346" v="19503" actId="113"/>
          <ac:spMkLst>
            <pc:docMk/>
            <pc:sldMk cId="544912766" sldId="1329"/>
            <ac:spMk id="3" creationId="{1DEB2535-69F5-AF53-0886-53A245283957}"/>
          </ac:spMkLst>
        </pc:spChg>
        <pc:spChg chg="del">
          <ac:chgData name="Venkatesh Patil" userId="d9f36aa470552ec6" providerId="LiveId" clId="{934A67C8-6075-4AD0-8B8A-4E5348463E88}" dt="2024-02-17T18:53:49.311" v="900" actId="478"/>
          <ac:spMkLst>
            <pc:docMk/>
            <pc:sldMk cId="544912766" sldId="1329"/>
            <ac:spMk id="14" creationId="{ABC3FD71-544F-CCFA-12F2-FC7B6325F33B}"/>
          </ac:spMkLst>
        </pc:spChg>
        <pc:spChg chg="del">
          <ac:chgData name="Venkatesh Patil" userId="d9f36aa470552ec6" providerId="LiveId" clId="{934A67C8-6075-4AD0-8B8A-4E5348463E88}" dt="2024-02-17T18:53:52.172" v="901" actId="478"/>
          <ac:spMkLst>
            <pc:docMk/>
            <pc:sldMk cId="544912766" sldId="1329"/>
            <ac:spMk id="19" creationId="{7166245D-9032-9DE7-6DD4-FA2FA68E134C}"/>
          </ac:spMkLst>
        </pc:spChg>
        <pc:spChg chg="del">
          <ac:chgData name="Venkatesh Patil" userId="d9f36aa470552ec6" providerId="LiveId" clId="{934A67C8-6075-4AD0-8B8A-4E5348463E88}" dt="2024-02-17T18:53:52.172" v="901" actId="478"/>
          <ac:spMkLst>
            <pc:docMk/>
            <pc:sldMk cId="544912766" sldId="1329"/>
            <ac:spMk id="22" creationId="{8E40C506-407F-597E-146A-63E56F1EA723}"/>
          </ac:spMkLst>
        </pc:spChg>
        <pc:spChg chg="del">
          <ac:chgData name="Venkatesh Patil" userId="d9f36aa470552ec6" providerId="LiveId" clId="{934A67C8-6075-4AD0-8B8A-4E5348463E88}" dt="2024-02-17T18:53:52.172" v="901" actId="478"/>
          <ac:spMkLst>
            <pc:docMk/>
            <pc:sldMk cId="544912766" sldId="1329"/>
            <ac:spMk id="23" creationId="{2C1DD289-3209-6879-7B19-1BEBAB818A43}"/>
          </ac:spMkLst>
        </pc:spChg>
        <pc:spChg chg="del">
          <ac:chgData name="Venkatesh Patil" userId="d9f36aa470552ec6" providerId="LiveId" clId="{934A67C8-6075-4AD0-8B8A-4E5348463E88}" dt="2024-02-17T18:53:52.172" v="901" actId="478"/>
          <ac:spMkLst>
            <pc:docMk/>
            <pc:sldMk cId="544912766" sldId="1329"/>
            <ac:spMk id="24" creationId="{FE34AB22-A4B7-815C-409A-2DE9E1B93822}"/>
          </ac:spMkLst>
        </pc:spChg>
        <pc:spChg chg="del">
          <ac:chgData name="Venkatesh Patil" userId="d9f36aa470552ec6" providerId="LiveId" clId="{934A67C8-6075-4AD0-8B8A-4E5348463E88}" dt="2024-02-17T18:53:56.709" v="903" actId="478"/>
          <ac:spMkLst>
            <pc:docMk/>
            <pc:sldMk cId="544912766" sldId="1329"/>
            <ac:spMk id="25" creationId="{5234CAC9-5DE1-6CD4-6FEA-5D7F37633A9E}"/>
          </ac:spMkLst>
        </pc:spChg>
        <pc:grpChg chg="del">
          <ac:chgData name="Venkatesh Patil" userId="d9f36aa470552ec6" providerId="LiveId" clId="{934A67C8-6075-4AD0-8B8A-4E5348463E88}" dt="2024-02-17T18:53:53.869" v="902" actId="478"/>
          <ac:grpSpMkLst>
            <pc:docMk/>
            <pc:sldMk cId="544912766" sldId="1329"/>
            <ac:grpSpMk id="21" creationId="{E81BBFB3-8F9D-C918-2C05-1B7F629E2959}"/>
          </ac:grpSpMkLst>
        </pc:grpChg>
        <pc:picChg chg="del">
          <ac:chgData name="Venkatesh Patil" userId="d9f36aa470552ec6" providerId="LiveId" clId="{934A67C8-6075-4AD0-8B8A-4E5348463E88}" dt="2024-02-17T18:52:58.713" v="882" actId="478"/>
          <ac:picMkLst>
            <pc:docMk/>
            <pc:sldMk cId="544912766" sldId="1329"/>
            <ac:picMk id="16" creationId="{51217039-974A-E696-6B8E-7433B089A3EF}"/>
          </ac:picMkLst>
        </pc:picChg>
      </pc:sldChg>
      <pc:sldChg chg="addSp delSp modSp add del mod modAnim">
        <pc:chgData name="Venkatesh Patil" userId="d9f36aa470552ec6" providerId="LiveId" clId="{934A67C8-6075-4AD0-8B8A-4E5348463E88}" dt="2024-02-20T18:08:18.373" v="19595" actId="1076"/>
        <pc:sldMkLst>
          <pc:docMk/>
          <pc:sldMk cId="708292266" sldId="1330"/>
        </pc:sldMkLst>
        <pc:spChg chg="mod">
          <ac:chgData name="Venkatesh Patil" userId="d9f36aa470552ec6" providerId="LiveId" clId="{934A67C8-6075-4AD0-8B8A-4E5348463E88}" dt="2024-02-17T20:30:36.828" v="1395" actId="20577"/>
          <ac:spMkLst>
            <pc:docMk/>
            <pc:sldMk cId="708292266" sldId="1330"/>
            <ac:spMk id="2" creationId="{C05BF627-197D-067B-71DE-D7D0D71532F9}"/>
          </ac:spMkLst>
        </pc:spChg>
        <pc:spChg chg="mod">
          <ac:chgData name="Venkatesh Patil" userId="d9f36aa470552ec6" providerId="LiveId" clId="{934A67C8-6075-4AD0-8B8A-4E5348463E88}" dt="2024-02-20T18:08:18.373" v="19595" actId="1076"/>
          <ac:spMkLst>
            <pc:docMk/>
            <pc:sldMk cId="708292266" sldId="1330"/>
            <ac:spMk id="3" creationId="{DEDC9BEF-EE9A-7A79-9B6E-7285AD572598}"/>
          </ac:spMkLst>
        </pc:spChg>
        <pc:spChg chg="add mod">
          <ac:chgData name="Venkatesh Patil" userId="d9f36aa470552ec6" providerId="LiveId" clId="{934A67C8-6075-4AD0-8B8A-4E5348463E88}" dt="2024-02-17T20:40:22.460" v="1661" actId="164"/>
          <ac:spMkLst>
            <pc:docMk/>
            <pc:sldMk cId="708292266" sldId="1330"/>
            <ac:spMk id="14" creationId="{EFE1E00B-471D-D599-4788-BBC1E0C4CF07}"/>
          </ac:spMkLst>
        </pc:spChg>
        <pc:spChg chg="add mod">
          <ac:chgData name="Venkatesh Patil" userId="d9f36aa470552ec6" providerId="LiveId" clId="{934A67C8-6075-4AD0-8B8A-4E5348463E88}" dt="2024-02-17T20:40:11.511" v="1660" actId="1076"/>
          <ac:spMkLst>
            <pc:docMk/>
            <pc:sldMk cId="708292266" sldId="1330"/>
            <ac:spMk id="15" creationId="{D128BCCE-18A8-ABDC-B066-F637BA58DFAE}"/>
          </ac:spMkLst>
        </pc:spChg>
        <pc:spChg chg="add mod">
          <ac:chgData name="Venkatesh Patil" userId="d9f36aa470552ec6" providerId="LiveId" clId="{934A67C8-6075-4AD0-8B8A-4E5348463E88}" dt="2024-02-20T18:06:02.851" v="19561" actId="1076"/>
          <ac:spMkLst>
            <pc:docMk/>
            <pc:sldMk cId="708292266" sldId="1330"/>
            <ac:spMk id="16" creationId="{9B1AA961-0362-E709-8CE0-1D879BE18C67}"/>
          </ac:spMkLst>
        </pc:spChg>
        <pc:spChg chg="add mod">
          <ac:chgData name="Venkatesh Patil" userId="d9f36aa470552ec6" providerId="LiveId" clId="{934A67C8-6075-4AD0-8B8A-4E5348463E88}" dt="2024-02-17T20:40:00.467" v="1657" actId="164"/>
          <ac:spMkLst>
            <pc:docMk/>
            <pc:sldMk cId="708292266" sldId="1330"/>
            <ac:spMk id="17" creationId="{D7C3D479-F17D-576C-8C6A-71F166B45B58}"/>
          </ac:spMkLst>
        </pc:spChg>
        <pc:spChg chg="add mod">
          <ac:chgData name="Venkatesh Patil" userId="d9f36aa470552ec6" providerId="LiveId" clId="{934A67C8-6075-4AD0-8B8A-4E5348463E88}" dt="2024-02-17T20:40:00.467" v="1657" actId="164"/>
          <ac:spMkLst>
            <pc:docMk/>
            <pc:sldMk cId="708292266" sldId="1330"/>
            <ac:spMk id="18" creationId="{C9BFAD8E-3E7E-BE89-8F81-69767351AB5F}"/>
          </ac:spMkLst>
        </pc:spChg>
        <pc:spChg chg="add del mod">
          <ac:chgData name="Venkatesh Patil" userId="d9f36aa470552ec6" providerId="LiveId" clId="{934A67C8-6075-4AD0-8B8A-4E5348463E88}" dt="2024-02-17T20:38:22.222" v="1561" actId="478"/>
          <ac:spMkLst>
            <pc:docMk/>
            <pc:sldMk cId="708292266" sldId="1330"/>
            <ac:spMk id="19" creationId="{26C43A71-0CD3-56FB-7B6E-76A03074737C}"/>
          </ac:spMkLst>
        </pc:spChg>
        <pc:spChg chg="add mod">
          <ac:chgData name="Venkatesh Patil" userId="d9f36aa470552ec6" providerId="LiveId" clId="{934A67C8-6075-4AD0-8B8A-4E5348463E88}" dt="2024-02-17T20:40:00.467" v="1657" actId="164"/>
          <ac:spMkLst>
            <pc:docMk/>
            <pc:sldMk cId="708292266" sldId="1330"/>
            <ac:spMk id="24" creationId="{1E26249C-D0D0-E51D-7D22-F1C1A1ED9846}"/>
          </ac:spMkLst>
        </pc:spChg>
        <pc:spChg chg="add mod">
          <ac:chgData name="Venkatesh Patil" userId="d9f36aa470552ec6" providerId="LiveId" clId="{934A67C8-6075-4AD0-8B8A-4E5348463E88}" dt="2024-02-17T20:40:00.467" v="1657" actId="164"/>
          <ac:spMkLst>
            <pc:docMk/>
            <pc:sldMk cId="708292266" sldId="1330"/>
            <ac:spMk id="25" creationId="{4116BE99-1225-B771-899B-2BE1838DCAD6}"/>
          </ac:spMkLst>
        </pc:spChg>
        <pc:grpChg chg="add mod">
          <ac:chgData name="Venkatesh Patil" userId="d9f36aa470552ec6" providerId="LiveId" clId="{934A67C8-6075-4AD0-8B8A-4E5348463E88}" dt="2024-02-17T20:40:22.460" v="1661" actId="164"/>
          <ac:grpSpMkLst>
            <pc:docMk/>
            <pc:sldMk cId="708292266" sldId="1330"/>
            <ac:grpSpMk id="26" creationId="{758F1B97-C442-6EAA-4FB0-5CC323AC5B4B}"/>
          </ac:grpSpMkLst>
        </pc:grpChg>
        <pc:grpChg chg="add mod">
          <ac:chgData name="Venkatesh Patil" userId="d9f36aa470552ec6" providerId="LiveId" clId="{934A67C8-6075-4AD0-8B8A-4E5348463E88}" dt="2024-02-20T18:07:06.649" v="19565" actId="1076"/>
          <ac:grpSpMkLst>
            <pc:docMk/>
            <pc:sldMk cId="708292266" sldId="1330"/>
            <ac:grpSpMk id="27" creationId="{D3D2F967-2F2A-9565-F51B-35BDEEC1A096}"/>
          </ac:grpSpMkLst>
        </pc:grpChg>
        <pc:picChg chg="add mod">
          <ac:chgData name="Venkatesh Patil" userId="d9f36aa470552ec6" providerId="LiveId" clId="{934A67C8-6075-4AD0-8B8A-4E5348463E88}" dt="2024-02-17T20:40:00.467" v="1657" actId="164"/>
          <ac:picMkLst>
            <pc:docMk/>
            <pc:sldMk cId="708292266" sldId="1330"/>
            <ac:picMk id="9" creationId="{4240B319-141E-118A-1A74-08F21E369E9F}"/>
          </ac:picMkLst>
        </pc:picChg>
        <pc:picChg chg="add del mod">
          <ac:chgData name="Venkatesh Patil" userId="d9f36aa470552ec6" providerId="LiveId" clId="{934A67C8-6075-4AD0-8B8A-4E5348463E88}" dt="2024-02-17T20:36:16.146" v="1547" actId="478"/>
          <ac:picMkLst>
            <pc:docMk/>
            <pc:sldMk cId="708292266" sldId="1330"/>
            <ac:picMk id="11" creationId="{D0EAF6D2-0496-68BC-CF78-38795F4A9259}"/>
          </ac:picMkLst>
        </pc:picChg>
        <pc:picChg chg="add mod">
          <ac:chgData name="Venkatesh Patil" userId="d9f36aa470552ec6" providerId="LiveId" clId="{934A67C8-6075-4AD0-8B8A-4E5348463E88}" dt="2024-02-17T20:40:00.467" v="1657" actId="164"/>
          <ac:picMkLst>
            <pc:docMk/>
            <pc:sldMk cId="708292266" sldId="1330"/>
            <ac:picMk id="13" creationId="{DB464791-412B-C6A6-4506-B752655CE50A}"/>
          </ac:picMkLst>
        </pc:picChg>
        <pc:picChg chg="add del mod">
          <ac:chgData name="Venkatesh Patil" userId="d9f36aa470552ec6" providerId="LiveId" clId="{934A67C8-6075-4AD0-8B8A-4E5348463E88}" dt="2024-02-17T20:36:14.653" v="1546" actId="478"/>
          <ac:picMkLst>
            <pc:docMk/>
            <pc:sldMk cId="708292266" sldId="1330"/>
            <ac:picMk id="20" creationId="{3316C90F-A260-942C-F4D5-8D8A6650C0DC}"/>
          </ac:picMkLst>
        </pc:picChg>
        <pc:picChg chg="add del mod">
          <ac:chgData name="Venkatesh Patil" userId="d9f36aa470552ec6" providerId="LiveId" clId="{934A67C8-6075-4AD0-8B8A-4E5348463E88}" dt="2024-02-17T20:38:07.841" v="1557" actId="478"/>
          <ac:picMkLst>
            <pc:docMk/>
            <pc:sldMk cId="708292266" sldId="1330"/>
            <ac:picMk id="22" creationId="{BAB02381-6497-20EF-6935-1121C44D5F3E}"/>
          </ac:picMkLst>
        </pc:picChg>
        <pc:picChg chg="add del mod">
          <ac:chgData name="Venkatesh Patil" userId="d9f36aa470552ec6" providerId="LiveId" clId="{934A67C8-6075-4AD0-8B8A-4E5348463E88}" dt="2024-02-17T20:38:06.908" v="1556" actId="478"/>
          <ac:picMkLst>
            <pc:docMk/>
            <pc:sldMk cId="708292266" sldId="1330"/>
            <ac:picMk id="23" creationId="{8B8F7FFE-31F3-4EA5-0315-400EB70F575F}"/>
          </ac:picMkLst>
        </pc:picChg>
      </pc:sldChg>
      <pc:sldChg chg="addSp delSp modSp add mod modAnim modNotesTx">
        <pc:chgData name="Venkatesh Patil" userId="d9f36aa470552ec6" providerId="LiveId" clId="{934A67C8-6075-4AD0-8B8A-4E5348463E88}" dt="2024-02-20T18:09:43.374" v="19614"/>
        <pc:sldMkLst>
          <pc:docMk/>
          <pc:sldMk cId="2912011773" sldId="1331"/>
        </pc:sldMkLst>
        <pc:spChg chg="mod">
          <ac:chgData name="Venkatesh Patil" userId="d9f36aa470552ec6" providerId="LiveId" clId="{934A67C8-6075-4AD0-8B8A-4E5348463E88}" dt="2024-02-17T21:23:51.512" v="2090" actId="14100"/>
          <ac:spMkLst>
            <pc:docMk/>
            <pc:sldMk cId="2912011773" sldId="1331"/>
            <ac:spMk id="3" creationId="{32E9C5B8-CBB7-B7A9-6ACA-B314ED7862C8}"/>
          </ac:spMkLst>
        </pc:spChg>
        <pc:spChg chg="add mod">
          <ac:chgData name="Venkatesh Patil" userId="d9f36aa470552ec6" providerId="LiveId" clId="{934A67C8-6075-4AD0-8B8A-4E5348463E88}" dt="2024-02-17T21:24:13.354" v="2093" actId="1076"/>
          <ac:spMkLst>
            <pc:docMk/>
            <pc:sldMk cId="2912011773" sldId="1331"/>
            <ac:spMk id="8" creationId="{C124A0C9-7DB4-25C4-9D42-A7C9398F7DD7}"/>
          </ac:spMkLst>
        </pc:spChg>
        <pc:spChg chg="mod">
          <ac:chgData name="Venkatesh Patil" userId="d9f36aa470552ec6" providerId="LiveId" clId="{934A67C8-6075-4AD0-8B8A-4E5348463E88}" dt="2024-02-17T21:09:24.887" v="1880" actId="1076"/>
          <ac:spMkLst>
            <pc:docMk/>
            <pc:sldMk cId="2912011773" sldId="1331"/>
            <ac:spMk id="16" creationId="{AF810AAD-3F8D-8C2B-51EC-967B90F141F1}"/>
          </ac:spMkLst>
        </pc:spChg>
        <pc:spChg chg="add mod">
          <ac:chgData name="Venkatesh Patil" userId="d9f36aa470552ec6" providerId="LiveId" clId="{934A67C8-6075-4AD0-8B8A-4E5348463E88}" dt="2024-02-17T21:21:12.308" v="1962" actId="164"/>
          <ac:spMkLst>
            <pc:docMk/>
            <pc:sldMk cId="2912011773" sldId="1331"/>
            <ac:spMk id="19" creationId="{D6099CA9-D051-2DEF-8731-9CF4C9B58C30}"/>
          </ac:spMkLst>
        </pc:spChg>
        <pc:spChg chg="add mod">
          <ac:chgData name="Venkatesh Patil" userId="d9f36aa470552ec6" providerId="LiveId" clId="{934A67C8-6075-4AD0-8B8A-4E5348463E88}" dt="2024-02-17T21:21:12.308" v="1962" actId="164"/>
          <ac:spMkLst>
            <pc:docMk/>
            <pc:sldMk cId="2912011773" sldId="1331"/>
            <ac:spMk id="20" creationId="{2CEB43AD-AFC3-2D1D-4B88-3F470137CBE3}"/>
          </ac:spMkLst>
        </pc:spChg>
        <pc:spChg chg="add mod">
          <ac:chgData name="Venkatesh Patil" userId="d9f36aa470552ec6" providerId="LiveId" clId="{934A67C8-6075-4AD0-8B8A-4E5348463E88}" dt="2024-02-17T21:21:12.308" v="1962" actId="164"/>
          <ac:spMkLst>
            <pc:docMk/>
            <pc:sldMk cId="2912011773" sldId="1331"/>
            <ac:spMk id="21" creationId="{169C8A4D-0A8B-A535-B8A3-25489351C9FF}"/>
          </ac:spMkLst>
        </pc:spChg>
        <pc:spChg chg="add mod">
          <ac:chgData name="Venkatesh Patil" userId="d9f36aa470552ec6" providerId="LiveId" clId="{934A67C8-6075-4AD0-8B8A-4E5348463E88}" dt="2024-02-17T21:21:12.308" v="1962" actId="164"/>
          <ac:spMkLst>
            <pc:docMk/>
            <pc:sldMk cId="2912011773" sldId="1331"/>
            <ac:spMk id="22" creationId="{D8404263-47BA-E727-726F-BE3A8884BCAD}"/>
          </ac:spMkLst>
        </pc:spChg>
        <pc:spChg chg="add del mod">
          <ac:chgData name="Venkatesh Patil" userId="d9f36aa470552ec6" providerId="LiveId" clId="{934A67C8-6075-4AD0-8B8A-4E5348463E88}" dt="2024-02-17T21:22:37.519" v="2005" actId="478"/>
          <ac:spMkLst>
            <pc:docMk/>
            <pc:sldMk cId="2912011773" sldId="1331"/>
            <ac:spMk id="28" creationId="{EA389FE7-5E84-CA39-B197-3EF7F6F51EDD}"/>
          </ac:spMkLst>
        </pc:spChg>
        <pc:spChg chg="add mod">
          <ac:chgData name="Venkatesh Patil" userId="d9f36aa470552ec6" providerId="LiveId" clId="{934A67C8-6075-4AD0-8B8A-4E5348463E88}" dt="2024-02-20T18:09:00.223" v="19600" actId="20577"/>
          <ac:spMkLst>
            <pc:docMk/>
            <pc:sldMk cId="2912011773" sldId="1331"/>
            <ac:spMk id="29" creationId="{182878A6-0710-CE03-E8C4-470FFC2C2048}"/>
          </ac:spMkLst>
        </pc:spChg>
        <pc:grpChg chg="add mod">
          <ac:chgData name="Venkatesh Patil" userId="d9f36aa470552ec6" providerId="LiveId" clId="{934A67C8-6075-4AD0-8B8A-4E5348463E88}" dt="2024-02-17T21:23:53.745" v="2091" actId="1076"/>
          <ac:grpSpMkLst>
            <pc:docMk/>
            <pc:sldMk cId="2912011773" sldId="1331"/>
            <ac:grpSpMk id="10" creationId="{EF97F443-1A45-DF42-E460-9253BDAFF9AC}"/>
          </ac:grpSpMkLst>
        </pc:grpChg>
        <pc:grpChg chg="add mod">
          <ac:chgData name="Venkatesh Patil" userId="d9f36aa470552ec6" providerId="LiveId" clId="{934A67C8-6075-4AD0-8B8A-4E5348463E88}" dt="2024-02-20T18:08:43.477" v="19598" actId="1076"/>
          <ac:grpSpMkLst>
            <pc:docMk/>
            <pc:sldMk cId="2912011773" sldId="1331"/>
            <ac:grpSpMk id="23" creationId="{3FFD5A50-8A5B-23BB-4EEC-EC151B72A5C8}"/>
          </ac:grpSpMkLst>
        </pc:grpChg>
        <pc:grpChg chg="mod">
          <ac:chgData name="Venkatesh Patil" userId="d9f36aa470552ec6" providerId="LiveId" clId="{934A67C8-6075-4AD0-8B8A-4E5348463E88}" dt="2024-02-17T21:09:35.084" v="1882" actId="164"/>
          <ac:grpSpMkLst>
            <pc:docMk/>
            <pc:sldMk cId="2912011773" sldId="1331"/>
            <ac:grpSpMk id="27" creationId="{A5139F5F-6569-7426-35FC-79F7529B4697}"/>
          </ac:grpSpMkLst>
        </pc:grpChg>
        <pc:picChg chg="add mod">
          <ac:chgData name="Venkatesh Patil" userId="d9f36aa470552ec6" providerId="LiveId" clId="{934A67C8-6075-4AD0-8B8A-4E5348463E88}" dt="2024-02-17T21:21:12.308" v="1962" actId="164"/>
          <ac:picMkLst>
            <pc:docMk/>
            <pc:sldMk cId="2912011773" sldId="1331"/>
            <ac:picMk id="12" creationId="{FD0C6541-2F25-B3B0-0603-B2645EA474CF}"/>
          </ac:picMkLst>
        </pc:picChg>
      </pc:sldChg>
      <pc:sldChg chg="addSp delSp modSp add del mod delAnim modAnim">
        <pc:chgData name="Venkatesh Patil" userId="d9f36aa470552ec6" providerId="LiveId" clId="{934A67C8-6075-4AD0-8B8A-4E5348463E88}" dt="2024-02-20T18:13:28.238" v="19638" actId="47"/>
        <pc:sldMkLst>
          <pc:docMk/>
          <pc:sldMk cId="4270489427" sldId="1332"/>
        </pc:sldMkLst>
        <pc:spChg chg="del">
          <ac:chgData name="Venkatesh Patil" userId="d9f36aa470552ec6" providerId="LiveId" clId="{934A67C8-6075-4AD0-8B8A-4E5348463E88}" dt="2024-02-17T21:39:17.073" v="2514" actId="478"/>
          <ac:spMkLst>
            <pc:docMk/>
            <pc:sldMk cId="4270489427" sldId="1332"/>
            <ac:spMk id="29" creationId="{3B7B83C7-BB50-A71B-B930-295D1ABD9A15}"/>
          </ac:spMkLst>
        </pc:spChg>
        <pc:spChg chg="add mod">
          <ac:chgData name="Venkatesh Patil" userId="d9f36aa470552ec6" providerId="LiveId" clId="{934A67C8-6075-4AD0-8B8A-4E5348463E88}" dt="2024-02-17T21:39:00.949" v="2501" actId="1076"/>
          <ac:spMkLst>
            <pc:docMk/>
            <pc:sldMk cId="4270489427" sldId="1332"/>
            <ac:spMk id="30" creationId="{F8AA3BF4-2496-9D2A-295C-EA84166E0445}"/>
          </ac:spMkLst>
        </pc:spChg>
        <pc:spChg chg="add mod">
          <ac:chgData name="Venkatesh Patil" userId="d9f36aa470552ec6" providerId="LiveId" clId="{934A67C8-6075-4AD0-8B8A-4E5348463E88}" dt="2024-02-17T21:39:12.757" v="2513" actId="20577"/>
          <ac:spMkLst>
            <pc:docMk/>
            <pc:sldMk cId="4270489427" sldId="1332"/>
            <ac:spMk id="31" creationId="{54D95A44-BEF2-F4FE-C3E2-0C30C6FE004B}"/>
          </ac:spMkLst>
        </pc:spChg>
        <pc:spChg chg="add mod">
          <ac:chgData name="Venkatesh Patil" userId="d9f36aa470552ec6" providerId="LiveId" clId="{934A67C8-6075-4AD0-8B8A-4E5348463E88}" dt="2024-02-17T21:41:16.225" v="2593" actId="14100"/>
          <ac:spMkLst>
            <pc:docMk/>
            <pc:sldMk cId="4270489427" sldId="1332"/>
            <ac:spMk id="40" creationId="{3924184F-ECA5-6802-E3AC-94BCAEDA2874}"/>
          </ac:spMkLst>
        </pc:spChg>
        <pc:spChg chg="add mod">
          <ac:chgData name="Venkatesh Patil" userId="d9f36aa470552ec6" providerId="LiveId" clId="{934A67C8-6075-4AD0-8B8A-4E5348463E88}" dt="2024-02-17T21:41:36.030" v="2633" actId="20577"/>
          <ac:spMkLst>
            <pc:docMk/>
            <pc:sldMk cId="4270489427" sldId="1332"/>
            <ac:spMk id="41" creationId="{DC4065D3-E906-2267-0B66-D62FA4482E8C}"/>
          </ac:spMkLst>
        </pc:spChg>
        <pc:spChg chg="add mod">
          <ac:chgData name="Venkatesh Patil" userId="d9f36aa470552ec6" providerId="LiveId" clId="{934A67C8-6075-4AD0-8B8A-4E5348463E88}" dt="2024-02-17T21:45:06.134" v="2861" actId="207"/>
          <ac:spMkLst>
            <pc:docMk/>
            <pc:sldMk cId="4270489427" sldId="1332"/>
            <ac:spMk id="42" creationId="{9524971D-C064-2E73-CDE7-B3F2FA610AC2}"/>
          </ac:spMkLst>
        </pc:spChg>
        <pc:spChg chg="add mod">
          <ac:chgData name="Venkatesh Patil" userId="d9f36aa470552ec6" providerId="LiveId" clId="{934A67C8-6075-4AD0-8B8A-4E5348463E88}" dt="2024-02-17T21:44:55.352" v="2859" actId="113"/>
          <ac:spMkLst>
            <pc:docMk/>
            <pc:sldMk cId="4270489427" sldId="1332"/>
            <ac:spMk id="43" creationId="{EA0BCAAD-288C-1D57-57B0-4F4E078FE709}"/>
          </ac:spMkLst>
        </pc:spChg>
        <pc:spChg chg="add mod">
          <ac:chgData name="Venkatesh Patil" userId="d9f36aa470552ec6" providerId="LiveId" clId="{934A67C8-6075-4AD0-8B8A-4E5348463E88}" dt="2024-02-17T21:46:04.552" v="2940" actId="14100"/>
          <ac:spMkLst>
            <pc:docMk/>
            <pc:sldMk cId="4270489427" sldId="1332"/>
            <ac:spMk id="44" creationId="{E3BDA092-15F6-A13A-AF69-C68FB12EC807}"/>
          </ac:spMkLst>
        </pc:spChg>
        <pc:spChg chg="add mod">
          <ac:chgData name="Venkatesh Patil" userId="d9f36aa470552ec6" providerId="LiveId" clId="{934A67C8-6075-4AD0-8B8A-4E5348463E88}" dt="2024-02-17T21:46:36.772" v="2992" actId="14100"/>
          <ac:spMkLst>
            <pc:docMk/>
            <pc:sldMk cId="4270489427" sldId="1332"/>
            <ac:spMk id="45" creationId="{C33D0FAF-E3A0-35F8-A48A-46672033B255}"/>
          </ac:spMkLst>
        </pc:spChg>
        <pc:grpChg chg="add mod">
          <ac:chgData name="Venkatesh Patil" userId="d9f36aa470552ec6" providerId="LiveId" clId="{934A67C8-6075-4AD0-8B8A-4E5348463E88}" dt="2024-02-20T18:11:59.952" v="19629" actId="164"/>
          <ac:grpSpMkLst>
            <pc:docMk/>
            <pc:sldMk cId="4270489427" sldId="1332"/>
            <ac:grpSpMk id="8" creationId="{BB6B734D-7FD3-8EB9-17BA-2A9F0E00A15E}"/>
          </ac:grpSpMkLst>
        </pc:grpChg>
        <pc:grpChg chg="del">
          <ac:chgData name="Venkatesh Patil" userId="d9f36aa470552ec6" providerId="LiveId" clId="{934A67C8-6075-4AD0-8B8A-4E5348463E88}" dt="2024-02-17T21:38:27.530" v="2494" actId="478"/>
          <ac:grpSpMkLst>
            <pc:docMk/>
            <pc:sldMk cId="4270489427" sldId="1332"/>
            <ac:grpSpMk id="10" creationId="{EDD36E1D-4D42-42CF-C4A3-6A281BF0F1B8}"/>
          </ac:grpSpMkLst>
        </pc:grpChg>
        <pc:grpChg chg="del">
          <ac:chgData name="Venkatesh Patil" userId="d9f36aa470552ec6" providerId="LiveId" clId="{934A67C8-6075-4AD0-8B8A-4E5348463E88}" dt="2024-02-17T21:38:31.710" v="2495" actId="478"/>
          <ac:grpSpMkLst>
            <pc:docMk/>
            <pc:sldMk cId="4270489427" sldId="1332"/>
            <ac:grpSpMk id="23" creationId="{D3DD4861-691F-1548-5D3B-E3CAEF139917}"/>
          </ac:grpSpMkLst>
        </pc:grpChg>
        <pc:picChg chg="add mod">
          <ac:chgData name="Venkatesh Patil" userId="d9f36aa470552ec6" providerId="LiveId" clId="{934A67C8-6075-4AD0-8B8A-4E5348463E88}" dt="2024-02-17T21:38:41.548" v="2499" actId="1076"/>
          <ac:picMkLst>
            <pc:docMk/>
            <pc:sldMk cId="4270489427" sldId="1332"/>
            <ac:picMk id="28" creationId="{40B793F1-276C-7077-34C0-F692203E7DE2}"/>
          </ac:picMkLst>
        </pc:picChg>
        <pc:picChg chg="add mod">
          <ac:chgData name="Venkatesh Patil" userId="d9f36aa470552ec6" providerId="LiveId" clId="{934A67C8-6075-4AD0-8B8A-4E5348463E88}" dt="2024-02-20T18:11:59.952" v="19629" actId="164"/>
          <ac:picMkLst>
            <pc:docMk/>
            <pc:sldMk cId="4270489427" sldId="1332"/>
            <ac:picMk id="33" creationId="{D7ECA2F6-39CA-3D9B-0281-BBF41F205AC7}"/>
          </ac:picMkLst>
        </pc:picChg>
        <pc:inkChg chg="add mod">
          <ac:chgData name="Venkatesh Patil" userId="d9f36aa470552ec6" providerId="LiveId" clId="{934A67C8-6075-4AD0-8B8A-4E5348463E88}" dt="2024-02-20T18:11:59.952" v="19629" actId="164"/>
          <ac:inkMkLst>
            <pc:docMk/>
            <pc:sldMk cId="4270489427" sldId="1332"/>
            <ac:inkMk id="34" creationId="{DC1D9CD1-1EFB-46D5-69FD-DD8C18C237F5}"/>
          </ac:inkMkLst>
        </pc:inkChg>
        <pc:inkChg chg="add mod">
          <ac:chgData name="Venkatesh Patil" userId="d9f36aa470552ec6" providerId="LiveId" clId="{934A67C8-6075-4AD0-8B8A-4E5348463E88}" dt="2024-02-20T18:11:59.952" v="19629" actId="164"/>
          <ac:inkMkLst>
            <pc:docMk/>
            <pc:sldMk cId="4270489427" sldId="1332"/>
            <ac:inkMk id="35" creationId="{C489A24B-3662-A4F5-4AA2-E2A152841D28}"/>
          </ac:inkMkLst>
        </pc:inkChg>
        <pc:inkChg chg="add mod">
          <ac:chgData name="Venkatesh Patil" userId="d9f36aa470552ec6" providerId="LiveId" clId="{934A67C8-6075-4AD0-8B8A-4E5348463E88}" dt="2024-02-20T18:11:59.952" v="19629" actId="164"/>
          <ac:inkMkLst>
            <pc:docMk/>
            <pc:sldMk cId="4270489427" sldId="1332"/>
            <ac:inkMk id="36" creationId="{CB457560-4375-6CC1-B5B8-1EDD0CF7530D}"/>
          </ac:inkMkLst>
        </pc:inkChg>
        <pc:inkChg chg="add mod">
          <ac:chgData name="Venkatesh Patil" userId="d9f36aa470552ec6" providerId="LiveId" clId="{934A67C8-6075-4AD0-8B8A-4E5348463E88}" dt="2024-02-20T18:11:59.952" v="19629" actId="164"/>
          <ac:inkMkLst>
            <pc:docMk/>
            <pc:sldMk cId="4270489427" sldId="1332"/>
            <ac:inkMk id="37" creationId="{A06DDE68-92DC-B57C-F691-3EBAAC7D828A}"/>
          </ac:inkMkLst>
        </pc:inkChg>
        <pc:inkChg chg="add mod">
          <ac:chgData name="Venkatesh Patil" userId="d9f36aa470552ec6" providerId="LiveId" clId="{934A67C8-6075-4AD0-8B8A-4E5348463E88}" dt="2024-02-20T18:11:59.952" v="19629" actId="164"/>
          <ac:inkMkLst>
            <pc:docMk/>
            <pc:sldMk cId="4270489427" sldId="1332"/>
            <ac:inkMk id="38" creationId="{CA3AA52E-B343-3A2A-856C-C95E20240024}"/>
          </ac:inkMkLst>
        </pc:inkChg>
        <pc:inkChg chg="add mod">
          <ac:chgData name="Venkatesh Patil" userId="d9f36aa470552ec6" providerId="LiveId" clId="{934A67C8-6075-4AD0-8B8A-4E5348463E88}" dt="2024-02-20T18:11:59.952" v="19629" actId="164"/>
          <ac:inkMkLst>
            <pc:docMk/>
            <pc:sldMk cId="4270489427" sldId="1332"/>
            <ac:inkMk id="39" creationId="{1A6511BA-B302-FB98-B7BD-13D5071C25C6}"/>
          </ac:inkMkLst>
        </pc:inkChg>
      </pc:sldChg>
      <pc:sldChg chg="addSp modSp add mod modAnim">
        <pc:chgData name="Venkatesh Patil" userId="d9f36aa470552ec6" providerId="LiveId" clId="{934A67C8-6075-4AD0-8B8A-4E5348463E88}" dt="2024-02-20T18:15:51.254" v="19668"/>
        <pc:sldMkLst>
          <pc:docMk/>
          <pc:sldMk cId="1239942752" sldId="1333"/>
        </pc:sldMkLst>
        <pc:spChg chg="mod">
          <ac:chgData name="Venkatesh Patil" userId="d9f36aa470552ec6" providerId="LiveId" clId="{934A67C8-6075-4AD0-8B8A-4E5348463E88}" dt="2024-02-17T22:03:16.509" v="3198" actId="20577"/>
          <ac:spMkLst>
            <pc:docMk/>
            <pc:sldMk cId="1239942752" sldId="1333"/>
            <ac:spMk id="2" creationId="{518F7188-CA23-6064-E0F3-40AC7D7B9903}"/>
          </ac:spMkLst>
        </pc:spChg>
        <pc:spChg chg="add mod">
          <ac:chgData name="Venkatesh Patil" userId="d9f36aa470552ec6" providerId="LiveId" clId="{934A67C8-6075-4AD0-8B8A-4E5348463E88}" dt="2024-02-17T21:54:17.214" v="3045" actId="1076"/>
          <ac:spMkLst>
            <pc:docMk/>
            <pc:sldMk cId="1239942752" sldId="1333"/>
            <ac:spMk id="11" creationId="{6728C4B4-469A-F415-1DF0-E4F103656D85}"/>
          </ac:spMkLst>
        </pc:spChg>
        <pc:spChg chg="mod">
          <ac:chgData name="Venkatesh Patil" userId="d9f36aa470552ec6" providerId="LiveId" clId="{934A67C8-6075-4AD0-8B8A-4E5348463E88}" dt="2024-02-20T18:14:33.348" v="19646" actId="14100"/>
          <ac:spMkLst>
            <pc:docMk/>
            <pc:sldMk cId="1239942752" sldId="1333"/>
            <ac:spMk id="40" creationId="{07B0810E-7446-9E74-4784-7D7FC0966DA0}"/>
          </ac:spMkLst>
        </pc:spChg>
        <pc:spChg chg="mod">
          <ac:chgData name="Venkatesh Patil" userId="d9f36aa470552ec6" providerId="LiveId" clId="{934A67C8-6075-4AD0-8B8A-4E5348463E88}" dt="2024-02-17T21:52:07.124" v="2999" actId="1076"/>
          <ac:spMkLst>
            <pc:docMk/>
            <pc:sldMk cId="1239942752" sldId="1333"/>
            <ac:spMk id="41" creationId="{B36060EA-6A9E-F7C3-5360-B4851DCD4E79}"/>
          </ac:spMkLst>
        </pc:spChg>
        <pc:spChg chg="mod">
          <ac:chgData name="Venkatesh Patil" userId="d9f36aa470552ec6" providerId="LiveId" clId="{934A67C8-6075-4AD0-8B8A-4E5348463E88}" dt="2024-02-20T18:14:49.638" v="19650" actId="1076"/>
          <ac:spMkLst>
            <pc:docMk/>
            <pc:sldMk cId="1239942752" sldId="1333"/>
            <ac:spMk id="42" creationId="{31976449-A197-8B36-5EBC-A5BEDAB981DF}"/>
          </ac:spMkLst>
        </pc:spChg>
        <pc:spChg chg="mod">
          <ac:chgData name="Venkatesh Patil" userId="d9f36aa470552ec6" providerId="LiveId" clId="{934A67C8-6075-4AD0-8B8A-4E5348463E88}" dt="2024-02-17T21:52:30.336" v="3004" actId="1076"/>
          <ac:spMkLst>
            <pc:docMk/>
            <pc:sldMk cId="1239942752" sldId="1333"/>
            <ac:spMk id="43" creationId="{F0D8C683-4DB8-5DBB-B67A-4E0E4BB9A0AF}"/>
          </ac:spMkLst>
        </pc:spChg>
        <pc:spChg chg="mod">
          <ac:chgData name="Venkatesh Patil" userId="d9f36aa470552ec6" providerId="LiveId" clId="{934A67C8-6075-4AD0-8B8A-4E5348463E88}" dt="2024-02-17T21:52:53.952" v="3010" actId="1076"/>
          <ac:spMkLst>
            <pc:docMk/>
            <pc:sldMk cId="1239942752" sldId="1333"/>
            <ac:spMk id="44" creationId="{50A104AD-6803-E830-1BA1-1BEAAF98250E}"/>
          </ac:spMkLst>
        </pc:spChg>
        <pc:spChg chg="mod">
          <ac:chgData name="Venkatesh Patil" userId="d9f36aa470552ec6" providerId="LiveId" clId="{934A67C8-6075-4AD0-8B8A-4E5348463E88}" dt="2024-02-17T21:53:04.976" v="3013" actId="1076"/>
          <ac:spMkLst>
            <pc:docMk/>
            <pc:sldMk cId="1239942752" sldId="1333"/>
            <ac:spMk id="45" creationId="{F554277B-F14E-1095-2FC6-7ABBE110F92F}"/>
          </ac:spMkLst>
        </pc:spChg>
        <pc:grpChg chg="add mod ord">
          <ac:chgData name="Venkatesh Patil" userId="d9f36aa470552ec6" providerId="LiveId" clId="{934A67C8-6075-4AD0-8B8A-4E5348463E88}" dt="2024-02-17T21:52:17.794" v="3001" actId="167"/>
          <ac:grpSpMkLst>
            <pc:docMk/>
            <pc:sldMk cId="1239942752" sldId="1333"/>
            <ac:grpSpMk id="8" creationId="{CDE8BDAB-0D04-8F08-635C-4BF093EFFAC8}"/>
          </ac:grpSpMkLst>
        </pc:grpChg>
        <pc:picChg chg="add mod">
          <ac:chgData name="Venkatesh Patil" userId="d9f36aa470552ec6" providerId="LiveId" clId="{934A67C8-6075-4AD0-8B8A-4E5348463E88}" dt="2024-02-17T21:53:32.833" v="3018"/>
          <ac:picMkLst>
            <pc:docMk/>
            <pc:sldMk cId="1239942752" sldId="1333"/>
            <ac:picMk id="10" creationId="{39BF3BBB-BF72-702B-CE3D-F5E34F631204}"/>
          </ac:picMkLst>
        </pc:picChg>
        <pc:picChg chg="mod">
          <ac:chgData name="Venkatesh Patil" userId="d9f36aa470552ec6" providerId="LiveId" clId="{934A67C8-6075-4AD0-8B8A-4E5348463E88}" dt="2024-02-17T21:53:40.793" v="3019"/>
          <ac:picMkLst>
            <pc:docMk/>
            <pc:sldMk cId="1239942752" sldId="1333"/>
            <ac:picMk id="28" creationId="{0ED990DF-C8DB-DE30-E129-2E915E5E0C6C}"/>
          </ac:picMkLst>
        </pc:picChg>
        <pc:picChg chg="mod">
          <ac:chgData name="Venkatesh Patil" userId="d9f36aa470552ec6" providerId="LiveId" clId="{934A67C8-6075-4AD0-8B8A-4E5348463E88}" dt="2024-02-17T21:51:54.955" v="2996" actId="164"/>
          <ac:picMkLst>
            <pc:docMk/>
            <pc:sldMk cId="1239942752" sldId="1333"/>
            <ac:picMk id="33" creationId="{8F0C7DFD-85E8-62D5-1543-714A71D05846}"/>
          </ac:picMkLst>
        </pc:picChg>
        <pc:inkChg chg="mod">
          <ac:chgData name="Venkatesh Patil" userId="d9f36aa470552ec6" providerId="LiveId" clId="{934A67C8-6075-4AD0-8B8A-4E5348463E88}" dt="2024-02-17T21:51:54.955" v="2996" actId="164"/>
          <ac:inkMkLst>
            <pc:docMk/>
            <pc:sldMk cId="1239942752" sldId="1333"/>
            <ac:inkMk id="34" creationId="{AE52F8A0-BDE4-E491-603C-CF2A2B8D1CEA}"/>
          </ac:inkMkLst>
        </pc:inkChg>
        <pc:inkChg chg="mod">
          <ac:chgData name="Venkatesh Patil" userId="d9f36aa470552ec6" providerId="LiveId" clId="{934A67C8-6075-4AD0-8B8A-4E5348463E88}" dt="2024-02-17T21:51:54.955" v="2996" actId="164"/>
          <ac:inkMkLst>
            <pc:docMk/>
            <pc:sldMk cId="1239942752" sldId="1333"/>
            <ac:inkMk id="35" creationId="{B8763843-4EAE-70E4-A6C6-B24E78577147}"/>
          </ac:inkMkLst>
        </pc:inkChg>
        <pc:inkChg chg="mod">
          <ac:chgData name="Venkatesh Patil" userId="d9f36aa470552ec6" providerId="LiveId" clId="{934A67C8-6075-4AD0-8B8A-4E5348463E88}" dt="2024-02-17T21:51:54.955" v="2996" actId="164"/>
          <ac:inkMkLst>
            <pc:docMk/>
            <pc:sldMk cId="1239942752" sldId="1333"/>
            <ac:inkMk id="36" creationId="{0B4B920C-5F12-ABCC-AE0A-263501128CF4}"/>
          </ac:inkMkLst>
        </pc:inkChg>
        <pc:inkChg chg="mod">
          <ac:chgData name="Venkatesh Patil" userId="d9f36aa470552ec6" providerId="LiveId" clId="{934A67C8-6075-4AD0-8B8A-4E5348463E88}" dt="2024-02-17T21:51:54.955" v="2996" actId="164"/>
          <ac:inkMkLst>
            <pc:docMk/>
            <pc:sldMk cId="1239942752" sldId="1333"/>
            <ac:inkMk id="37" creationId="{8590E527-AA04-5255-4CE9-5DA380C1B76F}"/>
          </ac:inkMkLst>
        </pc:inkChg>
        <pc:inkChg chg="mod">
          <ac:chgData name="Venkatesh Patil" userId="d9f36aa470552ec6" providerId="LiveId" clId="{934A67C8-6075-4AD0-8B8A-4E5348463E88}" dt="2024-02-17T21:51:54.955" v="2996" actId="164"/>
          <ac:inkMkLst>
            <pc:docMk/>
            <pc:sldMk cId="1239942752" sldId="1333"/>
            <ac:inkMk id="38" creationId="{7AE9A09D-479C-5F80-B7B7-51C18CF58549}"/>
          </ac:inkMkLst>
        </pc:inkChg>
        <pc:inkChg chg="mod">
          <ac:chgData name="Venkatesh Patil" userId="d9f36aa470552ec6" providerId="LiveId" clId="{934A67C8-6075-4AD0-8B8A-4E5348463E88}" dt="2024-02-17T21:51:54.955" v="2996" actId="164"/>
          <ac:inkMkLst>
            <pc:docMk/>
            <pc:sldMk cId="1239942752" sldId="1333"/>
            <ac:inkMk id="39" creationId="{C591338A-7073-E2C6-04C4-F41251AA43C7}"/>
          </ac:inkMkLst>
        </pc:inkChg>
      </pc:sldChg>
      <pc:sldChg chg="addSp delSp modSp add mod ord">
        <pc:chgData name="Venkatesh Patil" userId="d9f36aa470552ec6" providerId="LiveId" clId="{934A67C8-6075-4AD0-8B8A-4E5348463E88}" dt="2024-02-17T22:10:05.406" v="3210" actId="1076"/>
        <pc:sldMkLst>
          <pc:docMk/>
          <pc:sldMk cId="937101739" sldId="1334"/>
        </pc:sldMkLst>
        <pc:spChg chg="mod">
          <ac:chgData name="Venkatesh Patil" userId="d9f36aa470552ec6" providerId="LiveId" clId="{934A67C8-6075-4AD0-8B8A-4E5348463E88}" dt="2024-02-17T21:54:31.243" v="3062" actId="20577"/>
          <ac:spMkLst>
            <pc:docMk/>
            <pc:sldMk cId="937101739" sldId="1334"/>
            <ac:spMk id="2" creationId="{CDCEC11D-7541-EA03-F27F-2CCF66D65BB3}"/>
          </ac:spMkLst>
        </pc:spChg>
        <pc:spChg chg="del">
          <ac:chgData name="Venkatesh Patil" userId="d9f36aa470552ec6" providerId="LiveId" clId="{934A67C8-6075-4AD0-8B8A-4E5348463E88}" dt="2024-02-17T21:54:37.319" v="3065" actId="478"/>
          <ac:spMkLst>
            <pc:docMk/>
            <pc:sldMk cId="937101739" sldId="1334"/>
            <ac:spMk id="11" creationId="{C0C76D9C-BB71-C21A-1484-2D695589A424}"/>
          </ac:spMkLst>
        </pc:spChg>
        <pc:spChg chg="del">
          <ac:chgData name="Venkatesh Patil" userId="d9f36aa470552ec6" providerId="LiveId" clId="{934A67C8-6075-4AD0-8B8A-4E5348463E88}" dt="2024-02-17T21:54:45.992" v="3070" actId="478"/>
          <ac:spMkLst>
            <pc:docMk/>
            <pc:sldMk cId="937101739" sldId="1334"/>
            <ac:spMk id="30" creationId="{33F0A3E2-34A3-7FE3-2142-7B8C2B9EEE1D}"/>
          </ac:spMkLst>
        </pc:spChg>
        <pc:spChg chg="del">
          <ac:chgData name="Venkatesh Patil" userId="d9f36aa470552ec6" providerId="LiveId" clId="{934A67C8-6075-4AD0-8B8A-4E5348463E88}" dt="2024-02-17T21:54:45.992" v="3070" actId="478"/>
          <ac:spMkLst>
            <pc:docMk/>
            <pc:sldMk cId="937101739" sldId="1334"/>
            <ac:spMk id="31" creationId="{A4AAC03C-1617-99BA-ED7D-48DB941D5337}"/>
          </ac:spMkLst>
        </pc:spChg>
        <pc:spChg chg="del">
          <ac:chgData name="Venkatesh Patil" userId="d9f36aa470552ec6" providerId="LiveId" clId="{934A67C8-6075-4AD0-8B8A-4E5348463E88}" dt="2024-02-17T21:54:48.815" v="3071" actId="478"/>
          <ac:spMkLst>
            <pc:docMk/>
            <pc:sldMk cId="937101739" sldId="1334"/>
            <ac:spMk id="40" creationId="{8C58C1CF-E3A1-0914-1F74-9FCD9F767ECA}"/>
          </ac:spMkLst>
        </pc:spChg>
        <pc:spChg chg="del">
          <ac:chgData name="Venkatesh Patil" userId="d9f36aa470552ec6" providerId="LiveId" clId="{934A67C8-6075-4AD0-8B8A-4E5348463E88}" dt="2024-02-17T21:54:45.992" v="3070" actId="478"/>
          <ac:spMkLst>
            <pc:docMk/>
            <pc:sldMk cId="937101739" sldId="1334"/>
            <ac:spMk id="41" creationId="{5F9DF76E-699E-F1C5-A8C9-9371F5F4EF6F}"/>
          </ac:spMkLst>
        </pc:spChg>
        <pc:spChg chg="del">
          <ac:chgData name="Venkatesh Patil" userId="d9f36aa470552ec6" providerId="LiveId" clId="{934A67C8-6075-4AD0-8B8A-4E5348463E88}" dt="2024-02-17T21:54:43.070" v="3069" actId="478"/>
          <ac:spMkLst>
            <pc:docMk/>
            <pc:sldMk cId="937101739" sldId="1334"/>
            <ac:spMk id="42" creationId="{6A052629-0595-EA14-7AFC-1B219680D208}"/>
          </ac:spMkLst>
        </pc:spChg>
        <pc:spChg chg="del">
          <ac:chgData name="Venkatesh Patil" userId="d9f36aa470552ec6" providerId="LiveId" clId="{934A67C8-6075-4AD0-8B8A-4E5348463E88}" dt="2024-02-17T21:54:40.245" v="3067" actId="478"/>
          <ac:spMkLst>
            <pc:docMk/>
            <pc:sldMk cId="937101739" sldId="1334"/>
            <ac:spMk id="43" creationId="{E19ABD43-FA51-529C-35AE-1A3BBA1430F4}"/>
          </ac:spMkLst>
        </pc:spChg>
        <pc:spChg chg="del">
          <ac:chgData name="Venkatesh Patil" userId="d9f36aa470552ec6" providerId="LiveId" clId="{934A67C8-6075-4AD0-8B8A-4E5348463E88}" dt="2024-02-17T21:54:35.414" v="3064" actId="478"/>
          <ac:spMkLst>
            <pc:docMk/>
            <pc:sldMk cId="937101739" sldId="1334"/>
            <ac:spMk id="44" creationId="{A194C79F-5796-5ADB-7586-7B1561B0AD10}"/>
          </ac:spMkLst>
        </pc:spChg>
        <pc:spChg chg="del">
          <ac:chgData name="Venkatesh Patil" userId="d9f36aa470552ec6" providerId="LiveId" clId="{934A67C8-6075-4AD0-8B8A-4E5348463E88}" dt="2024-02-17T21:54:38.422" v="3066" actId="478"/>
          <ac:spMkLst>
            <pc:docMk/>
            <pc:sldMk cId="937101739" sldId="1334"/>
            <ac:spMk id="45" creationId="{E5988FE7-B5A0-A86E-54B5-2B2F1F4BB2D3}"/>
          </ac:spMkLst>
        </pc:spChg>
        <pc:grpChg chg="del">
          <ac:chgData name="Venkatesh Patil" userId="d9f36aa470552ec6" providerId="LiveId" clId="{934A67C8-6075-4AD0-8B8A-4E5348463E88}" dt="2024-02-17T21:54:41.742" v="3068" actId="478"/>
          <ac:grpSpMkLst>
            <pc:docMk/>
            <pc:sldMk cId="937101739" sldId="1334"/>
            <ac:grpSpMk id="8" creationId="{9E9D0378-3BA9-11DA-CCF1-EB30B62D633A}"/>
          </ac:grpSpMkLst>
        </pc:grpChg>
        <pc:graphicFrameChg chg="add mod modGraphic">
          <ac:chgData name="Venkatesh Patil" userId="d9f36aa470552ec6" providerId="LiveId" clId="{934A67C8-6075-4AD0-8B8A-4E5348463E88}" dt="2024-02-17T21:55:47.978" v="3077" actId="14100"/>
          <ac:graphicFrameMkLst>
            <pc:docMk/>
            <pc:sldMk cId="937101739" sldId="1334"/>
            <ac:graphicFrameMk id="9" creationId="{75F331C2-D7DB-6351-6E00-E7451E1E1DB4}"/>
          </ac:graphicFrameMkLst>
        </pc:graphicFrameChg>
        <pc:graphicFrameChg chg="add del modGraphic">
          <ac:chgData name="Venkatesh Patil" userId="d9f36aa470552ec6" providerId="LiveId" clId="{934A67C8-6075-4AD0-8B8A-4E5348463E88}" dt="2024-02-17T21:57:59.397" v="3173" actId="478"/>
          <ac:graphicFrameMkLst>
            <pc:docMk/>
            <pc:sldMk cId="937101739" sldId="1334"/>
            <ac:graphicFrameMk id="12" creationId="{9649C736-EF5A-090F-E56E-6BF22B294C24}"/>
          </ac:graphicFrameMkLst>
        </pc:graphicFrameChg>
        <pc:picChg chg="del">
          <ac:chgData name="Venkatesh Patil" userId="d9f36aa470552ec6" providerId="LiveId" clId="{934A67C8-6075-4AD0-8B8A-4E5348463E88}" dt="2024-02-17T21:54:34.155" v="3063" actId="478"/>
          <ac:picMkLst>
            <pc:docMk/>
            <pc:sldMk cId="937101739" sldId="1334"/>
            <ac:picMk id="10" creationId="{35D07AE7-426F-E359-42B9-DDE897C5CFAC}"/>
          </ac:picMkLst>
        </pc:picChg>
        <pc:picChg chg="add mod">
          <ac:chgData name="Venkatesh Patil" userId="d9f36aa470552ec6" providerId="LiveId" clId="{934A67C8-6075-4AD0-8B8A-4E5348463E88}" dt="2024-02-17T22:10:05.406" v="3210" actId="1076"/>
          <ac:picMkLst>
            <pc:docMk/>
            <pc:sldMk cId="937101739" sldId="1334"/>
            <ac:picMk id="14" creationId="{79CEF787-713B-95F4-1062-84594E0448EF}"/>
          </ac:picMkLst>
        </pc:picChg>
        <pc:picChg chg="del">
          <ac:chgData name="Venkatesh Patil" userId="d9f36aa470552ec6" providerId="LiveId" clId="{934A67C8-6075-4AD0-8B8A-4E5348463E88}" dt="2024-02-17T21:54:49.933" v="3072" actId="478"/>
          <ac:picMkLst>
            <pc:docMk/>
            <pc:sldMk cId="937101739" sldId="1334"/>
            <ac:picMk id="28" creationId="{F97005B6-9913-6F27-C3A2-2924E0847925}"/>
          </ac:picMkLst>
        </pc:picChg>
      </pc:sldChg>
      <pc:sldChg chg="addSp delSp modSp add mod modAnim">
        <pc:chgData name="Venkatesh Patil" userId="d9f36aa470552ec6" providerId="LiveId" clId="{934A67C8-6075-4AD0-8B8A-4E5348463E88}" dt="2024-02-20T18:21:57.536" v="19788"/>
        <pc:sldMkLst>
          <pc:docMk/>
          <pc:sldMk cId="258785487" sldId="1335"/>
        </pc:sldMkLst>
        <pc:spChg chg="mod">
          <ac:chgData name="Venkatesh Patil" userId="d9f36aa470552ec6" providerId="LiveId" clId="{934A67C8-6075-4AD0-8B8A-4E5348463E88}" dt="2024-02-17T22:03:08.950" v="3187" actId="20577"/>
          <ac:spMkLst>
            <pc:docMk/>
            <pc:sldMk cId="258785487" sldId="1335"/>
            <ac:spMk id="2" creationId="{1D4F1F6E-5176-6257-DE95-9CF8EAE38BFC}"/>
          </ac:spMkLst>
        </pc:spChg>
        <pc:spChg chg="mod">
          <ac:chgData name="Venkatesh Patil" userId="d9f36aa470552ec6" providerId="LiveId" clId="{934A67C8-6075-4AD0-8B8A-4E5348463E88}" dt="2024-02-17T22:13:49.654" v="3401" actId="14100"/>
          <ac:spMkLst>
            <pc:docMk/>
            <pc:sldMk cId="258785487" sldId="1335"/>
            <ac:spMk id="11" creationId="{4B727F78-036A-A0B1-3AD1-C2426CE45702}"/>
          </ac:spMkLst>
        </pc:spChg>
        <pc:spChg chg="add mod">
          <ac:chgData name="Venkatesh Patil" userId="d9f36aa470552ec6" providerId="LiveId" clId="{934A67C8-6075-4AD0-8B8A-4E5348463E88}" dt="2024-02-17T22:15:05.968" v="3446" actId="14100"/>
          <ac:spMkLst>
            <pc:docMk/>
            <pc:sldMk cId="258785487" sldId="1335"/>
            <ac:spMk id="13" creationId="{3740D997-1F12-2BCA-AEFF-A652EF6B7107}"/>
          </ac:spMkLst>
        </pc:spChg>
        <pc:spChg chg="del">
          <ac:chgData name="Venkatesh Patil" userId="d9f36aa470552ec6" providerId="LiveId" clId="{934A67C8-6075-4AD0-8B8A-4E5348463E88}" dt="2024-02-17T22:10:54.221" v="3275" actId="478"/>
          <ac:spMkLst>
            <pc:docMk/>
            <pc:sldMk cId="258785487" sldId="1335"/>
            <ac:spMk id="30" creationId="{DAAA49BE-7E56-0C4B-DDD1-5B24AFDC1CF0}"/>
          </ac:spMkLst>
        </pc:spChg>
        <pc:spChg chg="del">
          <ac:chgData name="Venkatesh Patil" userId="d9f36aa470552ec6" providerId="LiveId" clId="{934A67C8-6075-4AD0-8B8A-4E5348463E88}" dt="2024-02-17T22:10:22.427" v="3212" actId="478"/>
          <ac:spMkLst>
            <pc:docMk/>
            <pc:sldMk cId="258785487" sldId="1335"/>
            <ac:spMk id="31" creationId="{9CF439A9-12C1-AC0A-4567-C2B6A50E9A63}"/>
          </ac:spMkLst>
        </pc:spChg>
        <pc:spChg chg="mod">
          <ac:chgData name="Venkatesh Patil" userId="d9f36aa470552ec6" providerId="LiveId" clId="{934A67C8-6075-4AD0-8B8A-4E5348463E88}" dt="2024-02-17T22:13:14.411" v="3367" actId="14100"/>
          <ac:spMkLst>
            <pc:docMk/>
            <pc:sldMk cId="258785487" sldId="1335"/>
            <ac:spMk id="40" creationId="{277BA217-B96C-92E5-F076-1C9144B35752}"/>
          </ac:spMkLst>
        </pc:spChg>
        <pc:spChg chg="mod">
          <ac:chgData name="Venkatesh Patil" userId="d9f36aa470552ec6" providerId="LiveId" clId="{934A67C8-6075-4AD0-8B8A-4E5348463E88}" dt="2024-02-17T22:13:21.690" v="3369" actId="14100"/>
          <ac:spMkLst>
            <pc:docMk/>
            <pc:sldMk cId="258785487" sldId="1335"/>
            <ac:spMk id="41" creationId="{3C9CE1B2-6259-9AD2-AEED-3435AA7A0B15}"/>
          </ac:spMkLst>
        </pc:spChg>
        <pc:spChg chg="mod">
          <ac:chgData name="Venkatesh Patil" userId="d9f36aa470552ec6" providerId="LiveId" clId="{934A67C8-6075-4AD0-8B8A-4E5348463E88}" dt="2024-02-20T18:20:49.654" v="19724" actId="14100"/>
          <ac:spMkLst>
            <pc:docMk/>
            <pc:sldMk cId="258785487" sldId="1335"/>
            <ac:spMk id="42" creationId="{D886A243-8C29-96FB-53F4-71D8B7176155}"/>
          </ac:spMkLst>
        </pc:spChg>
        <pc:spChg chg="mod">
          <ac:chgData name="Venkatesh Patil" userId="d9f36aa470552ec6" providerId="LiveId" clId="{934A67C8-6075-4AD0-8B8A-4E5348463E88}" dt="2024-02-20T18:21:27.974" v="19782" actId="20577"/>
          <ac:spMkLst>
            <pc:docMk/>
            <pc:sldMk cId="258785487" sldId="1335"/>
            <ac:spMk id="43" creationId="{B2A0C881-E60D-7227-2117-6C950FC0FD2F}"/>
          </ac:spMkLst>
        </pc:spChg>
        <pc:spChg chg="mod">
          <ac:chgData name="Venkatesh Patil" userId="d9f36aa470552ec6" providerId="LiveId" clId="{934A67C8-6075-4AD0-8B8A-4E5348463E88}" dt="2024-02-17T22:17:24.507" v="3623" actId="14100"/>
          <ac:spMkLst>
            <pc:docMk/>
            <pc:sldMk cId="258785487" sldId="1335"/>
            <ac:spMk id="44" creationId="{8300926B-9170-D9D8-0AC0-692898C892C1}"/>
          </ac:spMkLst>
        </pc:spChg>
        <pc:spChg chg="mod">
          <ac:chgData name="Venkatesh Patil" userId="d9f36aa470552ec6" providerId="LiveId" clId="{934A67C8-6075-4AD0-8B8A-4E5348463E88}" dt="2024-02-17T22:15:33.398" v="3505" actId="313"/>
          <ac:spMkLst>
            <pc:docMk/>
            <pc:sldMk cId="258785487" sldId="1335"/>
            <ac:spMk id="45" creationId="{3E0346C7-9D24-327F-4D82-073C6DD317B2}"/>
          </ac:spMkLst>
        </pc:spChg>
        <pc:grpChg chg="del">
          <ac:chgData name="Venkatesh Patil" userId="d9f36aa470552ec6" providerId="LiveId" clId="{934A67C8-6075-4AD0-8B8A-4E5348463E88}" dt="2024-02-17T22:09:15.490" v="3199" actId="478"/>
          <ac:grpSpMkLst>
            <pc:docMk/>
            <pc:sldMk cId="258785487" sldId="1335"/>
            <ac:grpSpMk id="8" creationId="{194A6C34-4E26-9F82-C4B2-7889D915E1B4}"/>
          </ac:grpSpMkLst>
        </pc:grpChg>
        <pc:picChg chg="del">
          <ac:chgData name="Venkatesh Patil" userId="d9f36aa470552ec6" providerId="LiveId" clId="{934A67C8-6075-4AD0-8B8A-4E5348463E88}" dt="2024-02-17T22:17:47.777" v="3624" actId="478"/>
          <ac:picMkLst>
            <pc:docMk/>
            <pc:sldMk cId="258785487" sldId="1335"/>
            <ac:picMk id="10" creationId="{4628E791-546A-18FB-2F78-8EF2588A7E90}"/>
          </ac:picMkLst>
        </pc:picChg>
        <pc:picChg chg="add mod ord">
          <ac:chgData name="Venkatesh Patil" userId="d9f36aa470552ec6" providerId="LiveId" clId="{934A67C8-6075-4AD0-8B8A-4E5348463E88}" dt="2024-02-17T22:10:19.599" v="3211" actId="1076"/>
          <ac:picMkLst>
            <pc:docMk/>
            <pc:sldMk cId="258785487" sldId="1335"/>
            <ac:picMk id="12" creationId="{54E7EB7D-3C9A-ABBA-32CA-28B600EE98C5}"/>
          </ac:picMkLst>
        </pc:picChg>
        <pc:picChg chg="del">
          <ac:chgData name="Venkatesh Patil" userId="d9f36aa470552ec6" providerId="LiveId" clId="{934A67C8-6075-4AD0-8B8A-4E5348463E88}" dt="2024-02-17T22:09:24.765" v="3203" actId="478"/>
          <ac:picMkLst>
            <pc:docMk/>
            <pc:sldMk cId="258785487" sldId="1335"/>
            <ac:picMk id="28" creationId="{8CD3F505-30F4-9A74-F2DB-1F0558D8FBCD}"/>
          </ac:picMkLst>
        </pc:picChg>
      </pc:sldChg>
      <pc:sldChg chg="addSp delSp modSp add mod delAnim modAnim modNotesTx">
        <pc:chgData name="Venkatesh Patil" userId="d9f36aa470552ec6" providerId="LiveId" clId="{934A67C8-6075-4AD0-8B8A-4E5348463E88}" dt="2024-02-20T18:27:34.452" v="20122" actId="20577"/>
        <pc:sldMkLst>
          <pc:docMk/>
          <pc:sldMk cId="2405102728" sldId="1336"/>
        </pc:sldMkLst>
        <pc:spChg chg="add del mod">
          <ac:chgData name="Venkatesh Patil" userId="d9f36aa470552ec6" providerId="LiveId" clId="{934A67C8-6075-4AD0-8B8A-4E5348463E88}" dt="2024-02-17T22:41:01.021" v="4844" actId="478"/>
          <ac:spMkLst>
            <pc:docMk/>
            <pc:sldMk cId="2405102728" sldId="1336"/>
            <ac:spMk id="8" creationId="{760502D5-F721-14B9-5476-B3BDA11C59F6}"/>
          </ac:spMkLst>
        </pc:spChg>
        <pc:spChg chg="add del mod">
          <ac:chgData name="Venkatesh Patil" userId="d9f36aa470552ec6" providerId="LiveId" clId="{934A67C8-6075-4AD0-8B8A-4E5348463E88}" dt="2024-02-19T22:13:20.952" v="18311" actId="478"/>
          <ac:spMkLst>
            <pc:docMk/>
            <pc:sldMk cId="2405102728" sldId="1336"/>
            <ac:spMk id="8" creationId="{A6FC79A5-C2F6-2B00-E14C-94C77AFCA046}"/>
          </ac:spMkLst>
        </pc:spChg>
        <pc:spChg chg="add mod">
          <ac:chgData name="Venkatesh Patil" userId="d9f36aa470552ec6" providerId="LiveId" clId="{934A67C8-6075-4AD0-8B8A-4E5348463E88}" dt="2024-02-17T23:54:30.560" v="5993" actId="164"/>
          <ac:spMkLst>
            <pc:docMk/>
            <pc:sldMk cId="2405102728" sldId="1336"/>
            <ac:spMk id="10" creationId="{11DADD89-F22B-93EF-6618-050D4C89DD41}"/>
          </ac:spMkLst>
        </pc:spChg>
        <pc:spChg chg="add mod">
          <ac:chgData name="Venkatesh Patil" userId="d9f36aa470552ec6" providerId="LiveId" clId="{934A67C8-6075-4AD0-8B8A-4E5348463E88}" dt="2024-02-17T23:54:30.560" v="5993" actId="164"/>
          <ac:spMkLst>
            <pc:docMk/>
            <pc:sldMk cId="2405102728" sldId="1336"/>
            <ac:spMk id="11" creationId="{1D2F9183-0619-9162-DE9C-40B392674DE8}"/>
          </ac:spMkLst>
        </pc:spChg>
        <pc:spChg chg="add del mod">
          <ac:chgData name="Venkatesh Patil" userId="d9f36aa470552ec6" providerId="LiveId" clId="{934A67C8-6075-4AD0-8B8A-4E5348463E88}" dt="2024-02-19T22:13:02.689" v="18308" actId="478"/>
          <ac:spMkLst>
            <pc:docMk/>
            <pc:sldMk cId="2405102728" sldId="1336"/>
            <ac:spMk id="13" creationId="{AB44BFEA-6C14-B918-0DB0-03A0B10A9864}"/>
          </ac:spMkLst>
        </pc:spChg>
        <pc:spChg chg="del">
          <ac:chgData name="Venkatesh Patil" userId="d9f36aa470552ec6" providerId="LiveId" clId="{934A67C8-6075-4AD0-8B8A-4E5348463E88}" dt="2024-02-17T22:40:55.711" v="4843" actId="478"/>
          <ac:spMkLst>
            <pc:docMk/>
            <pc:sldMk cId="2405102728" sldId="1336"/>
            <ac:spMk id="25" creationId="{621B2BBD-7A8D-E953-1D3C-7394E9DC0360}"/>
          </ac:spMkLst>
        </pc:spChg>
        <pc:grpChg chg="add mod ord">
          <ac:chgData name="Venkatesh Patil" userId="d9f36aa470552ec6" providerId="LiveId" clId="{934A67C8-6075-4AD0-8B8A-4E5348463E88}" dt="2024-02-19T22:13:30.832" v="18313" actId="1076"/>
          <ac:grpSpMkLst>
            <pc:docMk/>
            <pc:sldMk cId="2405102728" sldId="1336"/>
            <ac:grpSpMk id="12" creationId="{0A552862-2DC1-9C94-49D0-3CB38BA50627}"/>
          </ac:grpSpMkLst>
        </pc:grpChg>
        <pc:graphicFrameChg chg="add mod modGraphic">
          <ac:chgData name="Venkatesh Patil" userId="d9f36aa470552ec6" providerId="LiveId" clId="{934A67C8-6075-4AD0-8B8A-4E5348463E88}" dt="2024-02-17T23:54:30.560" v="5993" actId="164"/>
          <ac:graphicFrameMkLst>
            <pc:docMk/>
            <pc:sldMk cId="2405102728" sldId="1336"/>
            <ac:graphicFrameMk id="9" creationId="{4AFDE7AA-C527-70A2-F13E-4AAD0882F4A5}"/>
          </ac:graphicFrameMkLst>
        </pc:graphicFrameChg>
      </pc:sldChg>
      <pc:sldChg chg="delSp modSp add del mod">
        <pc:chgData name="Venkatesh Patil" userId="d9f36aa470552ec6" providerId="LiveId" clId="{934A67C8-6075-4AD0-8B8A-4E5348463E88}" dt="2024-02-17T22:29:12.628" v="4077" actId="47"/>
        <pc:sldMkLst>
          <pc:docMk/>
          <pc:sldMk cId="2731556956" sldId="1336"/>
        </pc:sldMkLst>
        <pc:spChg chg="mod">
          <ac:chgData name="Venkatesh Patil" userId="d9f36aa470552ec6" providerId="LiveId" clId="{934A67C8-6075-4AD0-8B8A-4E5348463E88}" dt="2024-02-17T22:22:45.098" v="4053" actId="20577"/>
          <ac:spMkLst>
            <pc:docMk/>
            <pc:sldMk cId="2731556956" sldId="1336"/>
            <ac:spMk id="2" creationId="{B124FAD0-EA2B-BC6D-5BB2-84BAB6205D25}"/>
          </ac:spMkLst>
        </pc:spChg>
        <pc:picChg chg="del">
          <ac:chgData name="Venkatesh Patil" userId="d9f36aa470552ec6" providerId="LiveId" clId="{934A67C8-6075-4AD0-8B8A-4E5348463E88}" dt="2024-02-17T22:22:47.217" v="4054" actId="478"/>
          <ac:picMkLst>
            <pc:docMk/>
            <pc:sldMk cId="2731556956" sldId="1336"/>
            <ac:picMk id="12" creationId="{3E8B920C-E96C-81F4-DC53-2B87D7B581C6}"/>
          </ac:picMkLst>
        </pc:picChg>
      </pc:sldChg>
      <pc:sldChg chg="addSp delSp modSp add mod ord modAnim">
        <pc:chgData name="Venkatesh Patil" userId="d9f36aa470552ec6" providerId="LiveId" clId="{934A67C8-6075-4AD0-8B8A-4E5348463E88}" dt="2024-02-20T18:33:45.678" v="20324" actId="14100"/>
        <pc:sldMkLst>
          <pc:docMk/>
          <pc:sldMk cId="646220427" sldId="1337"/>
        </pc:sldMkLst>
        <pc:spChg chg="mod">
          <ac:chgData name="Venkatesh Patil" userId="d9f36aa470552ec6" providerId="LiveId" clId="{934A67C8-6075-4AD0-8B8A-4E5348463E88}" dt="2024-02-18T04:16:29.663" v="7537" actId="20577"/>
          <ac:spMkLst>
            <pc:docMk/>
            <pc:sldMk cId="646220427" sldId="1337"/>
            <ac:spMk id="2" creationId="{6999B522-07FB-9A33-65C0-C7E56913E3BA}"/>
          </ac:spMkLst>
        </pc:spChg>
        <pc:spChg chg="add mod">
          <ac:chgData name="Venkatesh Patil" userId="d9f36aa470552ec6" providerId="LiveId" clId="{934A67C8-6075-4AD0-8B8A-4E5348463E88}" dt="2024-02-20T18:33:45.678" v="20324" actId="14100"/>
          <ac:spMkLst>
            <pc:docMk/>
            <pc:sldMk cId="646220427" sldId="1337"/>
            <ac:spMk id="3" creationId="{C710EAF3-BA94-3A46-31E8-276C0E378628}"/>
          </ac:spMkLst>
        </pc:spChg>
        <pc:spChg chg="del">
          <ac:chgData name="Venkatesh Patil" userId="d9f36aa470552ec6" providerId="LiveId" clId="{934A67C8-6075-4AD0-8B8A-4E5348463E88}" dt="2024-02-17T23:27:19.057" v="5417" actId="478"/>
          <ac:spMkLst>
            <pc:docMk/>
            <pc:sldMk cId="646220427" sldId="1337"/>
            <ac:spMk id="10" creationId="{15584EB8-4F07-04FE-76C4-24F39942050A}"/>
          </ac:spMkLst>
        </pc:spChg>
        <pc:spChg chg="del">
          <ac:chgData name="Venkatesh Patil" userId="d9f36aa470552ec6" providerId="LiveId" clId="{934A67C8-6075-4AD0-8B8A-4E5348463E88}" dt="2024-02-17T23:27:09.852" v="5415" actId="478"/>
          <ac:spMkLst>
            <pc:docMk/>
            <pc:sldMk cId="646220427" sldId="1337"/>
            <ac:spMk id="11" creationId="{D581827D-53EA-4CCC-E32A-40D9EC4C9822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12" creationId="{9C4CB5AB-B967-6BAB-BF91-7B4BF5B5F668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13" creationId="{A055725D-F02D-7C7B-9BD6-765288638B08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14" creationId="{C44ADAA1-C4B2-38B1-3DE8-E223CB9F434F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15" creationId="{A910A404-E0E3-6A35-2418-4B4F35CAD266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16" creationId="{89913BBE-A412-D468-5A07-BCE9F9847D0B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17" creationId="{BED5595E-F81B-1CBC-4D19-ECDBDD9BFCC3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19" creationId="{B7DBB5D1-A5C5-87CA-1358-C36A727D4CDC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20" creationId="{76F518B0-8944-A501-CA64-EE6C620113F8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21" creationId="{07EEA11C-058F-3528-9752-827ACEB62667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23" creationId="{1459CCE2-01DB-098C-9DC5-67607B27C612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24" creationId="{7B14D4B7-2234-CF7F-E118-9E43777514C8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28" creationId="{1A309261-E178-8612-67C3-9E59DCE90665}"/>
          </ac:spMkLst>
        </pc:spChg>
        <pc:spChg chg="mod">
          <ac:chgData name="Venkatesh Patil" userId="d9f36aa470552ec6" providerId="LiveId" clId="{934A67C8-6075-4AD0-8B8A-4E5348463E88}" dt="2024-02-17T23:35:13.463" v="5824"/>
          <ac:spMkLst>
            <pc:docMk/>
            <pc:sldMk cId="646220427" sldId="1337"/>
            <ac:spMk id="29" creationId="{12EA04D3-424C-C5E1-3E64-DA9EC232239E}"/>
          </ac:spMkLst>
        </pc:spChg>
        <pc:grpChg chg="add mod">
          <ac:chgData name="Venkatesh Patil" userId="d9f36aa470552ec6" providerId="LiveId" clId="{934A67C8-6075-4AD0-8B8A-4E5348463E88}" dt="2024-02-17T23:35:25.783" v="5826" actId="14100"/>
          <ac:grpSpMkLst>
            <pc:docMk/>
            <pc:sldMk cId="646220427" sldId="1337"/>
            <ac:grpSpMk id="8" creationId="{B9F39EA5-5AA8-1BFE-0CF1-273B426BD659}"/>
          </ac:grpSpMkLst>
        </pc:grpChg>
        <pc:graphicFrameChg chg="mod">
          <ac:chgData name="Venkatesh Patil" userId="d9f36aa470552ec6" providerId="LiveId" clId="{934A67C8-6075-4AD0-8B8A-4E5348463E88}" dt="2024-02-18T04:39:21.789" v="8459" actId="13926"/>
          <ac:graphicFrameMkLst>
            <pc:docMk/>
            <pc:sldMk cId="646220427" sldId="1337"/>
            <ac:graphicFrameMk id="9" creationId="{DEE753EA-B1F2-927E-A3DB-7F5B773CB08B}"/>
          </ac:graphicFrameMkLst>
        </pc:graphicFrameChg>
        <pc:picChg chg="add mod ord">
          <ac:chgData name="Venkatesh Patil" userId="d9f36aa470552ec6" providerId="LiveId" clId="{934A67C8-6075-4AD0-8B8A-4E5348463E88}" dt="2024-02-17T23:36:28.563" v="5830" actId="167"/>
          <ac:picMkLst>
            <pc:docMk/>
            <pc:sldMk cId="646220427" sldId="1337"/>
            <ac:picMk id="31" creationId="{AD3E8455-6451-189B-0B9D-DB5FE3CDB30F}"/>
          </ac:picMkLst>
        </pc:picChg>
        <pc:cxnChg chg="mod">
          <ac:chgData name="Venkatesh Patil" userId="d9f36aa470552ec6" providerId="LiveId" clId="{934A67C8-6075-4AD0-8B8A-4E5348463E88}" dt="2024-02-17T23:35:13.463" v="5824"/>
          <ac:cxnSpMkLst>
            <pc:docMk/>
            <pc:sldMk cId="646220427" sldId="1337"/>
            <ac:cxnSpMk id="18" creationId="{0D47D88F-DCE3-C546-6AD0-149A9E5B5931}"/>
          </ac:cxnSpMkLst>
        </pc:cxnChg>
        <pc:cxnChg chg="mod">
          <ac:chgData name="Venkatesh Patil" userId="d9f36aa470552ec6" providerId="LiveId" clId="{934A67C8-6075-4AD0-8B8A-4E5348463E88}" dt="2024-02-17T23:35:13.463" v="5824"/>
          <ac:cxnSpMkLst>
            <pc:docMk/>
            <pc:sldMk cId="646220427" sldId="1337"/>
            <ac:cxnSpMk id="22" creationId="{44E6A18A-9395-267D-E25B-868BAD18EE3A}"/>
          </ac:cxnSpMkLst>
        </pc:cxnChg>
        <pc:cxnChg chg="mod">
          <ac:chgData name="Venkatesh Patil" userId="d9f36aa470552ec6" providerId="LiveId" clId="{934A67C8-6075-4AD0-8B8A-4E5348463E88}" dt="2024-02-17T23:35:13.463" v="5824"/>
          <ac:cxnSpMkLst>
            <pc:docMk/>
            <pc:sldMk cId="646220427" sldId="1337"/>
            <ac:cxnSpMk id="25" creationId="{3B15F1E4-5423-E663-455B-70D03C088F9A}"/>
          </ac:cxnSpMkLst>
        </pc:cxnChg>
        <pc:cxnChg chg="mod">
          <ac:chgData name="Venkatesh Patil" userId="d9f36aa470552ec6" providerId="LiveId" clId="{934A67C8-6075-4AD0-8B8A-4E5348463E88}" dt="2024-02-17T23:35:13.463" v="5824"/>
          <ac:cxnSpMkLst>
            <pc:docMk/>
            <pc:sldMk cId="646220427" sldId="1337"/>
            <ac:cxnSpMk id="26" creationId="{73189FE6-276E-BEAD-F246-CD03E9DBCC3A}"/>
          </ac:cxnSpMkLst>
        </pc:cxnChg>
        <pc:cxnChg chg="mod">
          <ac:chgData name="Venkatesh Patil" userId="d9f36aa470552ec6" providerId="LiveId" clId="{934A67C8-6075-4AD0-8B8A-4E5348463E88}" dt="2024-02-17T23:35:13.463" v="5824"/>
          <ac:cxnSpMkLst>
            <pc:docMk/>
            <pc:sldMk cId="646220427" sldId="1337"/>
            <ac:cxnSpMk id="27" creationId="{96DC50B5-EDAD-0415-8852-96017900AB92}"/>
          </ac:cxnSpMkLst>
        </pc:cxnChg>
      </pc:sldChg>
      <pc:sldChg chg="addSp delSp modSp add del mod addAnim delAnim modAnim">
        <pc:chgData name="Venkatesh Patil" userId="d9f36aa470552ec6" providerId="LiveId" clId="{934A67C8-6075-4AD0-8B8A-4E5348463E88}" dt="2024-02-19T22:14:04.500" v="18319" actId="47"/>
        <pc:sldMkLst>
          <pc:docMk/>
          <pc:sldMk cId="2851861470" sldId="1338"/>
        </pc:sldMkLst>
        <pc:spChg chg="add del mod">
          <ac:chgData name="Venkatesh Patil" userId="d9f36aa470552ec6" providerId="LiveId" clId="{934A67C8-6075-4AD0-8B8A-4E5348463E88}" dt="2024-02-18T01:06:15.770" v="6592" actId="27636"/>
          <ac:spMkLst>
            <pc:docMk/>
            <pc:sldMk cId="2851861470" sldId="1338"/>
            <ac:spMk id="3" creationId="{A6216CFC-BCB6-3457-04B8-68F256BD97A2}"/>
          </ac:spMkLst>
        </pc:spChg>
        <pc:spChg chg="add del mod">
          <ac:chgData name="Venkatesh Patil" userId="d9f36aa470552ec6" providerId="LiveId" clId="{934A67C8-6075-4AD0-8B8A-4E5348463E88}" dt="2024-02-17T23:38:52.409" v="5846" actId="478"/>
          <ac:spMkLst>
            <pc:docMk/>
            <pc:sldMk cId="2851861470" sldId="1338"/>
            <ac:spMk id="10" creationId="{FDB78687-3E56-5575-C8E3-53B5FE7C4B51}"/>
          </ac:spMkLst>
        </pc:spChg>
        <pc:spChg chg="add mod">
          <ac:chgData name="Venkatesh Patil" userId="d9f36aa470552ec6" providerId="LiveId" clId="{934A67C8-6075-4AD0-8B8A-4E5348463E88}" dt="2024-02-17T23:45:56.647" v="5938" actId="14100"/>
          <ac:spMkLst>
            <pc:docMk/>
            <pc:sldMk cId="2851861470" sldId="1338"/>
            <ac:spMk id="11" creationId="{0FC93384-4E6E-2374-B943-E1E785DF7CC5}"/>
          </ac:spMkLst>
        </pc:spChg>
        <pc:spChg chg="add mod">
          <ac:chgData name="Venkatesh Patil" userId="d9f36aa470552ec6" providerId="LiveId" clId="{934A67C8-6075-4AD0-8B8A-4E5348463E88}" dt="2024-02-17T23:45:21.867" v="5927" actId="1076"/>
          <ac:spMkLst>
            <pc:docMk/>
            <pc:sldMk cId="2851861470" sldId="1338"/>
            <ac:spMk id="12" creationId="{080EE2AE-B06D-4A16-AF68-A00920058513}"/>
          </ac:spMkLst>
        </pc:spChg>
        <pc:spChg chg="add mod">
          <ac:chgData name="Venkatesh Patil" userId="d9f36aa470552ec6" providerId="LiveId" clId="{934A67C8-6075-4AD0-8B8A-4E5348463E88}" dt="2024-02-17T23:44:25.467" v="5905" actId="14100"/>
          <ac:spMkLst>
            <pc:docMk/>
            <pc:sldMk cId="2851861470" sldId="1338"/>
            <ac:spMk id="13" creationId="{44E8939E-FF1E-D2A9-A26C-F7497E486D72}"/>
          </ac:spMkLst>
        </pc:spChg>
        <pc:spChg chg="add mod">
          <ac:chgData name="Venkatesh Patil" userId="d9f36aa470552ec6" providerId="LiveId" clId="{934A67C8-6075-4AD0-8B8A-4E5348463E88}" dt="2024-02-17T23:44:28.043" v="5906" actId="14100"/>
          <ac:spMkLst>
            <pc:docMk/>
            <pc:sldMk cId="2851861470" sldId="1338"/>
            <ac:spMk id="14" creationId="{656CCB1E-B55F-7039-66AD-70897CF293CB}"/>
          </ac:spMkLst>
        </pc:spChg>
        <pc:spChg chg="add mod">
          <ac:chgData name="Venkatesh Patil" userId="d9f36aa470552ec6" providerId="LiveId" clId="{934A67C8-6075-4AD0-8B8A-4E5348463E88}" dt="2024-02-17T23:44:30.612" v="5907" actId="1076"/>
          <ac:spMkLst>
            <pc:docMk/>
            <pc:sldMk cId="2851861470" sldId="1338"/>
            <ac:spMk id="15" creationId="{DAE1BBA4-74C9-D66A-A53C-DB697E03E582}"/>
          </ac:spMkLst>
        </pc:spChg>
        <pc:spChg chg="add mod">
          <ac:chgData name="Venkatesh Patil" userId="d9f36aa470552ec6" providerId="LiveId" clId="{934A67C8-6075-4AD0-8B8A-4E5348463E88}" dt="2024-02-17T23:47:01.444" v="5964" actId="1076"/>
          <ac:spMkLst>
            <pc:docMk/>
            <pc:sldMk cId="2851861470" sldId="1338"/>
            <ac:spMk id="16" creationId="{980EACDC-1186-A208-291A-BF96D9E3641A}"/>
          </ac:spMkLst>
        </pc:spChg>
        <pc:spChg chg="add mod">
          <ac:chgData name="Venkatesh Patil" userId="d9f36aa470552ec6" providerId="LiveId" clId="{934A67C8-6075-4AD0-8B8A-4E5348463E88}" dt="2024-02-17T23:45:15.599" v="5924" actId="1076"/>
          <ac:spMkLst>
            <pc:docMk/>
            <pc:sldMk cId="2851861470" sldId="1338"/>
            <ac:spMk id="17" creationId="{4F3EE845-9931-FB09-B3DE-EE965BC896A0}"/>
          </ac:spMkLst>
        </pc:spChg>
        <pc:spChg chg="add mod">
          <ac:chgData name="Venkatesh Patil" userId="d9f36aa470552ec6" providerId="LiveId" clId="{934A67C8-6075-4AD0-8B8A-4E5348463E88}" dt="2024-02-17T23:45:52.440" v="5937" actId="14100"/>
          <ac:spMkLst>
            <pc:docMk/>
            <pc:sldMk cId="2851861470" sldId="1338"/>
            <ac:spMk id="18" creationId="{302C141C-3C60-EB1B-94D7-39A4DBF77685}"/>
          </ac:spMkLst>
        </pc:spChg>
        <pc:spChg chg="add mod ord">
          <ac:chgData name="Venkatesh Patil" userId="d9f36aa470552ec6" providerId="LiveId" clId="{934A67C8-6075-4AD0-8B8A-4E5348463E88}" dt="2024-02-17T23:46:12.776" v="5942" actId="14100"/>
          <ac:spMkLst>
            <pc:docMk/>
            <pc:sldMk cId="2851861470" sldId="1338"/>
            <ac:spMk id="19" creationId="{9174C339-5BF5-2BAD-DCA0-CC52A0AA8740}"/>
          </ac:spMkLst>
        </pc:spChg>
        <pc:spChg chg="add mod">
          <ac:chgData name="Venkatesh Patil" userId="d9f36aa470552ec6" providerId="LiveId" clId="{934A67C8-6075-4AD0-8B8A-4E5348463E88}" dt="2024-02-17T23:46:38.897" v="5953" actId="14100"/>
          <ac:spMkLst>
            <pc:docMk/>
            <pc:sldMk cId="2851861470" sldId="1338"/>
            <ac:spMk id="20" creationId="{905A8AEF-9828-CD85-018B-B922B313532D}"/>
          </ac:spMkLst>
        </pc:spChg>
        <pc:spChg chg="add mod">
          <ac:chgData name="Venkatesh Patil" userId="d9f36aa470552ec6" providerId="LiveId" clId="{934A67C8-6075-4AD0-8B8A-4E5348463E88}" dt="2024-02-17T23:47:20.483" v="5976" actId="1076"/>
          <ac:spMkLst>
            <pc:docMk/>
            <pc:sldMk cId="2851861470" sldId="1338"/>
            <ac:spMk id="21" creationId="{18207CCA-0A51-9242-9C5A-BF6F67FFBADE}"/>
          </ac:spMkLst>
        </pc:spChg>
        <pc:spChg chg="add del mod">
          <ac:chgData name="Venkatesh Patil" userId="d9f36aa470552ec6" providerId="LiveId" clId="{934A67C8-6075-4AD0-8B8A-4E5348463E88}" dt="2024-02-18T01:05:56.491" v="6590" actId="478"/>
          <ac:spMkLst>
            <pc:docMk/>
            <pc:sldMk cId="2851861470" sldId="1338"/>
            <ac:spMk id="23" creationId="{72802150-7F48-11A2-56A2-C18A91C01DB0}"/>
          </ac:spMkLst>
        </pc:spChg>
        <pc:picChg chg="del">
          <ac:chgData name="Venkatesh Patil" userId="d9f36aa470552ec6" providerId="LiveId" clId="{934A67C8-6075-4AD0-8B8A-4E5348463E88}" dt="2024-02-17T23:39:05.726" v="5847" actId="478"/>
          <ac:picMkLst>
            <pc:docMk/>
            <pc:sldMk cId="2851861470" sldId="1338"/>
            <ac:picMk id="31" creationId="{B1777D31-8493-B58C-867D-B145D380C77C}"/>
          </ac:picMkLst>
        </pc:picChg>
      </pc:sldChg>
      <pc:sldChg chg="addSp delSp modSp add mod delAnim">
        <pc:chgData name="Venkatesh Patil" userId="d9f36aa470552ec6" providerId="LiveId" clId="{934A67C8-6075-4AD0-8B8A-4E5348463E88}" dt="2024-02-18T03:07:44.934" v="7328" actId="164"/>
        <pc:sldMkLst>
          <pc:docMk/>
          <pc:sldMk cId="2720690196" sldId="1339"/>
        </pc:sldMkLst>
        <pc:spChg chg="mod">
          <ac:chgData name="Venkatesh Patil" userId="d9f36aa470552ec6" providerId="LiveId" clId="{934A67C8-6075-4AD0-8B8A-4E5348463E88}" dt="2024-02-18T02:18:42.565" v="6619" actId="20577"/>
          <ac:spMkLst>
            <pc:docMk/>
            <pc:sldMk cId="2720690196" sldId="1339"/>
            <ac:spMk id="2" creationId="{52AD9B88-90EF-EEFA-3452-735746A4B166}"/>
          </ac:spMkLst>
        </pc:spChg>
        <pc:spChg chg="del">
          <ac:chgData name="Venkatesh Patil" userId="d9f36aa470552ec6" providerId="LiveId" clId="{934A67C8-6075-4AD0-8B8A-4E5348463E88}" dt="2024-02-18T02:18:54.172" v="6624" actId="478"/>
          <ac:spMkLst>
            <pc:docMk/>
            <pc:sldMk cId="2720690196" sldId="1339"/>
            <ac:spMk id="3" creationId="{99D039C5-4FB7-5F65-2E96-EEDBC884E12C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8" creationId="{91B8E937-5B5F-FAAA-B25C-559B47E1CD36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10" creationId="{D3161F2E-B72D-E30F-42A8-B5A7DB8CB99F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1" creationId="{2A86BA80-93E1-3246-645C-EF395EAEEB3B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2" creationId="{7330EA5C-5D9C-9FCD-143C-6DAEDB6FF1F6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3" creationId="{60D478D0-A620-0C87-1DE3-78D36153E8C1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4" creationId="{B7F58D55-9D9B-3132-1F2B-918A247D8D00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5" creationId="{523167AB-93EB-B2DB-3BFA-7151F189F7E5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6" creationId="{75CFE877-9E87-CE3E-90B0-2F30F19E96C0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7" creationId="{7E509CAC-E221-DE5D-99C6-167A90B3CA4F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18" creationId="{F8CD03F3-382D-0D0D-456A-5C6A4AA8E7F7}"/>
          </ac:spMkLst>
        </pc:spChg>
        <pc:spChg chg="del">
          <ac:chgData name="Venkatesh Patil" userId="d9f36aa470552ec6" providerId="LiveId" clId="{934A67C8-6075-4AD0-8B8A-4E5348463E88}" dt="2024-02-18T02:18:49.695" v="6622" actId="478"/>
          <ac:spMkLst>
            <pc:docMk/>
            <pc:sldMk cId="2720690196" sldId="1339"/>
            <ac:spMk id="19" creationId="{7D62E680-8051-17DC-8B96-7309D829813D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20" creationId="{9133C50E-4819-5E86-551D-902644866BD6}"/>
          </ac:spMkLst>
        </pc:spChg>
        <pc:spChg chg="del">
          <ac:chgData name="Venkatesh Patil" userId="d9f36aa470552ec6" providerId="LiveId" clId="{934A67C8-6075-4AD0-8B8A-4E5348463E88}" dt="2024-02-18T02:18:52.185" v="6623" actId="478"/>
          <ac:spMkLst>
            <pc:docMk/>
            <pc:sldMk cId="2720690196" sldId="1339"/>
            <ac:spMk id="21" creationId="{F2D082BB-53DB-1406-8CC9-3FAE31E3C47C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2" creationId="{5352D949-CE07-7322-D15F-A2E6AFBCE56B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3" creationId="{6C8329D1-C6C1-48B0-D927-B006C4242613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4" creationId="{6AEC64FD-E1F2-5229-9A1B-A81A64C36B0F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5" creationId="{C5A0AD9F-8938-4B0E-E0CE-9D14ADAF29EC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6" creationId="{D04F2698-16F5-2B19-393E-70361683E20E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7" creationId="{7859F7CD-AED0-CD9C-CB76-AE4E2DB4644C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8" creationId="{82BAC7F6-44BF-18B1-32C1-804300584A51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29" creationId="{01FA5867-F1FA-7AE8-4BEF-2F785F6EA8C5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43" creationId="{CDDFC9AB-2190-D899-8C39-7CC1C63F03EA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44" creationId="{8D4CB690-F355-3BF1-888F-5009B6BCC0E3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45" creationId="{246E165B-B741-D361-5CE4-DE5D9F41D465}"/>
          </ac:spMkLst>
        </pc:spChg>
        <pc:spChg chg="add mod">
          <ac:chgData name="Venkatesh Patil" userId="d9f36aa470552ec6" providerId="LiveId" clId="{934A67C8-6075-4AD0-8B8A-4E5348463E88}" dt="2024-02-18T02:29:27.500" v="6724" actId="164"/>
          <ac:spMkLst>
            <pc:docMk/>
            <pc:sldMk cId="2720690196" sldId="1339"/>
            <ac:spMk id="46" creationId="{A55402A4-8A31-4627-948B-B9FD580B57AE}"/>
          </ac:spMkLst>
        </pc:spChg>
        <pc:spChg chg="add mod">
          <ac:chgData name="Venkatesh Patil" userId="d9f36aa470552ec6" providerId="LiveId" clId="{934A67C8-6075-4AD0-8B8A-4E5348463E88}" dt="2024-02-18T02:31:15.047" v="6759" actId="255"/>
          <ac:spMkLst>
            <pc:docMk/>
            <pc:sldMk cId="2720690196" sldId="1339"/>
            <ac:spMk id="47" creationId="{B4BED555-23FA-CA85-7835-1F64196AFC36}"/>
          </ac:spMkLst>
        </pc:spChg>
        <pc:spChg chg="add mod">
          <ac:chgData name="Venkatesh Patil" userId="d9f36aa470552ec6" providerId="LiveId" clId="{934A67C8-6075-4AD0-8B8A-4E5348463E88}" dt="2024-02-18T02:29:32.427" v="6725" actId="164"/>
          <ac:spMkLst>
            <pc:docMk/>
            <pc:sldMk cId="2720690196" sldId="1339"/>
            <ac:spMk id="48" creationId="{AEDA59A7-7268-9491-7084-84E934B8AE97}"/>
          </ac:spMkLst>
        </pc:spChg>
        <pc:spChg chg="add mod">
          <ac:chgData name="Venkatesh Patil" userId="d9f36aa470552ec6" providerId="LiveId" clId="{934A67C8-6075-4AD0-8B8A-4E5348463E88}" dt="2024-02-18T02:31:07.843" v="6758" actId="255"/>
          <ac:spMkLst>
            <pc:docMk/>
            <pc:sldMk cId="2720690196" sldId="1339"/>
            <ac:spMk id="49" creationId="{D3387E80-DEC2-80CB-F5F1-44D0DDEC02EA}"/>
          </ac:spMkLst>
        </pc:spChg>
        <pc:spChg chg="add mod">
          <ac:chgData name="Venkatesh Patil" userId="d9f36aa470552ec6" providerId="LiveId" clId="{934A67C8-6075-4AD0-8B8A-4E5348463E88}" dt="2024-02-18T02:30:45.517" v="6754" actId="164"/>
          <ac:spMkLst>
            <pc:docMk/>
            <pc:sldMk cId="2720690196" sldId="1339"/>
            <ac:spMk id="52" creationId="{B066FA58-347B-BC39-A189-BE9605B406E3}"/>
          </ac:spMkLst>
        </pc:spChg>
        <pc:spChg chg="add mod">
          <ac:chgData name="Venkatesh Patil" userId="d9f36aa470552ec6" providerId="LiveId" clId="{934A67C8-6075-4AD0-8B8A-4E5348463E88}" dt="2024-02-18T02:31:21.312" v="6760" actId="255"/>
          <ac:spMkLst>
            <pc:docMk/>
            <pc:sldMk cId="2720690196" sldId="1339"/>
            <ac:spMk id="53" creationId="{6E4C1C54-BEC5-0EB1-4FBA-2C827D0D5EB3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55" creationId="{8F2350B9-5C51-8850-CFA0-9375910AD032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56" creationId="{D3521480-4E39-7F31-4CA5-C6C439B867D3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57" creationId="{928E2BCB-1ED9-6A16-DF36-0DD340CF74E6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58" creationId="{13D3E5ED-B5F4-FA62-C223-22FA46655DE5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59" creationId="{58A8B1AA-7F96-9416-C4BD-54518526735C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0" creationId="{B86AE802-6E7A-F481-6787-A30623097663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1" creationId="{56CE4A73-48A2-A1CA-8CC3-B692F9B86FFA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2" creationId="{3733CF60-EE71-FAAD-CF39-8B9FC3F1E049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3" creationId="{0CBBCC4C-3128-96FD-20A5-B1E565AB7FEB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4" creationId="{CA2F5DA5-3256-F1C6-9EC0-B45830E73023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5" creationId="{76F57C12-83F6-5450-CD13-7D32D2495E6C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6" creationId="{E462D0E0-91D3-32CF-D1BA-6C2FE5CF8614}"/>
          </ac:spMkLst>
        </pc:spChg>
        <pc:spChg chg="add del mod">
          <ac:chgData name="Venkatesh Patil" userId="d9f36aa470552ec6" providerId="LiveId" clId="{934A67C8-6075-4AD0-8B8A-4E5348463E88}" dt="2024-02-18T02:36:57.603" v="6930" actId="478"/>
          <ac:spMkLst>
            <pc:docMk/>
            <pc:sldMk cId="2720690196" sldId="1339"/>
            <ac:spMk id="67" creationId="{EFEB75F5-FCC6-924B-F5C5-C61BBF2B6508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68" creationId="{AE0CA814-5E56-BD85-0857-FC7A427C4F3C}"/>
          </ac:spMkLst>
        </pc:spChg>
        <pc:spChg chg="add del mod">
          <ac:chgData name="Venkatesh Patil" userId="d9f36aa470552ec6" providerId="LiveId" clId="{934A67C8-6075-4AD0-8B8A-4E5348463E88}" dt="2024-02-18T02:38:25.046" v="6940" actId="478"/>
          <ac:spMkLst>
            <pc:docMk/>
            <pc:sldMk cId="2720690196" sldId="1339"/>
            <ac:spMk id="71" creationId="{B8D45807-485A-3E1C-9C40-CB2EEA2E1BC7}"/>
          </ac:spMkLst>
        </pc:spChg>
        <pc:spChg chg="add del mod">
          <ac:chgData name="Venkatesh Patil" userId="d9f36aa470552ec6" providerId="LiveId" clId="{934A67C8-6075-4AD0-8B8A-4E5348463E88}" dt="2024-02-18T02:38:25.046" v="6940" actId="478"/>
          <ac:spMkLst>
            <pc:docMk/>
            <pc:sldMk cId="2720690196" sldId="1339"/>
            <ac:spMk id="72" creationId="{96A4365B-C7CB-7134-F50A-1DC5718B1DE4}"/>
          </ac:spMkLst>
        </pc:spChg>
        <pc:spChg chg="add mod">
          <ac:chgData name="Venkatesh Patil" userId="d9f36aa470552ec6" providerId="LiveId" clId="{934A67C8-6075-4AD0-8B8A-4E5348463E88}" dt="2024-02-18T03:07:44.934" v="7328" actId="164"/>
          <ac:spMkLst>
            <pc:docMk/>
            <pc:sldMk cId="2720690196" sldId="1339"/>
            <ac:spMk id="75" creationId="{937993D0-C96C-6CD2-78A2-F452C517D412}"/>
          </ac:spMkLst>
        </pc:spChg>
        <pc:grpChg chg="add mod">
          <ac:chgData name="Venkatesh Patil" userId="d9f36aa470552ec6" providerId="LiveId" clId="{934A67C8-6075-4AD0-8B8A-4E5348463E88}" dt="2024-02-18T02:29:27.500" v="6724" actId="164"/>
          <ac:grpSpMkLst>
            <pc:docMk/>
            <pc:sldMk cId="2720690196" sldId="1339"/>
            <ac:grpSpMk id="50" creationId="{E3ACE31C-3E7B-B92B-99FD-1125A0A1D406}"/>
          </ac:grpSpMkLst>
        </pc:grpChg>
        <pc:grpChg chg="add mod">
          <ac:chgData name="Venkatesh Patil" userId="d9f36aa470552ec6" providerId="LiveId" clId="{934A67C8-6075-4AD0-8B8A-4E5348463E88}" dt="2024-02-18T02:29:40.226" v="6726" actId="1076"/>
          <ac:grpSpMkLst>
            <pc:docMk/>
            <pc:sldMk cId="2720690196" sldId="1339"/>
            <ac:grpSpMk id="51" creationId="{8EBDA853-DB9F-0874-5296-0FCB4399F2F6}"/>
          </ac:grpSpMkLst>
        </pc:grpChg>
        <pc:grpChg chg="add mod">
          <ac:chgData name="Venkatesh Patil" userId="d9f36aa470552ec6" providerId="LiveId" clId="{934A67C8-6075-4AD0-8B8A-4E5348463E88}" dt="2024-02-18T02:31:26.842" v="6761" actId="1076"/>
          <ac:grpSpMkLst>
            <pc:docMk/>
            <pc:sldMk cId="2720690196" sldId="1339"/>
            <ac:grpSpMk id="54" creationId="{1794B51D-54A3-0257-2BE6-3A2446797B6A}"/>
          </ac:grpSpMkLst>
        </pc:grpChg>
        <pc:grpChg chg="add mod">
          <ac:chgData name="Venkatesh Patil" userId="d9f36aa470552ec6" providerId="LiveId" clId="{934A67C8-6075-4AD0-8B8A-4E5348463E88}" dt="2024-02-18T03:07:44.934" v="7328" actId="164"/>
          <ac:grpSpMkLst>
            <pc:docMk/>
            <pc:sldMk cId="2720690196" sldId="1339"/>
            <ac:grpSpMk id="81" creationId="{968B05AE-E6B5-5635-F5E5-435B0044ABAB}"/>
          </ac:grpSpMkLst>
        </pc:grpChg>
        <pc:graphicFrameChg chg="del mod">
          <ac:chgData name="Venkatesh Patil" userId="d9f36aa470552ec6" providerId="LiveId" clId="{934A67C8-6075-4AD0-8B8A-4E5348463E88}" dt="2024-02-18T02:18:48.464" v="6621" actId="478"/>
          <ac:graphicFrameMkLst>
            <pc:docMk/>
            <pc:sldMk cId="2720690196" sldId="1339"/>
            <ac:graphicFrameMk id="9" creationId="{7F97CD78-96AC-56AB-A5C3-493D6F48A470}"/>
          </ac:graphicFrameMkLst>
        </pc:graphicFrameChg>
        <pc:cxnChg chg="add mod">
          <ac:chgData name="Venkatesh Patil" userId="d9f36aa470552ec6" providerId="LiveId" clId="{934A67C8-6075-4AD0-8B8A-4E5348463E88}" dt="2024-02-18T03:07:44.934" v="7328" actId="164"/>
          <ac:cxnSpMkLst>
            <pc:docMk/>
            <pc:sldMk cId="2720690196" sldId="1339"/>
            <ac:cxnSpMk id="31" creationId="{93E4A996-B307-0025-C553-7A9B077514E6}"/>
          </ac:cxnSpMkLst>
        </pc:cxnChg>
        <pc:cxnChg chg="add mod">
          <ac:chgData name="Venkatesh Patil" userId="d9f36aa470552ec6" providerId="LiveId" clId="{934A67C8-6075-4AD0-8B8A-4E5348463E88}" dt="2024-02-18T03:07:44.934" v="7328" actId="164"/>
          <ac:cxnSpMkLst>
            <pc:docMk/>
            <pc:sldMk cId="2720690196" sldId="1339"/>
            <ac:cxnSpMk id="33" creationId="{6DB74AD4-3C5D-BE57-4072-73E46BD608EE}"/>
          </ac:cxnSpMkLst>
        </pc:cxnChg>
        <pc:cxnChg chg="add mod">
          <ac:chgData name="Venkatesh Patil" userId="d9f36aa470552ec6" providerId="LiveId" clId="{934A67C8-6075-4AD0-8B8A-4E5348463E88}" dt="2024-02-18T03:07:44.934" v="7328" actId="164"/>
          <ac:cxnSpMkLst>
            <pc:docMk/>
            <pc:sldMk cId="2720690196" sldId="1339"/>
            <ac:cxnSpMk id="35" creationId="{487E4CB5-AC3A-23B1-B8CA-8EEE44E63A1E}"/>
          </ac:cxnSpMkLst>
        </pc:cxnChg>
        <pc:cxnChg chg="add mod">
          <ac:chgData name="Venkatesh Patil" userId="d9f36aa470552ec6" providerId="LiveId" clId="{934A67C8-6075-4AD0-8B8A-4E5348463E88}" dt="2024-02-18T03:07:44.934" v="7328" actId="164"/>
          <ac:cxnSpMkLst>
            <pc:docMk/>
            <pc:sldMk cId="2720690196" sldId="1339"/>
            <ac:cxnSpMk id="38" creationId="{5CF7D720-4427-2CE4-71F8-392FC73CE761}"/>
          </ac:cxnSpMkLst>
        </pc:cxnChg>
        <pc:cxnChg chg="add mod">
          <ac:chgData name="Venkatesh Patil" userId="d9f36aa470552ec6" providerId="LiveId" clId="{934A67C8-6075-4AD0-8B8A-4E5348463E88}" dt="2024-02-18T03:07:44.934" v="7328" actId="164"/>
          <ac:cxnSpMkLst>
            <pc:docMk/>
            <pc:sldMk cId="2720690196" sldId="1339"/>
            <ac:cxnSpMk id="40" creationId="{293D9A46-C65F-7B64-0D6C-540CD0D54B7C}"/>
          </ac:cxnSpMkLst>
        </pc:cxnChg>
        <pc:cxnChg chg="add mod">
          <ac:chgData name="Venkatesh Patil" userId="d9f36aa470552ec6" providerId="LiveId" clId="{934A67C8-6075-4AD0-8B8A-4E5348463E88}" dt="2024-02-18T03:07:44.934" v="7328" actId="164"/>
          <ac:cxnSpMkLst>
            <pc:docMk/>
            <pc:sldMk cId="2720690196" sldId="1339"/>
            <ac:cxnSpMk id="69" creationId="{F6595CC3-809F-35FA-C916-5001539FAF4D}"/>
          </ac:cxnSpMkLst>
        </pc:cxnChg>
        <pc:cxnChg chg="add del mod">
          <ac:chgData name="Venkatesh Patil" userId="d9f36aa470552ec6" providerId="LiveId" clId="{934A67C8-6075-4AD0-8B8A-4E5348463E88}" dt="2024-02-18T02:38:25.046" v="6940" actId="478"/>
          <ac:cxnSpMkLst>
            <pc:docMk/>
            <pc:sldMk cId="2720690196" sldId="1339"/>
            <ac:cxnSpMk id="73" creationId="{0118DD5D-4E86-1577-F0EE-675725122316}"/>
          </ac:cxnSpMkLst>
        </pc:cxnChg>
        <pc:cxnChg chg="add mod">
          <ac:chgData name="Venkatesh Patil" userId="d9f36aa470552ec6" providerId="LiveId" clId="{934A67C8-6075-4AD0-8B8A-4E5348463E88}" dt="2024-02-18T03:07:44.934" v="7328" actId="164"/>
          <ac:cxnSpMkLst>
            <pc:docMk/>
            <pc:sldMk cId="2720690196" sldId="1339"/>
            <ac:cxnSpMk id="76" creationId="{4A67F4F8-3AA1-C3DA-72D5-AF35472F548F}"/>
          </ac:cxnSpMkLst>
        </pc:cxnChg>
      </pc:sldChg>
      <pc:sldChg chg="addSp delSp modSp add mod ord modAnim">
        <pc:chgData name="Venkatesh Patil" userId="d9f36aa470552ec6" providerId="LiveId" clId="{934A67C8-6075-4AD0-8B8A-4E5348463E88}" dt="2024-02-20T21:57:29.511" v="23001"/>
        <pc:sldMkLst>
          <pc:docMk/>
          <pc:sldMk cId="2277810903" sldId="1340"/>
        </pc:sldMkLst>
        <pc:spChg chg="mod">
          <ac:chgData name="Venkatesh Patil" userId="d9f36aa470552ec6" providerId="LiveId" clId="{934A67C8-6075-4AD0-8B8A-4E5348463E88}" dt="2024-02-18T02:52:34.748" v="6984" actId="20577"/>
          <ac:spMkLst>
            <pc:docMk/>
            <pc:sldMk cId="2277810903" sldId="1340"/>
            <ac:spMk id="2" creationId="{64D56C80-F145-A23C-76AF-7CF7089F1A78}"/>
          </ac:spMkLst>
        </pc:spChg>
        <pc:spChg chg="add mod ord">
          <ac:chgData name="Venkatesh Patil" userId="d9f36aa470552ec6" providerId="LiveId" clId="{934A67C8-6075-4AD0-8B8A-4E5348463E88}" dt="2024-02-18T05:10:22.488" v="9493" actId="27636"/>
          <ac:spMkLst>
            <pc:docMk/>
            <pc:sldMk cId="2277810903" sldId="1340"/>
            <ac:spMk id="3" creationId="{38824518-4052-6912-2883-F1154B6C526A}"/>
          </ac:spMkLst>
        </pc:spChg>
        <pc:spChg chg="add mod">
          <ac:chgData name="Venkatesh Patil" userId="d9f36aa470552ec6" providerId="LiveId" clId="{934A67C8-6075-4AD0-8B8A-4E5348463E88}" dt="2024-02-19T19:16:40.614" v="13052" actId="20577"/>
          <ac:spMkLst>
            <pc:docMk/>
            <pc:sldMk cId="2277810903" sldId="1340"/>
            <ac:spMk id="8" creationId="{9284FD52-8213-0F1E-6B85-496ADAB6F1FE}"/>
          </ac:spMkLst>
        </pc:spChg>
        <pc:spChg chg="del">
          <ac:chgData name="Venkatesh Patil" userId="d9f36aa470552ec6" providerId="LiveId" clId="{934A67C8-6075-4AD0-8B8A-4E5348463E88}" dt="2024-02-18T02:52:47.918" v="6985" actId="478"/>
          <ac:spMkLst>
            <pc:docMk/>
            <pc:sldMk cId="2277810903" sldId="1340"/>
            <ac:spMk id="8" creationId="{BA5838B0-12D7-82C7-3EC6-6C6A4C82DDEB}"/>
          </ac:spMkLst>
        </pc:spChg>
        <pc:spChg chg="del">
          <ac:chgData name="Venkatesh Patil" userId="d9f36aa470552ec6" providerId="LiveId" clId="{934A67C8-6075-4AD0-8B8A-4E5348463E88}" dt="2024-02-18T02:52:49.898" v="6986" actId="478"/>
          <ac:spMkLst>
            <pc:docMk/>
            <pc:sldMk cId="2277810903" sldId="1340"/>
            <ac:spMk id="10" creationId="{04EA98E9-849F-34B9-4907-217C310709A5}"/>
          </ac:spMkLst>
        </pc:spChg>
        <pc:spChg chg="add mod">
          <ac:chgData name="Venkatesh Patil" userId="d9f36aa470552ec6" providerId="LiveId" clId="{934A67C8-6075-4AD0-8B8A-4E5348463E88}" dt="2024-02-19T19:16:36.108" v="13051" actId="313"/>
          <ac:spMkLst>
            <pc:docMk/>
            <pc:sldMk cId="2277810903" sldId="1340"/>
            <ac:spMk id="10" creationId="{950EB370-2C90-06FA-F2AC-BC18382567C0}"/>
          </ac:spMkLst>
        </pc:spChg>
        <pc:spChg chg="mod">
          <ac:chgData name="Venkatesh Patil" userId="d9f36aa470552ec6" providerId="LiveId" clId="{934A67C8-6075-4AD0-8B8A-4E5348463E88}" dt="2024-02-18T03:00:06.110" v="7319"/>
          <ac:spMkLst>
            <pc:docMk/>
            <pc:sldMk cId="2277810903" sldId="1340"/>
            <ac:spMk id="11" creationId="{254FCA92-CE26-FF5B-7325-8DF06DCCC2B1}"/>
          </ac:spMkLst>
        </pc:spChg>
        <pc:spChg chg="mod">
          <ac:chgData name="Venkatesh Patil" userId="d9f36aa470552ec6" providerId="LiveId" clId="{934A67C8-6075-4AD0-8B8A-4E5348463E88}" dt="2024-02-18T05:07:33.988" v="9399" actId="1076"/>
          <ac:spMkLst>
            <pc:docMk/>
            <pc:sldMk cId="2277810903" sldId="1340"/>
            <ac:spMk id="12" creationId="{DAD85BD7-A056-E5F3-6C8C-9BF664313411}"/>
          </ac:spMkLst>
        </pc:spChg>
        <pc:spChg chg="mod">
          <ac:chgData name="Venkatesh Patil" userId="d9f36aa470552ec6" providerId="LiveId" clId="{934A67C8-6075-4AD0-8B8A-4E5348463E88}" dt="2024-02-18T03:00:13.322" v="7321"/>
          <ac:spMkLst>
            <pc:docMk/>
            <pc:sldMk cId="2277810903" sldId="1340"/>
            <ac:spMk id="14" creationId="{AE3AF02B-66B4-2D26-9C0B-B4069F91915D}"/>
          </ac:spMkLst>
        </pc:spChg>
        <pc:spChg chg="mod">
          <ac:chgData name="Venkatesh Patil" userId="d9f36aa470552ec6" providerId="LiveId" clId="{934A67C8-6075-4AD0-8B8A-4E5348463E88}" dt="2024-02-18T05:08:12.548" v="9414" actId="14100"/>
          <ac:spMkLst>
            <pc:docMk/>
            <pc:sldMk cId="2277810903" sldId="1340"/>
            <ac:spMk id="15" creationId="{5E667656-98EE-651F-B954-0BEB758B98D7}"/>
          </ac:spMkLst>
        </pc:spChg>
        <pc:spChg chg="mod">
          <ac:chgData name="Venkatesh Patil" userId="d9f36aa470552ec6" providerId="LiveId" clId="{934A67C8-6075-4AD0-8B8A-4E5348463E88}" dt="2024-02-18T03:00:21.543" v="7323"/>
          <ac:spMkLst>
            <pc:docMk/>
            <pc:sldMk cId="2277810903" sldId="1340"/>
            <ac:spMk id="17" creationId="{F5E7CE98-B5F5-BD19-2172-89303EC229ED}"/>
          </ac:spMkLst>
        </pc:spChg>
        <pc:spChg chg="mod">
          <ac:chgData name="Venkatesh Patil" userId="d9f36aa470552ec6" providerId="LiveId" clId="{934A67C8-6075-4AD0-8B8A-4E5348463E88}" dt="2024-02-18T03:00:21.543" v="7323"/>
          <ac:spMkLst>
            <pc:docMk/>
            <pc:sldMk cId="2277810903" sldId="1340"/>
            <ac:spMk id="18" creationId="{6A1BE854-0F7C-D62E-8E55-61B88CB2AB09}"/>
          </ac:spMkLst>
        </pc:spChg>
        <pc:spChg chg="add mod">
          <ac:chgData name="Venkatesh Patil" userId="d9f36aa470552ec6" providerId="LiveId" clId="{934A67C8-6075-4AD0-8B8A-4E5348463E88}" dt="2024-02-18T04:51:32.889" v="9018" actId="164"/>
          <ac:spMkLst>
            <pc:docMk/>
            <pc:sldMk cId="2277810903" sldId="1340"/>
            <ac:spMk id="19" creationId="{A3551422-0458-399B-5550-BA47CD7795AA}"/>
          </ac:spMkLst>
        </pc:spChg>
        <pc:spChg chg="add del mod">
          <ac:chgData name="Venkatesh Patil" userId="d9f36aa470552ec6" providerId="LiveId" clId="{934A67C8-6075-4AD0-8B8A-4E5348463E88}" dt="2024-02-18T04:56:21.399" v="9074" actId="478"/>
          <ac:spMkLst>
            <pc:docMk/>
            <pc:sldMk cId="2277810903" sldId="1340"/>
            <ac:spMk id="20" creationId="{0BD25E08-7DA7-4C07-3655-F7BCC73E6A06}"/>
          </ac:spMkLst>
        </pc:spChg>
        <pc:spChg chg="add mod">
          <ac:chgData name="Venkatesh Patil" userId="d9f36aa470552ec6" providerId="LiveId" clId="{934A67C8-6075-4AD0-8B8A-4E5348463E88}" dt="2024-02-19T19:16:30.873" v="13050" actId="14100"/>
          <ac:spMkLst>
            <pc:docMk/>
            <pc:sldMk cId="2277810903" sldId="1340"/>
            <ac:spMk id="20" creationId="{0F659414-2565-E0D7-413E-7BA50943876D}"/>
          </ac:spMkLst>
        </pc:spChg>
        <pc:spChg chg="add mod">
          <ac:chgData name="Venkatesh Patil" userId="d9f36aa470552ec6" providerId="LiveId" clId="{934A67C8-6075-4AD0-8B8A-4E5348463E88}" dt="2024-02-18T04:53:11.430" v="9042" actId="1076"/>
          <ac:spMkLst>
            <pc:docMk/>
            <pc:sldMk cId="2277810903" sldId="1340"/>
            <ac:spMk id="21" creationId="{2881BA1D-4406-EE1B-CA34-64D6E1A42A25}"/>
          </ac:spMkLst>
        </pc:spChg>
        <pc:spChg chg="del mod">
          <ac:chgData name="Venkatesh Patil" userId="d9f36aa470552ec6" providerId="LiveId" clId="{934A67C8-6075-4AD0-8B8A-4E5348463E88}" dt="2024-02-18T02:59:15.372" v="7298" actId="478"/>
          <ac:spMkLst>
            <pc:docMk/>
            <pc:sldMk cId="2277810903" sldId="1340"/>
            <ac:spMk id="22" creationId="{A2B9116F-CA94-7E8A-5B5F-3CFD44D867CC}"/>
          </ac:spMkLst>
        </pc:spChg>
        <pc:spChg chg="del mod">
          <ac:chgData name="Venkatesh Patil" userId="d9f36aa470552ec6" providerId="LiveId" clId="{934A67C8-6075-4AD0-8B8A-4E5348463E88}" dt="2024-02-18T02:59:16.401" v="7299" actId="478"/>
          <ac:spMkLst>
            <pc:docMk/>
            <pc:sldMk cId="2277810903" sldId="1340"/>
            <ac:spMk id="23" creationId="{D4A8FBD3-A4EA-2435-553F-82692DA07EBD}"/>
          </ac:spMkLst>
        </pc:spChg>
        <pc:spChg chg="del mod">
          <ac:chgData name="Venkatesh Patil" userId="d9f36aa470552ec6" providerId="LiveId" clId="{934A67C8-6075-4AD0-8B8A-4E5348463E88}" dt="2024-02-18T02:59:17.718" v="7300" actId="478"/>
          <ac:spMkLst>
            <pc:docMk/>
            <pc:sldMk cId="2277810903" sldId="1340"/>
            <ac:spMk id="24" creationId="{3FB6BC49-4F7D-D958-2426-0F5521CA549B}"/>
          </ac:spMkLst>
        </pc:spChg>
        <pc:spChg chg="del mod">
          <ac:chgData name="Venkatesh Patil" userId="d9f36aa470552ec6" providerId="LiveId" clId="{934A67C8-6075-4AD0-8B8A-4E5348463E88}" dt="2024-02-18T02:59:20.865" v="7301" actId="478"/>
          <ac:spMkLst>
            <pc:docMk/>
            <pc:sldMk cId="2277810903" sldId="1340"/>
            <ac:spMk id="25" creationId="{659D89B6-AC1C-26A2-0561-8ED1A2DE83C6}"/>
          </ac:spMkLst>
        </pc:spChg>
        <pc:spChg chg="del mod">
          <ac:chgData name="Venkatesh Patil" userId="d9f36aa470552ec6" providerId="LiveId" clId="{934A67C8-6075-4AD0-8B8A-4E5348463E88}" dt="2024-02-18T02:59:13.684" v="7297" actId="478"/>
          <ac:spMkLst>
            <pc:docMk/>
            <pc:sldMk cId="2277810903" sldId="1340"/>
            <ac:spMk id="26" creationId="{C180979A-2681-DF18-CB9D-3FDAF1E00E3D}"/>
          </ac:spMkLst>
        </pc:spChg>
        <pc:spChg chg="del mod">
          <ac:chgData name="Venkatesh Patil" userId="d9f36aa470552ec6" providerId="LiveId" clId="{934A67C8-6075-4AD0-8B8A-4E5348463E88}" dt="2024-02-18T02:59:25.567" v="7305" actId="478"/>
          <ac:spMkLst>
            <pc:docMk/>
            <pc:sldMk cId="2277810903" sldId="1340"/>
            <ac:spMk id="27" creationId="{1147BA92-2992-BF3E-BE50-4A1C4E253DD8}"/>
          </ac:spMkLst>
        </pc:spChg>
        <pc:spChg chg="del mod">
          <ac:chgData name="Venkatesh Patil" userId="d9f36aa470552ec6" providerId="LiveId" clId="{934A67C8-6075-4AD0-8B8A-4E5348463E88}" dt="2024-02-18T02:59:04.784" v="7293" actId="478"/>
          <ac:spMkLst>
            <pc:docMk/>
            <pc:sldMk cId="2277810903" sldId="1340"/>
            <ac:spMk id="28" creationId="{BC8154F2-0395-DEC1-480B-95E6971F0358}"/>
          </ac:spMkLst>
        </pc:spChg>
        <pc:spChg chg="del mod">
          <ac:chgData name="Venkatesh Patil" userId="d9f36aa470552ec6" providerId="LiveId" clId="{934A67C8-6075-4AD0-8B8A-4E5348463E88}" dt="2024-02-18T02:59:03.551" v="7292" actId="478"/>
          <ac:spMkLst>
            <pc:docMk/>
            <pc:sldMk cId="2277810903" sldId="1340"/>
            <ac:spMk id="29" creationId="{C6745925-0502-090E-8188-0F1181998CF8}"/>
          </ac:spMkLst>
        </pc:spChg>
        <pc:spChg chg="add mod">
          <ac:chgData name="Venkatesh Patil" userId="d9f36aa470552ec6" providerId="LiveId" clId="{934A67C8-6075-4AD0-8B8A-4E5348463E88}" dt="2024-02-18T04:53:57.751" v="9051" actId="164"/>
          <ac:spMkLst>
            <pc:docMk/>
            <pc:sldMk cId="2277810903" sldId="1340"/>
            <ac:spMk id="30" creationId="{FCD17127-C5BA-59E9-5DB3-71432E196B0A}"/>
          </ac:spMkLst>
        </pc:spChg>
        <pc:spChg chg="add del mod">
          <ac:chgData name="Venkatesh Patil" userId="d9f36aa470552ec6" providerId="LiveId" clId="{934A67C8-6075-4AD0-8B8A-4E5348463E88}" dt="2024-02-18T03:11:45.469" v="7341" actId="478"/>
          <ac:spMkLst>
            <pc:docMk/>
            <pc:sldMk cId="2277810903" sldId="1340"/>
            <ac:spMk id="32" creationId="{CD0F9F47-4A5B-B424-4ED1-C7FC2A9971CA}"/>
          </ac:spMkLst>
        </pc:spChg>
        <pc:spChg chg="add del mod">
          <ac:chgData name="Venkatesh Patil" userId="d9f36aa470552ec6" providerId="LiveId" clId="{934A67C8-6075-4AD0-8B8A-4E5348463E88}" dt="2024-02-18T04:54:41.400" v="9057" actId="478"/>
          <ac:spMkLst>
            <pc:docMk/>
            <pc:sldMk cId="2277810903" sldId="1340"/>
            <ac:spMk id="37" creationId="{77F353C0-B634-B6CF-3042-207DD4442B9C}"/>
          </ac:spMkLst>
        </pc:spChg>
        <pc:spChg chg="add del mod">
          <ac:chgData name="Venkatesh Patil" userId="d9f36aa470552ec6" providerId="LiveId" clId="{934A67C8-6075-4AD0-8B8A-4E5348463E88}" dt="2024-02-18T04:56:21.399" v="9074" actId="478"/>
          <ac:spMkLst>
            <pc:docMk/>
            <pc:sldMk cId="2277810903" sldId="1340"/>
            <ac:spMk id="39" creationId="{4C7D1AED-FA60-C72B-8168-DD6A8105276E}"/>
          </ac:spMkLst>
        </pc:spChg>
        <pc:spChg chg="add del mod">
          <ac:chgData name="Venkatesh Patil" userId="d9f36aa470552ec6" providerId="LiveId" clId="{934A67C8-6075-4AD0-8B8A-4E5348463E88}" dt="2024-02-18T04:56:21.399" v="9074" actId="478"/>
          <ac:spMkLst>
            <pc:docMk/>
            <pc:sldMk cId="2277810903" sldId="1340"/>
            <ac:spMk id="41" creationId="{6ED68063-9EFB-21A3-65DE-818657A2CEA2}"/>
          </ac:spMkLst>
        </pc:spChg>
        <pc:spChg chg="add del mod">
          <ac:chgData name="Venkatesh Patil" userId="d9f36aa470552ec6" providerId="LiveId" clId="{934A67C8-6075-4AD0-8B8A-4E5348463E88}" dt="2024-02-18T04:50:48.349" v="9010" actId="478"/>
          <ac:spMkLst>
            <pc:docMk/>
            <pc:sldMk cId="2277810903" sldId="1340"/>
            <ac:spMk id="42" creationId="{8175D494-56CF-0FDD-FCC7-903CA95E3D7A}"/>
          </ac:spMkLst>
        </pc:spChg>
        <pc:spChg chg="del mod">
          <ac:chgData name="Venkatesh Patil" userId="d9f36aa470552ec6" providerId="LiveId" clId="{934A67C8-6075-4AD0-8B8A-4E5348463E88}" dt="2024-02-18T02:59:24.128" v="7304" actId="478"/>
          <ac:spMkLst>
            <pc:docMk/>
            <pc:sldMk cId="2277810903" sldId="1340"/>
            <ac:spMk id="43" creationId="{C29F4CF8-2DBD-8D10-3026-13AC6803AF71}"/>
          </ac:spMkLst>
        </pc:spChg>
        <pc:spChg chg="del mod">
          <ac:chgData name="Venkatesh Patil" userId="d9f36aa470552ec6" providerId="LiveId" clId="{934A67C8-6075-4AD0-8B8A-4E5348463E88}" dt="2024-02-18T02:59:27.560" v="7307" actId="478"/>
          <ac:spMkLst>
            <pc:docMk/>
            <pc:sldMk cId="2277810903" sldId="1340"/>
            <ac:spMk id="44" creationId="{2C2CD8F3-DB6B-6278-7152-B1B36488F725}"/>
          </ac:spMkLst>
        </pc:spChg>
        <pc:spChg chg="del mod">
          <ac:chgData name="Venkatesh Patil" userId="d9f36aa470552ec6" providerId="LiveId" clId="{934A67C8-6075-4AD0-8B8A-4E5348463E88}" dt="2024-02-18T02:59:27.560" v="7307" actId="478"/>
          <ac:spMkLst>
            <pc:docMk/>
            <pc:sldMk cId="2277810903" sldId="1340"/>
            <ac:spMk id="45" creationId="{1ED13283-BBBF-3213-7131-2A66731BE5C5}"/>
          </ac:spMkLst>
        </pc:spChg>
        <pc:spChg chg="del mod">
          <ac:chgData name="Venkatesh Patil" userId="d9f36aa470552ec6" providerId="LiveId" clId="{934A67C8-6075-4AD0-8B8A-4E5348463E88}" dt="2024-02-18T02:59:46.487" v="7312" actId="478"/>
          <ac:spMkLst>
            <pc:docMk/>
            <pc:sldMk cId="2277810903" sldId="1340"/>
            <ac:spMk id="55" creationId="{D8175D65-F5E8-36A7-5253-221272FB1C2A}"/>
          </ac:spMkLst>
        </pc:spChg>
        <pc:spChg chg="del">
          <ac:chgData name="Venkatesh Patil" userId="d9f36aa470552ec6" providerId="LiveId" clId="{934A67C8-6075-4AD0-8B8A-4E5348463E88}" dt="2024-02-18T02:52:54.452" v="6988" actId="478"/>
          <ac:spMkLst>
            <pc:docMk/>
            <pc:sldMk cId="2277810903" sldId="1340"/>
            <ac:spMk id="56" creationId="{623D3AC0-7305-B0CD-7C3C-AAF54B248B0C}"/>
          </ac:spMkLst>
        </pc:spChg>
        <pc:spChg chg="del">
          <ac:chgData name="Venkatesh Patil" userId="d9f36aa470552ec6" providerId="LiveId" clId="{934A67C8-6075-4AD0-8B8A-4E5348463E88}" dt="2024-02-18T02:52:52.548" v="6987" actId="478"/>
          <ac:spMkLst>
            <pc:docMk/>
            <pc:sldMk cId="2277810903" sldId="1340"/>
            <ac:spMk id="57" creationId="{F534553E-8143-E451-D05A-68F68BDEEAAE}"/>
          </ac:spMkLst>
        </pc:spChg>
        <pc:spChg chg="del mod">
          <ac:chgData name="Venkatesh Patil" userId="d9f36aa470552ec6" providerId="LiveId" clId="{934A67C8-6075-4AD0-8B8A-4E5348463E88}" dt="2024-02-18T02:59:41.757" v="7309" actId="478"/>
          <ac:spMkLst>
            <pc:docMk/>
            <pc:sldMk cId="2277810903" sldId="1340"/>
            <ac:spMk id="58" creationId="{BC6F6107-71AC-4FFF-060F-6BCBCBC8AAA5}"/>
          </ac:spMkLst>
        </pc:spChg>
        <pc:spChg chg="del mod">
          <ac:chgData name="Venkatesh Patil" userId="d9f36aa470552ec6" providerId="LiveId" clId="{934A67C8-6075-4AD0-8B8A-4E5348463E88}" dt="2024-02-18T02:59:13.684" v="7297" actId="478"/>
          <ac:spMkLst>
            <pc:docMk/>
            <pc:sldMk cId="2277810903" sldId="1340"/>
            <ac:spMk id="59" creationId="{E7D21A65-7947-C00D-70AA-9FC813949C2B}"/>
          </ac:spMkLst>
        </pc:spChg>
        <pc:spChg chg="del mod">
          <ac:chgData name="Venkatesh Patil" userId="d9f36aa470552ec6" providerId="LiveId" clId="{934A67C8-6075-4AD0-8B8A-4E5348463E88}" dt="2024-02-18T02:59:43.687" v="7310" actId="478"/>
          <ac:spMkLst>
            <pc:docMk/>
            <pc:sldMk cId="2277810903" sldId="1340"/>
            <ac:spMk id="60" creationId="{5DABF887-C06C-549C-89B1-25A0614412CE}"/>
          </ac:spMkLst>
        </pc:spChg>
        <pc:spChg chg="del mod">
          <ac:chgData name="Venkatesh Patil" userId="d9f36aa470552ec6" providerId="LiveId" clId="{934A67C8-6075-4AD0-8B8A-4E5348463E88}" dt="2024-02-18T02:59:13.684" v="7297" actId="478"/>
          <ac:spMkLst>
            <pc:docMk/>
            <pc:sldMk cId="2277810903" sldId="1340"/>
            <ac:spMk id="61" creationId="{95578813-FAD3-E6C0-0FF7-8BDE7B32E972}"/>
          </ac:spMkLst>
        </pc:spChg>
        <pc:spChg chg="del mod">
          <ac:chgData name="Venkatesh Patil" userId="d9f36aa470552ec6" providerId="LiveId" clId="{934A67C8-6075-4AD0-8B8A-4E5348463E88}" dt="2024-02-18T02:59:54.008" v="7315" actId="478"/>
          <ac:spMkLst>
            <pc:docMk/>
            <pc:sldMk cId="2277810903" sldId="1340"/>
            <ac:spMk id="62" creationId="{BC2ADAD7-9AD0-4F65-31A3-E4235C5F5E90}"/>
          </ac:spMkLst>
        </pc:spChg>
        <pc:spChg chg="del mod">
          <ac:chgData name="Venkatesh Patil" userId="d9f36aa470552ec6" providerId="LiveId" clId="{934A67C8-6075-4AD0-8B8A-4E5348463E88}" dt="2024-02-18T02:59:48.296" v="7314" actId="478"/>
          <ac:spMkLst>
            <pc:docMk/>
            <pc:sldMk cId="2277810903" sldId="1340"/>
            <ac:spMk id="63" creationId="{5EC406DB-8257-D79B-6583-DFD56B1D5BBB}"/>
          </ac:spMkLst>
        </pc:spChg>
        <pc:spChg chg="del mod">
          <ac:chgData name="Venkatesh Patil" userId="d9f36aa470552ec6" providerId="LiveId" clId="{934A67C8-6075-4AD0-8B8A-4E5348463E88}" dt="2024-02-18T02:59:44.805" v="7311" actId="478"/>
          <ac:spMkLst>
            <pc:docMk/>
            <pc:sldMk cId="2277810903" sldId="1340"/>
            <ac:spMk id="64" creationId="{716F9A5B-9801-E72B-92EA-7ED7D1A448EA}"/>
          </ac:spMkLst>
        </pc:spChg>
        <pc:spChg chg="del mod">
          <ac:chgData name="Venkatesh Patil" userId="d9f36aa470552ec6" providerId="LiveId" clId="{934A67C8-6075-4AD0-8B8A-4E5348463E88}" dt="2024-02-18T02:59:59.157" v="7317" actId="478"/>
          <ac:spMkLst>
            <pc:docMk/>
            <pc:sldMk cId="2277810903" sldId="1340"/>
            <ac:spMk id="65" creationId="{A14715D1-B1C4-3EB7-9EE5-EE5FBA8E15C3}"/>
          </ac:spMkLst>
        </pc:spChg>
        <pc:spChg chg="del mod">
          <ac:chgData name="Venkatesh Patil" userId="d9f36aa470552ec6" providerId="LiveId" clId="{934A67C8-6075-4AD0-8B8A-4E5348463E88}" dt="2024-02-18T02:59:09.012" v="7296" actId="478"/>
          <ac:spMkLst>
            <pc:docMk/>
            <pc:sldMk cId="2277810903" sldId="1340"/>
            <ac:spMk id="66" creationId="{C5994A59-C484-E82F-92C7-F8176AA44D41}"/>
          </ac:spMkLst>
        </pc:spChg>
        <pc:spChg chg="add del mod">
          <ac:chgData name="Venkatesh Patil" userId="d9f36aa470552ec6" providerId="LiveId" clId="{934A67C8-6075-4AD0-8B8A-4E5348463E88}" dt="2024-02-18T04:50:46.270" v="9009" actId="478"/>
          <ac:spMkLst>
            <pc:docMk/>
            <pc:sldMk cId="2277810903" sldId="1340"/>
            <ac:spMk id="67" creationId="{FCA983FB-E2EA-B5B4-D777-1D79AE1F0243}"/>
          </ac:spMkLst>
        </pc:spChg>
        <pc:spChg chg="del mod">
          <ac:chgData name="Venkatesh Patil" userId="d9f36aa470552ec6" providerId="LiveId" clId="{934A67C8-6075-4AD0-8B8A-4E5348463E88}" dt="2024-02-18T02:59:22.234" v="7302" actId="478"/>
          <ac:spMkLst>
            <pc:docMk/>
            <pc:sldMk cId="2277810903" sldId="1340"/>
            <ac:spMk id="68" creationId="{B28C03BE-1DDC-F6B8-4E0D-152EFB560C77}"/>
          </ac:spMkLst>
        </pc:spChg>
        <pc:spChg chg="add del">
          <ac:chgData name="Venkatesh Patil" userId="d9f36aa470552ec6" providerId="LiveId" clId="{934A67C8-6075-4AD0-8B8A-4E5348463E88}" dt="2024-02-18T03:19:03.709" v="7484" actId="478"/>
          <ac:spMkLst>
            <pc:docMk/>
            <pc:sldMk cId="2277810903" sldId="1340"/>
            <ac:spMk id="70" creationId="{FF69EDF4-49E8-C780-D029-948D196504E5}"/>
          </ac:spMkLst>
        </pc:spChg>
        <pc:spChg chg="add mod">
          <ac:chgData name="Venkatesh Patil" userId="d9f36aa470552ec6" providerId="LiveId" clId="{934A67C8-6075-4AD0-8B8A-4E5348463E88}" dt="2024-02-18T04:51:32.889" v="9018" actId="164"/>
          <ac:spMkLst>
            <pc:docMk/>
            <pc:sldMk cId="2277810903" sldId="1340"/>
            <ac:spMk id="71" creationId="{40552BB1-CB55-11D6-5540-7B786482EE7F}"/>
          </ac:spMkLst>
        </pc:spChg>
        <pc:spChg chg="add mod">
          <ac:chgData name="Venkatesh Patil" userId="d9f36aa470552ec6" providerId="LiveId" clId="{934A67C8-6075-4AD0-8B8A-4E5348463E88}" dt="2024-02-18T04:51:32.889" v="9018" actId="164"/>
          <ac:spMkLst>
            <pc:docMk/>
            <pc:sldMk cId="2277810903" sldId="1340"/>
            <ac:spMk id="72" creationId="{3C061297-608E-7A1A-48E0-43A410ADCC72}"/>
          </ac:spMkLst>
        </pc:spChg>
        <pc:spChg chg="add mod">
          <ac:chgData name="Venkatesh Patil" userId="d9f36aa470552ec6" providerId="LiveId" clId="{934A67C8-6075-4AD0-8B8A-4E5348463E88}" dt="2024-02-18T04:53:57.751" v="9051" actId="164"/>
          <ac:spMkLst>
            <pc:docMk/>
            <pc:sldMk cId="2277810903" sldId="1340"/>
            <ac:spMk id="74" creationId="{7AE99345-FA53-1F53-1C28-D6C1C601E9AF}"/>
          </ac:spMkLst>
        </pc:spChg>
        <pc:spChg chg="del mod">
          <ac:chgData name="Venkatesh Patil" userId="d9f36aa470552ec6" providerId="LiveId" clId="{934A67C8-6075-4AD0-8B8A-4E5348463E88}" dt="2024-02-18T02:59:13.684" v="7297" actId="478"/>
          <ac:spMkLst>
            <pc:docMk/>
            <pc:sldMk cId="2277810903" sldId="1340"/>
            <ac:spMk id="75" creationId="{BA90229D-23CF-E832-6DE9-D10078CD2FCA}"/>
          </ac:spMkLst>
        </pc:spChg>
        <pc:spChg chg="add mod">
          <ac:chgData name="Venkatesh Patil" userId="d9f36aa470552ec6" providerId="LiveId" clId="{934A67C8-6075-4AD0-8B8A-4E5348463E88}" dt="2024-02-18T04:53:57.751" v="9051" actId="164"/>
          <ac:spMkLst>
            <pc:docMk/>
            <pc:sldMk cId="2277810903" sldId="1340"/>
            <ac:spMk id="77" creationId="{7F5B7791-5297-CE5D-D539-D0370B23EF1D}"/>
          </ac:spMkLst>
        </pc:spChg>
        <pc:spChg chg="add del mod">
          <ac:chgData name="Venkatesh Patil" userId="d9f36aa470552ec6" providerId="LiveId" clId="{934A67C8-6075-4AD0-8B8A-4E5348463E88}" dt="2024-02-18T04:52:41.963" v="9035" actId="478"/>
          <ac:spMkLst>
            <pc:docMk/>
            <pc:sldMk cId="2277810903" sldId="1340"/>
            <ac:spMk id="78" creationId="{70573544-FB5D-090D-3580-97E8EC976F05}"/>
          </ac:spMkLst>
        </pc:spChg>
        <pc:spChg chg="mod">
          <ac:chgData name="Venkatesh Patil" userId="d9f36aa470552ec6" providerId="LiveId" clId="{934A67C8-6075-4AD0-8B8A-4E5348463E88}" dt="2024-02-18T04:52:27.142" v="9030"/>
          <ac:spMkLst>
            <pc:docMk/>
            <pc:sldMk cId="2277810903" sldId="1340"/>
            <ac:spMk id="80" creationId="{F21B6247-C7C6-A7C6-A29A-4D083E0E9FA5}"/>
          </ac:spMkLst>
        </pc:spChg>
        <pc:spChg chg="mod">
          <ac:chgData name="Venkatesh Patil" userId="d9f36aa470552ec6" providerId="LiveId" clId="{934A67C8-6075-4AD0-8B8A-4E5348463E88}" dt="2024-02-18T04:52:27.142" v="9030"/>
          <ac:spMkLst>
            <pc:docMk/>
            <pc:sldMk cId="2277810903" sldId="1340"/>
            <ac:spMk id="81" creationId="{789D94F2-6708-B31B-FF0B-826C7BF09EC1}"/>
          </ac:spMkLst>
        </pc:spChg>
        <pc:spChg chg="mod">
          <ac:chgData name="Venkatesh Patil" userId="d9f36aa470552ec6" providerId="LiveId" clId="{934A67C8-6075-4AD0-8B8A-4E5348463E88}" dt="2024-02-18T04:52:27.142" v="9030"/>
          <ac:spMkLst>
            <pc:docMk/>
            <pc:sldMk cId="2277810903" sldId="1340"/>
            <ac:spMk id="82" creationId="{1D77C67E-0D52-DDA0-3EA6-6756F7E3826B}"/>
          </ac:spMkLst>
        </pc:spChg>
        <pc:spChg chg="add del mod">
          <ac:chgData name="Venkatesh Patil" userId="d9f36aa470552ec6" providerId="LiveId" clId="{934A67C8-6075-4AD0-8B8A-4E5348463E88}" dt="2024-02-18T04:52:41.174" v="9034" actId="478"/>
          <ac:spMkLst>
            <pc:docMk/>
            <pc:sldMk cId="2277810903" sldId="1340"/>
            <ac:spMk id="83" creationId="{8281ABCF-1167-B5EC-E247-DB91BCDEBCD2}"/>
          </ac:spMkLst>
        </pc:spChg>
        <pc:spChg chg="add del mod">
          <ac:chgData name="Venkatesh Patil" userId="d9f36aa470552ec6" providerId="LiveId" clId="{934A67C8-6075-4AD0-8B8A-4E5348463E88}" dt="2024-02-18T04:52:39.184" v="9033" actId="478"/>
          <ac:spMkLst>
            <pc:docMk/>
            <pc:sldMk cId="2277810903" sldId="1340"/>
            <ac:spMk id="84" creationId="{3CCD3DA7-44C1-2A45-20B6-BDEAE448ECF1}"/>
          </ac:spMkLst>
        </pc:spChg>
        <pc:spChg chg="add mod">
          <ac:chgData name="Venkatesh Patil" userId="d9f36aa470552ec6" providerId="LiveId" clId="{934A67C8-6075-4AD0-8B8A-4E5348463E88}" dt="2024-02-18T04:53:27.368" v="9045" actId="164"/>
          <ac:spMkLst>
            <pc:docMk/>
            <pc:sldMk cId="2277810903" sldId="1340"/>
            <ac:spMk id="85" creationId="{C71B49B8-4147-F386-4D01-524BC6C76723}"/>
          </ac:spMkLst>
        </pc:spChg>
        <pc:spChg chg="add mod">
          <ac:chgData name="Venkatesh Patil" userId="d9f36aa470552ec6" providerId="LiveId" clId="{934A67C8-6075-4AD0-8B8A-4E5348463E88}" dt="2024-02-18T04:53:27.368" v="9045" actId="164"/>
          <ac:spMkLst>
            <pc:docMk/>
            <pc:sldMk cId="2277810903" sldId="1340"/>
            <ac:spMk id="86" creationId="{6608DAFF-0F9C-69C6-44C7-113BCBCDDD51}"/>
          </ac:spMkLst>
        </pc:spChg>
        <pc:spChg chg="add del mod">
          <ac:chgData name="Venkatesh Patil" userId="d9f36aa470552ec6" providerId="LiveId" clId="{934A67C8-6075-4AD0-8B8A-4E5348463E88}" dt="2024-02-18T04:57:08.265" v="9078" actId="478"/>
          <ac:spMkLst>
            <pc:docMk/>
            <pc:sldMk cId="2277810903" sldId="1340"/>
            <ac:spMk id="96" creationId="{F3E44564-EEED-F652-54D1-F70928880B98}"/>
          </ac:spMkLst>
        </pc:spChg>
        <pc:spChg chg="add mod">
          <ac:chgData name="Venkatesh Patil" userId="d9f36aa470552ec6" providerId="LiveId" clId="{934A67C8-6075-4AD0-8B8A-4E5348463E88}" dt="2024-02-18T04:57:42.648" v="9091" actId="1037"/>
          <ac:spMkLst>
            <pc:docMk/>
            <pc:sldMk cId="2277810903" sldId="1340"/>
            <ac:spMk id="97" creationId="{05F8D2F0-E112-37DB-77AE-03A7D0CF1F73}"/>
          </ac:spMkLst>
        </pc:spChg>
        <pc:spChg chg="add mod">
          <ac:chgData name="Venkatesh Patil" userId="d9f36aa470552ec6" providerId="LiveId" clId="{934A67C8-6075-4AD0-8B8A-4E5348463E88}" dt="2024-02-18T04:57:58.127" v="9094" actId="17032"/>
          <ac:spMkLst>
            <pc:docMk/>
            <pc:sldMk cId="2277810903" sldId="1340"/>
            <ac:spMk id="98" creationId="{491CE9A6-0DFB-3C8E-E251-7E2D54CDD73F}"/>
          </ac:spMkLst>
        </pc:spChg>
        <pc:spChg chg="add mod">
          <ac:chgData name="Venkatesh Patil" userId="d9f36aa470552ec6" providerId="LiveId" clId="{934A67C8-6075-4AD0-8B8A-4E5348463E88}" dt="2024-02-19T19:16:20.983" v="13048" actId="14100"/>
          <ac:spMkLst>
            <pc:docMk/>
            <pc:sldMk cId="2277810903" sldId="1340"/>
            <ac:spMk id="99" creationId="{4F345992-8D69-DB3C-4ACF-804C8DA979B8}"/>
          </ac:spMkLst>
        </pc:spChg>
        <pc:spChg chg="add mod">
          <ac:chgData name="Venkatesh Patil" userId="d9f36aa470552ec6" providerId="LiveId" clId="{934A67C8-6075-4AD0-8B8A-4E5348463E88}" dt="2024-02-18T04:59:23.958" v="9141" actId="20577"/>
          <ac:spMkLst>
            <pc:docMk/>
            <pc:sldMk cId="2277810903" sldId="1340"/>
            <ac:spMk id="100" creationId="{8CEFBF14-D2C6-FDC1-E021-0B3653991378}"/>
          </ac:spMkLst>
        </pc:spChg>
        <pc:spChg chg="add mod">
          <ac:chgData name="Venkatesh Patil" userId="d9f36aa470552ec6" providerId="LiveId" clId="{934A67C8-6075-4AD0-8B8A-4E5348463E88}" dt="2024-02-18T05:01:20.767" v="9192" actId="20577"/>
          <ac:spMkLst>
            <pc:docMk/>
            <pc:sldMk cId="2277810903" sldId="1340"/>
            <ac:spMk id="101" creationId="{790458AD-8D9B-D3B6-9307-22471FA7AD9B}"/>
          </ac:spMkLst>
        </pc:spChg>
        <pc:spChg chg="add mod">
          <ac:chgData name="Venkatesh Patil" userId="d9f36aa470552ec6" providerId="LiveId" clId="{934A67C8-6075-4AD0-8B8A-4E5348463E88}" dt="2024-02-18T05:03:32.576" v="9235" actId="1076"/>
          <ac:spMkLst>
            <pc:docMk/>
            <pc:sldMk cId="2277810903" sldId="1340"/>
            <ac:spMk id="102" creationId="{5B795462-FE78-1052-DD54-9B8A19118CD4}"/>
          </ac:spMkLst>
        </pc:spChg>
        <pc:spChg chg="add mod">
          <ac:chgData name="Venkatesh Patil" userId="d9f36aa470552ec6" providerId="LiveId" clId="{934A67C8-6075-4AD0-8B8A-4E5348463E88}" dt="2024-02-18T05:05:08.708" v="9264" actId="1076"/>
          <ac:spMkLst>
            <pc:docMk/>
            <pc:sldMk cId="2277810903" sldId="1340"/>
            <ac:spMk id="103" creationId="{CC9E1689-3AFC-4BB2-9513-CAA1D5F2F6CA}"/>
          </ac:spMkLst>
        </pc:spChg>
        <pc:spChg chg="add mod">
          <ac:chgData name="Venkatesh Patil" userId="d9f36aa470552ec6" providerId="LiveId" clId="{934A67C8-6075-4AD0-8B8A-4E5348463E88}" dt="2024-02-18T05:04:14.858" v="9242" actId="164"/>
          <ac:spMkLst>
            <pc:docMk/>
            <pc:sldMk cId="2277810903" sldId="1340"/>
            <ac:spMk id="104" creationId="{4A4FA80B-4F4C-41C7-D8A1-18AFEC53DBCD}"/>
          </ac:spMkLst>
        </pc:spChg>
        <pc:spChg chg="mod">
          <ac:chgData name="Venkatesh Patil" userId="d9f36aa470552ec6" providerId="LiveId" clId="{934A67C8-6075-4AD0-8B8A-4E5348463E88}" dt="2024-02-18T05:05:12.168" v="9265"/>
          <ac:spMkLst>
            <pc:docMk/>
            <pc:sldMk cId="2277810903" sldId="1340"/>
            <ac:spMk id="110" creationId="{C10D257D-C998-4DE4-C7F1-ADC0C08D0D80}"/>
          </ac:spMkLst>
        </pc:spChg>
        <pc:spChg chg="mod">
          <ac:chgData name="Venkatesh Patil" userId="d9f36aa470552ec6" providerId="LiveId" clId="{934A67C8-6075-4AD0-8B8A-4E5348463E88}" dt="2024-02-18T05:05:12.168" v="9265"/>
          <ac:spMkLst>
            <pc:docMk/>
            <pc:sldMk cId="2277810903" sldId="1340"/>
            <ac:spMk id="111" creationId="{E20E78F2-6B0B-C028-5A3E-5ACA554E3F52}"/>
          </ac:spMkLst>
        </pc:spChg>
        <pc:grpChg chg="add mod">
          <ac:chgData name="Venkatesh Patil" userId="d9f36aa470552ec6" providerId="LiveId" clId="{934A67C8-6075-4AD0-8B8A-4E5348463E88}" dt="2024-02-18T05:08:24.628" v="9416" actId="164"/>
          <ac:grpSpMkLst>
            <pc:docMk/>
            <pc:sldMk cId="2277810903" sldId="1340"/>
            <ac:grpSpMk id="9" creationId="{A7378DFC-4E87-D18D-2B13-3D0C660783E7}"/>
          </ac:grpSpMkLst>
        </pc:grpChg>
        <pc:grpChg chg="add mod">
          <ac:chgData name="Venkatesh Patil" userId="d9f36aa470552ec6" providerId="LiveId" clId="{934A67C8-6075-4AD0-8B8A-4E5348463E88}" dt="2024-02-18T05:08:24.628" v="9416" actId="164"/>
          <ac:grpSpMkLst>
            <pc:docMk/>
            <pc:sldMk cId="2277810903" sldId="1340"/>
            <ac:grpSpMk id="13" creationId="{447E4962-B9E4-577F-ABFA-8EB6F5EA8FE0}"/>
          </ac:grpSpMkLst>
        </pc:grpChg>
        <pc:grpChg chg="add mod">
          <ac:chgData name="Venkatesh Patil" userId="d9f36aa470552ec6" providerId="LiveId" clId="{934A67C8-6075-4AD0-8B8A-4E5348463E88}" dt="2024-02-18T05:08:24.628" v="9416" actId="164"/>
          <ac:grpSpMkLst>
            <pc:docMk/>
            <pc:sldMk cId="2277810903" sldId="1340"/>
            <ac:grpSpMk id="16" creationId="{FB42D967-269D-1E5F-91AA-A4E732141E48}"/>
          </ac:grpSpMkLst>
        </pc:grpChg>
        <pc:grpChg chg="del">
          <ac:chgData name="Venkatesh Patil" userId="d9f36aa470552ec6" providerId="LiveId" clId="{934A67C8-6075-4AD0-8B8A-4E5348463E88}" dt="2024-02-18T03:01:12.684" v="7327" actId="478"/>
          <ac:grpSpMkLst>
            <pc:docMk/>
            <pc:sldMk cId="2277810903" sldId="1340"/>
            <ac:grpSpMk id="50" creationId="{8CCB38A7-8B7F-13B1-BDF3-8C1D84728D32}"/>
          </ac:grpSpMkLst>
        </pc:grpChg>
        <pc:grpChg chg="del">
          <ac:chgData name="Venkatesh Patil" userId="d9f36aa470552ec6" providerId="LiveId" clId="{934A67C8-6075-4AD0-8B8A-4E5348463E88}" dt="2024-02-18T03:01:11.895" v="7326" actId="478"/>
          <ac:grpSpMkLst>
            <pc:docMk/>
            <pc:sldMk cId="2277810903" sldId="1340"/>
            <ac:grpSpMk id="51" creationId="{B41AD793-3DA2-F513-A0A9-C62D81BE467F}"/>
          </ac:grpSpMkLst>
        </pc:grpChg>
        <pc:grpChg chg="del">
          <ac:chgData name="Venkatesh Patil" userId="d9f36aa470552ec6" providerId="LiveId" clId="{934A67C8-6075-4AD0-8B8A-4E5348463E88}" dt="2024-02-18T03:01:10.528" v="7325" actId="478"/>
          <ac:grpSpMkLst>
            <pc:docMk/>
            <pc:sldMk cId="2277810903" sldId="1340"/>
            <ac:grpSpMk id="54" creationId="{776B8F4C-869F-F727-D7F5-96669E5C4F79}"/>
          </ac:grpSpMkLst>
        </pc:grpChg>
        <pc:grpChg chg="add mod">
          <ac:chgData name="Venkatesh Patil" userId="d9f36aa470552ec6" providerId="LiveId" clId="{934A67C8-6075-4AD0-8B8A-4E5348463E88}" dt="2024-02-18T04:53:57.751" v="9051" actId="164"/>
          <ac:grpSpMkLst>
            <pc:docMk/>
            <pc:sldMk cId="2277810903" sldId="1340"/>
            <ac:grpSpMk id="73" creationId="{C30DCFAF-298C-7E02-F9F4-1A15F183029A}"/>
          </ac:grpSpMkLst>
        </pc:grpChg>
        <pc:grpChg chg="add mod">
          <ac:chgData name="Venkatesh Patil" userId="d9f36aa470552ec6" providerId="LiveId" clId="{934A67C8-6075-4AD0-8B8A-4E5348463E88}" dt="2024-02-18T04:53:27.368" v="9045" actId="164"/>
          <ac:grpSpMkLst>
            <pc:docMk/>
            <pc:sldMk cId="2277810903" sldId="1340"/>
            <ac:grpSpMk id="79" creationId="{1C40AFED-942A-C9C6-DEF5-48445A86CB43}"/>
          </ac:grpSpMkLst>
        </pc:grpChg>
        <pc:grpChg chg="add mod">
          <ac:chgData name="Venkatesh Patil" userId="d9f36aa470552ec6" providerId="LiveId" clId="{934A67C8-6075-4AD0-8B8A-4E5348463E88}" dt="2024-02-18T04:54:13.030" v="9053" actId="14100"/>
          <ac:grpSpMkLst>
            <pc:docMk/>
            <pc:sldMk cId="2277810903" sldId="1340"/>
            <ac:grpSpMk id="87" creationId="{1D4A43FB-E91B-629C-90AB-C17002E50016}"/>
          </ac:grpSpMkLst>
        </pc:grpChg>
        <pc:grpChg chg="add mod">
          <ac:chgData name="Venkatesh Patil" userId="d9f36aa470552ec6" providerId="LiveId" clId="{934A67C8-6075-4AD0-8B8A-4E5348463E88}" dt="2024-02-18T04:53:57.751" v="9051" actId="164"/>
          <ac:grpSpMkLst>
            <pc:docMk/>
            <pc:sldMk cId="2277810903" sldId="1340"/>
            <ac:grpSpMk id="88" creationId="{403BF541-C100-E001-3503-7C5402F5E0D2}"/>
          </ac:grpSpMkLst>
        </pc:grpChg>
        <pc:grpChg chg="add mod">
          <ac:chgData name="Venkatesh Patil" userId="d9f36aa470552ec6" providerId="LiveId" clId="{934A67C8-6075-4AD0-8B8A-4E5348463E88}" dt="2024-02-18T05:04:18.018" v="9243" actId="1076"/>
          <ac:grpSpMkLst>
            <pc:docMk/>
            <pc:sldMk cId="2277810903" sldId="1340"/>
            <ac:grpSpMk id="105" creationId="{D1D0B17C-243A-7616-32CA-66B73D7A51EE}"/>
          </ac:grpSpMkLst>
        </pc:grpChg>
        <pc:grpChg chg="add mod">
          <ac:chgData name="Venkatesh Patil" userId="d9f36aa470552ec6" providerId="LiveId" clId="{934A67C8-6075-4AD0-8B8A-4E5348463E88}" dt="2024-02-18T05:05:16.548" v="9266" actId="1076"/>
          <ac:grpSpMkLst>
            <pc:docMk/>
            <pc:sldMk cId="2277810903" sldId="1340"/>
            <ac:grpSpMk id="109" creationId="{5355D4C0-AA56-22C7-AE5B-BF0E9FC07CE8}"/>
          </ac:grpSpMkLst>
        </pc:grpChg>
        <pc:grpChg chg="add mod">
          <ac:chgData name="Venkatesh Patil" userId="d9f36aa470552ec6" providerId="LiveId" clId="{934A67C8-6075-4AD0-8B8A-4E5348463E88}" dt="2024-02-19T19:14:32.081" v="12970" actId="1076"/>
          <ac:grpSpMkLst>
            <pc:docMk/>
            <pc:sldMk cId="2277810903" sldId="1340"/>
            <ac:grpSpMk id="116" creationId="{717607F8-C348-3C00-5ED7-4D2D60C9D032}"/>
          </ac:grpSpMkLst>
        </pc:grpChg>
        <pc:picChg chg="mod">
          <ac:chgData name="Venkatesh Patil" userId="d9f36aa470552ec6" providerId="LiveId" clId="{934A67C8-6075-4AD0-8B8A-4E5348463E88}" dt="2024-02-18T04:53:18.363" v="9044" actId="1076"/>
          <ac:picMkLst>
            <pc:docMk/>
            <pc:sldMk cId="2277810903" sldId="1340"/>
            <ac:picMk id="6" creationId="{D19E5075-2757-814D-0AC7-82E4CB13AF17}"/>
          </ac:picMkLst>
        </pc:picChg>
        <pc:cxnChg chg="del mod">
          <ac:chgData name="Venkatesh Patil" userId="d9f36aa470552ec6" providerId="LiveId" clId="{934A67C8-6075-4AD0-8B8A-4E5348463E88}" dt="2024-02-18T02:59:23.117" v="7303" actId="478"/>
          <ac:cxnSpMkLst>
            <pc:docMk/>
            <pc:sldMk cId="2277810903" sldId="1340"/>
            <ac:cxnSpMk id="31" creationId="{388713D2-CE79-42CF-1FBF-10A4234CD3E6}"/>
          </ac:cxnSpMkLst>
        </pc:cxnChg>
        <pc:cxnChg chg="del mod">
          <ac:chgData name="Venkatesh Patil" userId="d9f36aa470552ec6" providerId="LiveId" clId="{934A67C8-6075-4AD0-8B8A-4E5348463E88}" dt="2024-02-18T02:59:54.766" v="7316" actId="478"/>
          <ac:cxnSpMkLst>
            <pc:docMk/>
            <pc:sldMk cId="2277810903" sldId="1340"/>
            <ac:cxnSpMk id="33" creationId="{E13B4780-ED15-E0C0-C5C8-E0024114373F}"/>
          </ac:cxnSpMkLst>
        </pc:cxnChg>
        <pc:cxnChg chg="del mod">
          <ac:chgData name="Venkatesh Patil" userId="d9f36aa470552ec6" providerId="LiveId" clId="{934A67C8-6075-4AD0-8B8A-4E5348463E88}" dt="2024-02-18T02:59:13.684" v="7297" actId="478"/>
          <ac:cxnSpMkLst>
            <pc:docMk/>
            <pc:sldMk cId="2277810903" sldId="1340"/>
            <ac:cxnSpMk id="35" creationId="{B18FFA5C-6169-F407-4010-8D3E6C60201B}"/>
          </ac:cxnSpMkLst>
        </pc:cxnChg>
        <pc:cxnChg chg="add del mod">
          <ac:chgData name="Venkatesh Patil" userId="d9f36aa470552ec6" providerId="LiveId" clId="{934A67C8-6075-4AD0-8B8A-4E5348463E88}" dt="2024-02-18T03:11:52.592" v="7343" actId="478"/>
          <ac:cxnSpMkLst>
            <pc:docMk/>
            <pc:sldMk cId="2277810903" sldId="1340"/>
            <ac:cxnSpMk id="36" creationId="{E3F9CE06-AB8D-8D6D-42C0-A8DA44A071FA}"/>
          </ac:cxnSpMkLst>
        </pc:cxnChg>
        <pc:cxnChg chg="del mod">
          <ac:chgData name="Venkatesh Patil" userId="d9f36aa470552ec6" providerId="LiveId" clId="{934A67C8-6075-4AD0-8B8A-4E5348463E88}" dt="2024-02-18T02:59:59.977" v="7318" actId="478"/>
          <ac:cxnSpMkLst>
            <pc:docMk/>
            <pc:sldMk cId="2277810903" sldId="1340"/>
            <ac:cxnSpMk id="38" creationId="{B19467CE-0B15-CD28-4719-686895DA252E}"/>
          </ac:cxnSpMkLst>
        </pc:cxnChg>
        <pc:cxnChg chg="del mod">
          <ac:chgData name="Venkatesh Patil" userId="d9f36aa470552ec6" providerId="LiveId" clId="{934A67C8-6075-4AD0-8B8A-4E5348463E88}" dt="2024-02-18T02:59:05.677" v="7294" actId="478"/>
          <ac:cxnSpMkLst>
            <pc:docMk/>
            <pc:sldMk cId="2277810903" sldId="1340"/>
            <ac:cxnSpMk id="40" creationId="{66702E18-0925-0BB8-1917-CCABB62EC267}"/>
          </ac:cxnSpMkLst>
        </pc:cxnChg>
        <pc:cxnChg chg="del mod">
          <ac:chgData name="Venkatesh Patil" userId="d9f36aa470552ec6" providerId="LiveId" clId="{934A67C8-6075-4AD0-8B8A-4E5348463E88}" dt="2024-02-18T02:59:26.236" v="7306" actId="478"/>
          <ac:cxnSpMkLst>
            <pc:docMk/>
            <pc:sldMk cId="2277810903" sldId="1340"/>
            <ac:cxnSpMk id="69" creationId="{F1A8BCC3-FF29-1E54-DDFA-1873CC32C487}"/>
          </ac:cxnSpMkLst>
        </pc:cxnChg>
        <pc:cxnChg chg="del mod">
          <ac:chgData name="Venkatesh Patil" userId="d9f36aa470552ec6" providerId="LiveId" clId="{934A67C8-6075-4AD0-8B8A-4E5348463E88}" dt="2024-02-18T02:59:13.684" v="7297" actId="478"/>
          <ac:cxnSpMkLst>
            <pc:docMk/>
            <pc:sldMk cId="2277810903" sldId="1340"/>
            <ac:cxnSpMk id="76" creationId="{F3239C58-2EC7-8C09-4568-31DB1AD60FE8}"/>
          </ac:cxnSpMkLst>
        </pc:cxnChg>
        <pc:cxnChg chg="add mod">
          <ac:chgData name="Venkatesh Patil" userId="d9f36aa470552ec6" providerId="LiveId" clId="{934A67C8-6075-4AD0-8B8A-4E5348463E88}" dt="2024-02-18T04:55:04.618" v="9060" actId="1076"/>
          <ac:cxnSpMkLst>
            <pc:docMk/>
            <pc:sldMk cId="2277810903" sldId="1340"/>
            <ac:cxnSpMk id="90" creationId="{DE736999-89D0-777A-B23C-5F96B2D73CD0}"/>
          </ac:cxnSpMkLst>
        </pc:cxnChg>
        <pc:cxnChg chg="add mod">
          <ac:chgData name="Venkatesh Patil" userId="d9f36aa470552ec6" providerId="LiveId" clId="{934A67C8-6075-4AD0-8B8A-4E5348463E88}" dt="2024-02-18T04:55:13.428" v="9062" actId="1076"/>
          <ac:cxnSpMkLst>
            <pc:docMk/>
            <pc:sldMk cId="2277810903" sldId="1340"/>
            <ac:cxnSpMk id="91" creationId="{A58E450D-CB81-AD8F-A046-59FA75F3C974}"/>
          </ac:cxnSpMkLst>
        </pc:cxnChg>
        <pc:cxnChg chg="add mod">
          <ac:chgData name="Venkatesh Patil" userId="d9f36aa470552ec6" providerId="LiveId" clId="{934A67C8-6075-4AD0-8B8A-4E5348463E88}" dt="2024-02-18T04:55:38.484" v="9065" actId="1582"/>
          <ac:cxnSpMkLst>
            <pc:docMk/>
            <pc:sldMk cId="2277810903" sldId="1340"/>
            <ac:cxnSpMk id="92" creationId="{E2B8E576-7421-0078-D374-A9C616F31062}"/>
          </ac:cxnSpMkLst>
        </pc:cxnChg>
        <pc:cxnChg chg="add mod">
          <ac:chgData name="Venkatesh Patil" userId="d9f36aa470552ec6" providerId="LiveId" clId="{934A67C8-6075-4AD0-8B8A-4E5348463E88}" dt="2024-02-18T04:56:11.733" v="9071" actId="1076"/>
          <ac:cxnSpMkLst>
            <pc:docMk/>
            <pc:sldMk cId="2277810903" sldId="1340"/>
            <ac:cxnSpMk id="93" creationId="{8F93796A-E1F9-D929-5A49-4E28E1B66F16}"/>
          </ac:cxnSpMkLst>
        </pc:cxnChg>
        <pc:cxnChg chg="add mod">
          <ac:chgData name="Venkatesh Patil" userId="d9f36aa470552ec6" providerId="LiveId" clId="{934A67C8-6075-4AD0-8B8A-4E5348463E88}" dt="2024-02-18T04:56:17.634" v="9073" actId="1076"/>
          <ac:cxnSpMkLst>
            <pc:docMk/>
            <pc:sldMk cId="2277810903" sldId="1340"/>
            <ac:cxnSpMk id="95" creationId="{CA06B819-D83A-98FE-4FBD-DF2BB16340E8}"/>
          </ac:cxnSpMkLst>
        </pc:cxnChg>
        <pc:cxnChg chg="add mod">
          <ac:chgData name="Venkatesh Patil" userId="d9f36aa470552ec6" providerId="LiveId" clId="{934A67C8-6075-4AD0-8B8A-4E5348463E88}" dt="2024-02-18T05:04:52.771" v="9262" actId="1035"/>
          <ac:cxnSpMkLst>
            <pc:docMk/>
            <pc:sldMk cId="2277810903" sldId="1340"/>
            <ac:cxnSpMk id="106" creationId="{583B13F5-C6DC-DACB-3CF9-41B3EA71599D}"/>
          </ac:cxnSpMkLst>
        </pc:cxnChg>
        <pc:cxnChg chg="add mod">
          <ac:chgData name="Venkatesh Patil" userId="d9f36aa470552ec6" providerId="LiveId" clId="{934A67C8-6075-4AD0-8B8A-4E5348463E88}" dt="2024-02-18T05:05:55.989" v="9271" actId="14100"/>
          <ac:cxnSpMkLst>
            <pc:docMk/>
            <pc:sldMk cId="2277810903" sldId="1340"/>
            <ac:cxnSpMk id="112" creationId="{0CC25CCC-BF99-6986-849F-B06BA34A9DFD}"/>
          </ac:cxnSpMkLst>
        </pc:cxnChg>
        <pc:cxnChg chg="add del">
          <ac:chgData name="Venkatesh Patil" userId="d9f36aa470552ec6" providerId="LiveId" clId="{934A67C8-6075-4AD0-8B8A-4E5348463E88}" dt="2024-02-18T05:05:48.288" v="9270" actId="478"/>
          <ac:cxnSpMkLst>
            <pc:docMk/>
            <pc:sldMk cId="2277810903" sldId="1340"/>
            <ac:cxnSpMk id="114" creationId="{31982EC5-4D9D-C580-37C3-E2B8973115F3}"/>
          </ac:cxnSpMkLst>
        </pc:cxnChg>
      </pc:sldChg>
      <pc:sldChg chg="addSp delSp modSp add del mod modAnim modNotesTx">
        <pc:chgData name="Venkatesh Patil" userId="d9f36aa470552ec6" providerId="LiveId" clId="{934A67C8-6075-4AD0-8B8A-4E5348463E88}" dt="2024-02-19T22:14:02.376" v="18318" actId="47"/>
        <pc:sldMkLst>
          <pc:docMk/>
          <pc:sldMk cId="3719429764" sldId="1341"/>
        </pc:sldMkLst>
        <pc:spChg chg="mod">
          <ac:chgData name="Venkatesh Patil" userId="d9f36aa470552ec6" providerId="LiveId" clId="{934A67C8-6075-4AD0-8B8A-4E5348463E88}" dt="2024-02-18T04:34:32.786" v="8289" actId="27636"/>
          <ac:spMkLst>
            <pc:docMk/>
            <pc:sldMk cId="3719429764" sldId="1341"/>
            <ac:spMk id="3" creationId="{CDB50616-E0E8-8202-DC16-FA57C4AE90DE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8" creationId="{C90605A9-C0B0-43D2-7D00-162D0B1BA98F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10" creationId="{40E1F93E-783A-7D0F-53B3-F0A16A907387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11" creationId="{43D0FADE-1881-3F5B-7FB5-862DE1348ED3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12" creationId="{7E098AFA-27E1-C100-4865-5DD9B02B1723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13" creationId="{AD1B65A6-3CCD-FC85-A293-8DA645CCCD5F}"/>
          </ac:spMkLst>
        </pc:spChg>
        <pc:spChg chg="add mod">
          <ac:chgData name="Venkatesh Patil" userId="d9f36aa470552ec6" providerId="LiveId" clId="{934A67C8-6075-4AD0-8B8A-4E5348463E88}" dt="2024-02-18T04:40:05.844" v="8470" actId="20577"/>
          <ac:spMkLst>
            <pc:docMk/>
            <pc:sldMk cId="3719429764" sldId="1341"/>
            <ac:spMk id="14" creationId="{6405346A-6A11-2442-EF49-AB8AF2A3995B}"/>
          </ac:spMkLst>
        </pc:spChg>
        <pc:spChg chg="add mod">
          <ac:chgData name="Venkatesh Patil" userId="d9f36aa470552ec6" providerId="LiveId" clId="{934A67C8-6075-4AD0-8B8A-4E5348463E88}" dt="2024-02-18T04:40:11.879" v="8482" actId="20577"/>
          <ac:spMkLst>
            <pc:docMk/>
            <pc:sldMk cId="3719429764" sldId="1341"/>
            <ac:spMk id="15" creationId="{F3735E3A-7825-AA4C-11AC-10DA5A9AF8F2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16" creationId="{3812649B-A789-0246-4213-986058540507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17" creationId="{92019F01-3AAD-7D26-C330-51195276CD9F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18" creationId="{1853FB18-9E53-63AC-26B6-288F0B4931A1}"/>
          </ac:spMkLst>
        </pc:spChg>
        <pc:spChg chg="add mod">
          <ac:chgData name="Venkatesh Patil" userId="d9f36aa470552ec6" providerId="LiveId" clId="{934A67C8-6075-4AD0-8B8A-4E5348463E88}" dt="2024-02-18T04:35:56.001" v="8297" actId="164"/>
          <ac:spMkLst>
            <pc:docMk/>
            <pc:sldMk cId="3719429764" sldId="1341"/>
            <ac:spMk id="19" creationId="{F60E34B9-52E4-AE0F-D09B-D44B9712E747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20" creationId="{A7637EF9-116E-FA8E-EB2D-6746C47C874A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21" creationId="{7CEA431B-57F4-DE16-7558-FEB3510CD771}"/>
          </ac:spMkLst>
        </pc:spChg>
        <pc:spChg chg="add mod">
          <ac:chgData name="Venkatesh Patil" userId="d9f36aa470552ec6" providerId="LiveId" clId="{934A67C8-6075-4AD0-8B8A-4E5348463E88}" dt="2024-02-18T04:35:26.806" v="8293" actId="1076"/>
          <ac:spMkLst>
            <pc:docMk/>
            <pc:sldMk cId="3719429764" sldId="1341"/>
            <ac:spMk id="22" creationId="{9DABEFF2-99F5-BA35-0EEB-60ED5606EA3E}"/>
          </ac:spMkLst>
        </pc:spChg>
        <pc:spChg chg="add mod">
          <ac:chgData name="Venkatesh Patil" userId="d9f36aa470552ec6" providerId="LiveId" clId="{934A67C8-6075-4AD0-8B8A-4E5348463E88}" dt="2024-02-18T04:35:10.667" v="8291" actId="164"/>
          <ac:spMkLst>
            <pc:docMk/>
            <pc:sldMk cId="3719429764" sldId="1341"/>
            <ac:spMk id="23" creationId="{88655C89-C913-EB28-7E1D-437B62B4767B}"/>
          </ac:spMkLst>
        </pc:spChg>
        <pc:spChg chg="add mod">
          <ac:chgData name="Venkatesh Patil" userId="d9f36aa470552ec6" providerId="LiveId" clId="{934A67C8-6075-4AD0-8B8A-4E5348463E88}" dt="2024-02-18T04:37:23.610" v="8395" actId="113"/>
          <ac:spMkLst>
            <pc:docMk/>
            <pc:sldMk cId="3719429764" sldId="1341"/>
            <ac:spMk id="26" creationId="{8D91D25F-D7DA-5798-807B-2F0942623916}"/>
          </ac:spMkLst>
        </pc:spChg>
        <pc:spChg chg="add mod">
          <ac:chgData name="Venkatesh Patil" userId="d9f36aa470552ec6" providerId="LiveId" clId="{934A67C8-6075-4AD0-8B8A-4E5348463E88}" dt="2024-02-18T04:38:55.722" v="8457" actId="14100"/>
          <ac:spMkLst>
            <pc:docMk/>
            <pc:sldMk cId="3719429764" sldId="1341"/>
            <ac:spMk id="27" creationId="{3DDBD32E-73D5-846C-25C6-9E04FF2E9E3D}"/>
          </ac:spMkLst>
        </pc:spChg>
        <pc:grpChg chg="add mod">
          <ac:chgData name="Venkatesh Patil" userId="d9f36aa470552ec6" providerId="LiveId" clId="{934A67C8-6075-4AD0-8B8A-4E5348463E88}" dt="2024-02-18T04:35:56.001" v="8297" actId="164"/>
          <ac:grpSpMkLst>
            <pc:docMk/>
            <pc:sldMk cId="3719429764" sldId="1341"/>
            <ac:grpSpMk id="24" creationId="{5562B230-1484-1EE6-EE2B-1006471558C7}"/>
          </ac:grpSpMkLst>
        </pc:grpChg>
        <pc:grpChg chg="add mod">
          <ac:chgData name="Venkatesh Patil" userId="d9f36aa470552ec6" providerId="LiveId" clId="{934A67C8-6075-4AD0-8B8A-4E5348463E88}" dt="2024-02-18T04:35:56.001" v="8297" actId="164"/>
          <ac:grpSpMkLst>
            <pc:docMk/>
            <pc:sldMk cId="3719429764" sldId="1341"/>
            <ac:grpSpMk id="25" creationId="{9E2B0FB0-0C89-59AF-1327-4E72915F087F}"/>
          </ac:grpSpMkLst>
        </pc:grpChg>
        <pc:graphicFrameChg chg="mod">
          <ac:chgData name="Venkatesh Patil" userId="d9f36aa470552ec6" providerId="LiveId" clId="{934A67C8-6075-4AD0-8B8A-4E5348463E88}" dt="2024-02-18T04:39:11.804" v="8458" actId="13926"/>
          <ac:graphicFrameMkLst>
            <pc:docMk/>
            <pc:sldMk cId="3719429764" sldId="1341"/>
            <ac:graphicFrameMk id="9" creationId="{248E78DF-100B-79B5-75B7-32C4B7969F1A}"/>
          </ac:graphicFrameMkLst>
        </pc:graphicFrameChg>
        <pc:picChg chg="del">
          <ac:chgData name="Venkatesh Patil" userId="d9f36aa470552ec6" providerId="LiveId" clId="{934A67C8-6075-4AD0-8B8A-4E5348463E88}" dt="2024-02-18T04:20:28.331" v="7823" actId="478"/>
          <ac:picMkLst>
            <pc:docMk/>
            <pc:sldMk cId="3719429764" sldId="1341"/>
            <ac:picMk id="31" creationId="{1ABC1DA6-EFC5-1929-5A9F-F5996926BBBE}"/>
          </ac:picMkLst>
        </pc:picChg>
      </pc:sldChg>
      <pc:sldChg chg="addSp delSp modSp add mod ord delAnim modAnim modNotesTx">
        <pc:chgData name="Venkatesh Patil" userId="d9f36aa470552ec6" providerId="LiveId" clId="{934A67C8-6075-4AD0-8B8A-4E5348463E88}" dt="2024-02-20T20:30:38.622" v="21673" actId="6549"/>
        <pc:sldMkLst>
          <pc:docMk/>
          <pc:sldMk cId="2831793990" sldId="1342"/>
        </pc:sldMkLst>
        <pc:spChg chg="mod">
          <ac:chgData name="Venkatesh Patil" userId="d9f36aa470552ec6" providerId="LiveId" clId="{934A67C8-6075-4AD0-8B8A-4E5348463E88}" dt="2024-02-20T19:55:38.262" v="20821" actId="20577"/>
          <ac:spMkLst>
            <pc:docMk/>
            <pc:sldMk cId="2831793990" sldId="1342"/>
            <ac:spMk id="2" creationId="{F4E8F8B5-A663-834A-06C2-C27CA5218818}"/>
          </ac:spMkLst>
        </pc:spChg>
        <pc:spChg chg="mod">
          <ac:chgData name="Venkatesh Patil" userId="d9f36aa470552ec6" providerId="LiveId" clId="{934A67C8-6075-4AD0-8B8A-4E5348463E88}" dt="2024-02-20T20:30:31.041" v="21672" actId="20577"/>
          <ac:spMkLst>
            <pc:docMk/>
            <pc:sldMk cId="2831793990" sldId="1342"/>
            <ac:spMk id="3" creationId="{C41F525B-C1CA-A372-510A-B90982748228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8" creationId="{9CF88F3D-2F50-9DEC-203D-65256F82CFB4}"/>
          </ac:spMkLst>
        </pc:spChg>
        <pc:spChg chg="del mod or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0" creationId="{7341F668-E5C1-F8BA-2C81-34F4CB0269D8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1" creationId="{E888AC50-C702-81FD-20E8-0B459E383D6A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2" creationId="{56BFEFB7-BBD2-9B3F-F07D-EB36764A0B6A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3" creationId="{81122634-1BF5-14FD-70CD-B6767D9C25F0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4" creationId="{E642443E-2B2C-E15C-22E3-4B5D2D78A8F1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5" creationId="{E1568CFF-9D79-30EB-A814-3E45DC5BA9C3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6" creationId="{89918E2B-983E-C811-7ED3-CD0DF8F19327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7" creationId="{77BD03DD-64B3-5F85-55C7-B51FAFCDC922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8" creationId="{2DB8B22F-DA1D-0031-C890-176E7BA3B1E6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19" creationId="{A94726E2-57F6-E39D-E2C2-47AB47546B74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20" creationId="{563BC24C-4783-A514-E74D-13AE032EBF63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21" creationId="{B0728A84-40D6-F93A-465A-CD668E1B9847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22" creationId="{DB99B1E7-2EAD-7D3A-92DA-68565D646F26}"/>
          </ac:spMkLst>
        </pc:spChg>
        <pc:spChg chg="del mod topLv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23" creationId="{FADBC5AF-239D-8970-FDD0-622954F93DDF}"/>
          </ac:spMkLst>
        </pc:spChg>
        <pc:spChg chg="del mod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26" creationId="{1F53E4C7-B5F8-1DBD-F294-6FAFE2F4E279}"/>
          </ac:spMkLst>
        </pc:spChg>
        <pc:spChg chg="del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27" creationId="{153CF76A-CFF4-1EBE-C4C2-FEB8C48CB182}"/>
          </ac:spMkLst>
        </pc:spChg>
        <pc:spChg chg="add del mod">
          <ac:chgData name="Venkatesh Patil" userId="d9f36aa470552ec6" providerId="LiveId" clId="{934A67C8-6075-4AD0-8B8A-4E5348463E88}" dt="2024-02-20T19:51:33.536" v="20468" actId="478"/>
          <ac:spMkLst>
            <pc:docMk/>
            <pc:sldMk cId="2831793990" sldId="1342"/>
            <ac:spMk id="31" creationId="{82F1B009-5AC2-3A1C-0390-46CB8EA784FA}"/>
          </ac:spMkLst>
        </pc:spChg>
        <pc:spChg chg="mod">
          <ac:chgData name="Venkatesh Patil" userId="d9f36aa470552ec6" providerId="LiveId" clId="{934A67C8-6075-4AD0-8B8A-4E5348463E88}" dt="2024-02-20T19:49:39.258" v="20449"/>
          <ac:spMkLst>
            <pc:docMk/>
            <pc:sldMk cId="2831793990" sldId="1342"/>
            <ac:spMk id="34" creationId="{A1124B34-C3AE-0B5D-6077-F96248ACD485}"/>
          </ac:spMkLst>
        </pc:spChg>
        <pc:spChg chg="mod">
          <ac:chgData name="Venkatesh Patil" userId="d9f36aa470552ec6" providerId="LiveId" clId="{934A67C8-6075-4AD0-8B8A-4E5348463E88}" dt="2024-02-20T19:50:17.071" v="20453" actId="1076"/>
          <ac:spMkLst>
            <pc:docMk/>
            <pc:sldMk cId="2831793990" sldId="1342"/>
            <ac:spMk id="35" creationId="{62F72090-F3EC-D67C-B30F-D1DE070D4E1B}"/>
          </ac:spMkLst>
        </pc:spChg>
        <pc:spChg chg="mod">
          <ac:chgData name="Venkatesh Patil" userId="d9f36aa470552ec6" providerId="LiveId" clId="{934A67C8-6075-4AD0-8B8A-4E5348463E88}" dt="2024-02-20T19:50:31.441" v="20455" actId="1076"/>
          <ac:spMkLst>
            <pc:docMk/>
            <pc:sldMk cId="2831793990" sldId="1342"/>
            <ac:spMk id="36" creationId="{8D8F2967-8360-6DCC-F2A8-472235D1E05B}"/>
          </ac:spMkLst>
        </pc:spChg>
        <pc:spChg chg="mod">
          <ac:chgData name="Venkatesh Patil" userId="d9f36aa470552ec6" providerId="LiveId" clId="{934A67C8-6075-4AD0-8B8A-4E5348463E88}" dt="2024-02-20T19:50:24.873" v="20454" actId="1076"/>
          <ac:spMkLst>
            <pc:docMk/>
            <pc:sldMk cId="2831793990" sldId="1342"/>
            <ac:spMk id="37" creationId="{F4E447DB-307B-B634-70EB-000CB4F3A5EF}"/>
          </ac:spMkLst>
        </pc:spChg>
        <pc:spChg chg="mod">
          <ac:chgData name="Venkatesh Patil" userId="d9f36aa470552ec6" providerId="LiveId" clId="{934A67C8-6075-4AD0-8B8A-4E5348463E88}" dt="2024-02-20T19:49:39.258" v="20449"/>
          <ac:spMkLst>
            <pc:docMk/>
            <pc:sldMk cId="2831793990" sldId="1342"/>
            <ac:spMk id="38" creationId="{945022D3-F164-28F1-44C7-4FFF1ED39776}"/>
          </ac:spMkLst>
        </pc:spChg>
        <pc:spChg chg="mod">
          <ac:chgData name="Venkatesh Patil" userId="d9f36aa470552ec6" providerId="LiveId" clId="{934A67C8-6075-4AD0-8B8A-4E5348463E88}" dt="2024-02-20T19:53:55" v="20712" actId="1076"/>
          <ac:spMkLst>
            <pc:docMk/>
            <pc:sldMk cId="2831793990" sldId="1342"/>
            <ac:spMk id="39" creationId="{ADEAD640-7C43-9142-7ECE-F79E05D80B53}"/>
          </ac:spMkLst>
        </pc:spChg>
        <pc:grpChg chg="del mod topLvl">
          <ac:chgData name="Venkatesh Patil" userId="d9f36aa470552ec6" providerId="LiveId" clId="{934A67C8-6075-4AD0-8B8A-4E5348463E88}" dt="2024-02-20T19:39:35.728" v="20435" actId="165"/>
          <ac:grpSpMkLst>
            <pc:docMk/>
            <pc:sldMk cId="2831793990" sldId="1342"/>
            <ac:grpSpMk id="24" creationId="{9EEFD5AB-3AE4-2F3A-B15A-F72564FF7557}"/>
          </ac:grpSpMkLst>
        </pc:grpChg>
        <pc:grpChg chg="del">
          <ac:chgData name="Venkatesh Patil" userId="d9f36aa470552ec6" providerId="LiveId" clId="{934A67C8-6075-4AD0-8B8A-4E5348463E88}" dt="2024-02-20T19:39:28.950" v="20434" actId="165"/>
          <ac:grpSpMkLst>
            <pc:docMk/>
            <pc:sldMk cId="2831793990" sldId="1342"/>
            <ac:grpSpMk id="25" creationId="{12401EB3-96E4-A393-1229-473F0D53BC04}"/>
          </ac:grpSpMkLst>
        </pc:grpChg>
        <pc:grpChg chg="add del mod">
          <ac:chgData name="Venkatesh Patil" userId="d9f36aa470552ec6" providerId="LiveId" clId="{934A67C8-6075-4AD0-8B8A-4E5348463E88}" dt="2024-02-20T19:54:10.840" v="20714" actId="478"/>
          <ac:grpSpMkLst>
            <pc:docMk/>
            <pc:sldMk cId="2831793990" sldId="1342"/>
            <ac:grpSpMk id="28" creationId="{8C1AD03A-964A-3FD7-F678-6E42B1D82916}"/>
          </ac:grpSpMkLst>
        </pc:grpChg>
        <pc:grpChg chg="mod">
          <ac:chgData name="Venkatesh Patil" userId="d9f36aa470552ec6" providerId="LiveId" clId="{934A67C8-6075-4AD0-8B8A-4E5348463E88}" dt="2024-02-20T19:49:39.258" v="20449"/>
          <ac:grpSpMkLst>
            <pc:docMk/>
            <pc:sldMk cId="2831793990" sldId="1342"/>
            <ac:grpSpMk id="30" creationId="{0727A604-2052-720E-6C5F-B5890722A6D6}"/>
          </ac:grpSpMkLst>
        </pc:grpChg>
        <pc:grpChg chg="mod">
          <ac:chgData name="Venkatesh Patil" userId="d9f36aa470552ec6" providerId="LiveId" clId="{934A67C8-6075-4AD0-8B8A-4E5348463E88}" dt="2024-02-20T19:49:39.258" v="20449"/>
          <ac:grpSpMkLst>
            <pc:docMk/>
            <pc:sldMk cId="2831793990" sldId="1342"/>
            <ac:grpSpMk id="32" creationId="{4CCAD9D1-2652-941E-AAAB-851B572F3A3F}"/>
          </ac:grpSpMkLst>
        </pc:grpChg>
        <pc:grpChg chg="mod">
          <ac:chgData name="Venkatesh Patil" userId="d9f36aa470552ec6" providerId="LiveId" clId="{934A67C8-6075-4AD0-8B8A-4E5348463E88}" dt="2024-02-20T19:49:39.258" v="20449"/>
          <ac:grpSpMkLst>
            <pc:docMk/>
            <pc:sldMk cId="2831793990" sldId="1342"/>
            <ac:grpSpMk id="33" creationId="{918A4E6A-E8D7-FA6C-8ADD-AF9FE03F5F26}"/>
          </ac:grpSpMkLst>
        </pc:grpChg>
        <pc:graphicFrameChg chg="del mod">
          <ac:chgData name="Venkatesh Patil" userId="d9f36aa470552ec6" providerId="LiveId" clId="{934A67C8-6075-4AD0-8B8A-4E5348463E88}" dt="2024-02-20T19:51:23.087" v="20467" actId="478"/>
          <ac:graphicFrameMkLst>
            <pc:docMk/>
            <pc:sldMk cId="2831793990" sldId="1342"/>
            <ac:graphicFrameMk id="9" creationId="{14A0E7EF-1FC0-308E-3FD5-A13825684587}"/>
          </ac:graphicFrameMkLst>
        </pc:graphicFrameChg>
        <pc:picChg chg="add mod ord">
          <ac:chgData name="Venkatesh Patil" userId="d9f36aa470552ec6" providerId="LiveId" clId="{934A67C8-6075-4AD0-8B8A-4E5348463E88}" dt="2024-02-20T20:30:24.310" v="21658" actId="1076"/>
          <ac:picMkLst>
            <pc:docMk/>
            <pc:sldMk cId="2831793990" sldId="1342"/>
            <ac:picMk id="41" creationId="{884063F9-D3CB-55F9-1ED4-2D7ACE906CE6}"/>
          </ac:picMkLst>
        </pc:picChg>
        <pc:cxnChg chg="add del mod">
          <ac:chgData name="Venkatesh Patil" userId="d9f36aa470552ec6" providerId="LiveId" clId="{934A67C8-6075-4AD0-8B8A-4E5348463E88}" dt="2024-02-20T19:51:33.536" v="20468" actId="478"/>
          <ac:cxnSpMkLst>
            <pc:docMk/>
            <pc:sldMk cId="2831793990" sldId="1342"/>
            <ac:cxnSpMk id="29" creationId="{D54DC23B-788C-35DC-B74A-52165FBF7D13}"/>
          </ac:cxnSpMkLst>
        </pc:cxnChg>
      </pc:sldChg>
      <pc:sldChg chg="addSp delSp modSp add mod ord modAnim">
        <pc:chgData name="Venkatesh Patil" userId="d9f36aa470552ec6" providerId="LiveId" clId="{934A67C8-6075-4AD0-8B8A-4E5348463E88}" dt="2024-02-20T18:35:05.676" v="20326"/>
        <pc:sldMkLst>
          <pc:docMk/>
          <pc:sldMk cId="623289065" sldId="1343"/>
        </pc:sldMkLst>
        <pc:spChg chg="mod">
          <ac:chgData name="Venkatesh Patil" userId="d9f36aa470552ec6" providerId="LiveId" clId="{934A67C8-6075-4AD0-8B8A-4E5348463E88}" dt="2024-02-19T17:10:34.563" v="9573" actId="20577"/>
          <ac:spMkLst>
            <pc:docMk/>
            <pc:sldMk cId="623289065" sldId="1343"/>
            <ac:spMk id="2" creationId="{ACB59733-8CA4-08B9-9C53-F99EEBA15B7E}"/>
          </ac:spMkLst>
        </pc:spChg>
        <pc:spChg chg="mod ord">
          <ac:chgData name="Venkatesh Patil" userId="d9f36aa470552ec6" providerId="LiveId" clId="{934A67C8-6075-4AD0-8B8A-4E5348463E88}" dt="2024-02-19T19:02:58.013" v="12610" actId="20577"/>
          <ac:spMkLst>
            <pc:docMk/>
            <pc:sldMk cId="623289065" sldId="1343"/>
            <ac:spMk id="3" creationId="{37B676EB-21D7-2274-2119-BCD8F78452BF}"/>
          </ac:spMkLst>
        </pc:spChg>
        <pc:spChg chg="add mod">
          <ac:chgData name="Venkatesh Patil" userId="d9f36aa470552ec6" providerId="LiveId" clId="{934A67C8-6075-4AD0-8B8A-4E5348463E88}" dt="2024-02-19T17:55:16.265" v="10182" actId="14100"/>
          <ac:spMkLst>
            <pc:docMk/>
            <pc:sldMk cId="623289065" sldId="1343"/>
            <ac:spMk id="16" creationId="{895E3BAE-E733-17AC-9B1D-BD8632CD2255}"/>
          </ac:spMkLst>
        </pc:spChg>
        <pc:spChg chg="add del mod ord">
          <ac:chgData name="Venkatesh Patil" userId="d9f36aa470552ec6" providerId="LiveId" clId="{934A67C8-6075-4AD0-8B8A-4E5348463E88}" dt="2024-02-19T17:44:08.028" v="10076" actId="478"/>
          <ac:spMkLst>
            <pc:docMk/>
            <pc:sldMk cId="623289065" sldId="1343"/>
            <ac:spMk id="17" creationId="{219A8B29-2E2E-C09A-EBF5-8A6AAF77924F}"/>
          </ac:spMkLst>
        </pc:spChg>
        <pc:spChg chg="del mod topLvl">
          <ac:chgData name="Venkatesh Patil" userId="d9f36aa470552ec6" providerId="LiveId" clId="{934A67C8-6075-4AD0-8B8A-4E5348463E88}" dt="2024-02-19T17:58:41.364" v="10308" actId="478"/>
          <ac:spMkLst>
            <pc:docMk/>
            <pc:sldMk cId="623289065" sldId="1343"/>
            <ac:spMk id="23" creationId="{FA271F94-2410-E0A2-0AD6-DE9BECC7EEA2}"/>
          </ac:spMkLst>
        </pc:spChg>
        <pc:spChg chg="add del mod">
          <ac:chgData name="Venkatesh Patil" userId="d9f36aa470552ec6" providerId="LiveId" clId="{934A67C8-6075-4AD0-8B8A-4E5348463E88}" dt="2024-02-19T17:58:39.425" v="10307" actId="478"/>
          <ac:spMkLst>
            <pc:docMk/>
            <pc:sldMk cId="623289065" sldId="1343"/>
            <ac:spMk id="25" creationId="{1BD035C9-E2EB-375D-8F73-344210C2063D}"/>
          </ac:spMkLst>
        </pc:spChg>
        <pc:spChg chg="add del mod">
          <ac:chgData name="Venkatesh Patil" userId="d9f36aa470552ec6" providerId="LiveId" clId="{934A67C8-6075-4AD0-8B8A-4E5348463E88}" dt="2024-02-19T17:52:51.353" v="10177" actId="478"/>
          <ac:spMkLst>
            <pc:docMk/>
            <pc:sldMk cId="623289065" sldId="1343"/>
            <ac:spMk id="26" creationId="{C5F24DDA-E250-C991-DABB-E319F13FD7A7}"/>
          </ac:spMkLst>
        </pc:spChg>
        <pc:spChg chg="add mod">
          <ac:chgData name="Venkatesh Patil" userId="d9f36aa470552ec6" providerId="LiveId" clId="{934A67C8-6075-4AD0-8B8A-4E5348463E88}" dt="2024-02-19T18:02:22.640" v="10669" actId="20577"/>
          <ac:spMkLst>
            <pc:docMk/>
            <pc:sldMk cId="623289065" sldId="1343"/>
            <ac:spMk id="32" creationId="{33493F6F-D97C-1872-64F3-5100F2F97116}"/>
          </ac:spMkLst>
        </pc:spChg>
        <pc:grpChg chg="add del mod">
          <ac:chgData name="Venkatesh Patil" userId="d9f36aa470552ec6" providerId="LiveId" clId="{934A67C8-6075-4AD0-8B8A-4E5348463E88}" dt="2024-02-19T17:57:21.174" v="10191" actId="478"/>
          <ac:grpSpMkLst>
            <pc:docMk/>
            <pc:sldMk cId="623289065" sldId="1343"/>
            <ac:grpSpMk id="21" creationId="{C5CEFB70-62F5-E558-7C95-24E94EC02B21}"/>
          </ac:grpSpMkLst>
        </pc:grpChg>
        <pc:grpChg chg="add del mod">
          <ac:chgData name="Venkatesh Patil" userId="d9f36aa470552ec6" providerId="LiveId" clId="{934A67C8-6075-4AD0-8B8A-4E5348463E88}" dt="2024-02-19T17:45:22.127" v="10089" actId="165"/>
          <ac:grpSpMkLst>
            <pc:docMk/>
            <pc:sldMk cId="623289065" sldId="1343"/>
            <ac:grpSpMk id="22" creationId="{8C54E178-5A65-16A7-66CE-D5383C7EE5F7}"/>
          </ac:grpSpMkLst>
        </pc:grpChg>
        <pc:picChg chg="add del mod">
          <ac:chgData name="Venkatesh Patil" userId="d9f36aa470552ec6" providerId="LiveId" clId="{934A67C8-6075-4AD0-8B8A-4E5348463E88}" dt="2024-02-19T17:37:41.688" v="9998" actId="478"/>
          <ac:picMkLst>
            <pc:docMk/>
            <pc:sldMk cId="623289065" sldId="1343"/>
            <ac:picMk id="9" creationId="{0A30300C-C2A3-B4EB-0246-514090632B4D}"/>
          </ac:picMkLst>
        </pc:picChg>
        <pc:picChg chg="add del mod">
          <ac:chgData name="Venkatesh Patil" userId="d9f36aa470552ec6" providerId="LiveId" clId="{934A67C8-6075-4AD0-8B8A-4E5348463E88}" dt="2024-02-19T17:37:39.644" v="9997" actId="478"/>
          <ac:picMkLst>
            <pc:docMk/>
            <pc:sldMk cId="623289065" sldId="1343"/>
            <ac:picMk id="11" creationId="{5E039022-40EE-8C39-78A8-63C9E86A135F}"/>
          </ac:picMkLst>
        </pc:picChg>
        <pc:picChg chg="add del mod">
          <ac:chgData name="Venkatesh Patil" userId="d9f36aa470552ec6" providerId="LiveId" clId="{934A67C8-6075-4AD0-8B8A-4E5348463E88}" dt="2024-02-19T17:40:20.639" v="10002" actId="478"/>
          <ac:picMkLst>
            <pc:docMk/>
            <pc:sldMk cId="623289065" sldId="1343"/>
            <ac:picMk id="13" creationId="{3C724364-32F7-EEBC-E70E-DB56B2E9B01C}"/>
          </ac:picMkLst>
        </pc:picChg>
        <pc:picChg chg="add del mod">
          <ac:chgData name="Venkatesh Patil" userId="d9f36aa470552ec6" providerId="LiveId" clId="{934A67C8-6075-4AD0-8B8A-4E5348463E88}" dt="2024-02-19T17:57:01.428" v="10188" actId="478"/>
          <ac:picMkLst>
            <pc:docMk/>
            <pc:sldMk cId="623289065" sldId="1343"/>
            <ac:picMk id="15" creationId="{56C91B2F-3CC0-1631-B274-9298F7E7EF4C}"/>
          </ac:picMkLst>
        </pc:picChg>
        <pc:picChg chg="add del mod ord">
          <ac:chgData name="Venkatesh Patil" userId="d9f36aa470552ec6" providerId="LiveId" clId="{934A67C8-6075-4AD0-8B8A-4E5348463E88}" dt="2024-02-19T17:57:16.738" v="10190" actId="478"/>
          <ac:picMkLst>
            <pc:docMk/>
            <pc:sldMk cId="623289065" sldId="1343"/>
            <ac:picMk id="28" creationId="{E0DDA393-7163-3BD3-192D-6A6D6C7E491B}"/>
          </ac:picMkLst>
        </pc:picChg>
        <pc:picChg chg="add mod">
          <ac:chgData name="Venkatesh Patil" userId="d9f36aa470552ec6" providerId="LiveId" clId="{934A67C8-6075-4AD0-8B8A-4E5348463E88}" dt="2024-02-19T18:02:11.908" v="10665" actId="1076"/>
          <ac:picMkLst>
            <pc:docMk/>
            <pc:sldMk cId="623289065" sldId="1343"/>
            <ac:picMk id="31" creationId="{CA863424-EFB3-CCB9-5E96-A69CA1E75309}"/>
          </ac:picMkLst>
        </pc:picChg>
        <pc:cxnChg chg="add mod">
          <ac:chgData name="Venkatesh Patil" userId="d9f36aa470552ec6" providerId="LiveId" clId="{934A67C8-6075-4AD0-8B8A-4E5348463E88}" dt="2024-02-19T17:55:21.009" v="10183" actId="14100"/>
          <ac:cxnSpMkLst>
            <pc:docMk/>
            <pc:sldMk cId="623289065" sldId="1343"/>
            <ac:cxnSpMk id="19" creationId="{AAC7B3AA-53B9-575F-ACB8-E36B754EACC5}"/>
          </ac:cxnSpMkLst>
        </pc:cxnChg>
        <pc:cxnChg chg="del mod topLvl">
          <ac:chgData name="Venkatesh Patil" userId="d9f36aa470552ec6" providerId="LiveId" clId="{934A67C8-6075-4AD0-8B8A-4E5348463E88}" dt="2024-02-19T17:45:53.291" v="10093" actId="478"/>
          <ac:cxnSpMkLst>
            <pc:docMk/>
            <pc:sldMk cId="623289065" sldId="1343"/>
            <ac:cxnSpMk id="24" creationId="{FC6AA831-9862-6223-3E3B-5B97CF93ECB3}"/>
          </ac:cxnSpMkLst>
        </pc:cxnChg>
      </pc:sldChg>
      <pc:sldChg chg="addSp delSp modSp add mod ord delAnim modAnim modNotesTx">
        <pc:chgData name="Venkatesh Patil" userId="d9f36aa470552ec6" providerId="LiveId" clId="{934A67C8-6075-4AD0-8B8A-4E5348463E88}" dt="2024-02-20T19:36:41.569" v="20415"/>
        <pc:sldMkLst>
          <pc:docMk/>
          <pc:sldMk cId="153988693" sldId="1344"/>
        </pc:sldMkLst>
        <pc:spChg chg="del">
          <ac:chgData name="Venkatesh Patil" userId="d9f36aa470552ec6" providerId="LiveId" clId="{934A67C8-6075-4AD0-8B8A-4E5348463E88}" dt="2024-02-19T18:02:35.347" v="10670" actId="478"/>
          <ac:spMkLst>
            <pc:docMk/>
            <pc:sldMk cId="153988693" sldId="1344"/>
            <ac:spMk id="3" creationId="{506E9E51-F348-7D26-568C-3B7D1840250E}"/>
          </ac:spMkLst>
        </pc:spChg>
        <pc:spChg chg="add mod">
          <ac:chgData name="Venkatesh Patil" userId="d9f36aa470552ec6" providerId="LiveId" clId="{934A67C8-6075-4AD0-8B8A-4E5348463E88}" dt="2024-02-20T19:35:20.058" v="20391" actId="207"/>
          <ac:spMkLst>
            <pc:docMk/>
            <pc:sldMk cId="153988693" sldId="1344"/>
            <ac:spMk id="8" creationId="{027E0750-B686-9A56-E7F7-951EC42976BB}"/>
          </ac:spMkLst>
        </pc:spChg>
        <pc:spChg chg="add del mod">
          <ac:chgData name="Venkatesh Patil" userId="d9f36aa470552ec6" providerId="LiveId" clId="{934A67C8-6075-4AD0-8B8A-4E5348463E88}" dt="2024-02-19T18:02:37.993" v="10671" actId="478"/>
          <ac:spMkLst>
            <pc:docMk/>
            <pc:sldMk cId="153988693" sldId="1344"/>
            <ac:spMk id="9" creationId="{E39A12D1-91D5-14A6-207E-CF7C3D55867E}"/>
          </ac:spMkLst>
        </pc:spChg>
        <pc:spChg chg="mod">
          <ac:chgData name="Venkatesh Patil" userId="d9f36aa470552ec6" providerId="LiveId" clId="{934A67C8-6075-4AD0-8B8A-4E5348463E88}" dt="2024-02-19T18:06:17.932" v="10889"/>
          <ac:spMkLst>
            <pc:docMk/>
            <pc:sldMk cId="153988693" sldId="1344"/>
            <ac:spMk id="11" creationId="{09A60865-8576-C86B-AEB1-A7C5ECBC3B59}"/>
          </ac:spMkLst>
        </pc:spChg>
        <pc:spChg chg="add mod topLvl">
          <ac:chgData name="Venkatesh Patil" userId="d9f36aa470552ec6" providerId="LiveId" clId="{934A67C8-6075-4AD0-8B8A-4E5348463E88}" dt="2024-02-20T19:32:41.662" v="20329" actId="165"/>
          <ac:spMkLst>
            <pc:docMk/>
            <pc:sldMk cId="153988693" sldId="1344"/>
            <ac:spMk id="13" creationId="{CB75F6D2-10E5-5A77-D31D-9820A362A8D6}"/>
          </ac:spMkLst>
        </pc:spChg>
        <pc:spChg chg="add mod topLvl">
          <ac:chgData name="Venkatesh Patil" userId="d9f36aa470552ec6" providerId="LiveId" clId="{934A67C8-6075-4AD0-8B8A-4E5348463E88}" dt="2024-02-20T19:32:41.662" v="20329" actId="165"/>
          <ac:spMkLst>
            <pc:docMk/>
            <pc:sldMk cId="153988693" sldId="1344"/>
            <ac:spMk id="14" creationId="{DC1A5224-9EA7-90B1-A0B6-377F8ABFF741}"/>
          </ac:spMkLst>
        </pc:spChg>
        <pc:spChg chg="mod">
          <ac:chgData name="Venkatesh Patil" userId="d9f36aa470552ec6" providerId="LiveId" clId="{934A67C8-6075-4AD0-8B8A-4E5348463E88}" dt="2024-02-20T19:32:41.662" v="20329" actId="165"/>
          <ac:spMkLst>
            <pc:docMk/>
            <pc:sldMk cId="153988693" sldId="1344"/>
            <ac:spMk id="16" creationId="{8BA4BCB7-4A33-EB0A-1B53-79E5C6EB8DFE}"/>
          </ac:spMkLst>
        </pc:spChg>
        <pc:spChg chg="add mod topLvl">
          <ac:chgData name="Venkatesh Patil" userId="d9f36aa470552ec6" providerId="LiveId" clId="{934A67C8-6075-4AD0-8B8A-4E5348463E88}" dt="2024-02-20T19:32:41.662" v="20329" actId="165"/>
          <ac:spMkLst>
            <pc:docMk/>
            <pc:sldMk cId="153988693" sldId="1344"/>
            <ac:spMk id="17" creationId="{1BBEC1AE-E6D6-B2EE-BC90-418647C18CD0}"/>
          </ac:spMkLst>
        </pc:spChg>
        <pc:spChg chg="add mod topLvl">
          <ac:chgData name="Venkatesh Patil" userId="d9f36aa470552ec6" providerId="LiveId" clId="{934A67C8-6075-4AD0-8B8A-4E5348463E88}" dt="2024-02-20T19:32:41.662" v="20329" actId="165"/>
          <ac:spMkLst>
            <pc:docMk/>
            <pc:sldMk cId="153988693" sldId="1344"/>
            <ac:spMk id="18" creationId="{695656F8-738D-15F6-20BC-55D59C09853A}"/>
          </ac:spMkLst>
        </pc:spChg>
        <pc:spChg chg="mod">
          <ac:chgData name="Venkatesh Patil" userId="d9f36aa470552ec6" providerId="LiveId" clId="{934A67C8-6075-4AD0-8B8A-4E5348463E88}" dt="2024-02-19T18:41:56.116" v="12253" actId="14100"/>
          <ac:spMkLst>
            <pc:docMk/>
            <pc:sldMk cId="153988693" sldId="1344"/>
            <ac:spMk id="23" creationId="{9A25FF20-BE62-E6FB-8EB2-3F808E9E8D90}"/>
          </ac:spMkLst>
        </pc:spChg>
        <pc:spChg chg="del mod topLvl">
          <ac:chgData name="Venkatesh Patil" userId="d9f36aa470552ec6" providerId="LiveId" clId="{934A67C8-6075-4AD0-8B8A-4E5348463E88}" dt="2024-02-19T18:14:12.287" v="11215" actId="478"/>
          <ac:spMkLst>
            <pc:docMk/>
            <pc:sldMk cId="153988693" sldId="1344"/>
            <ac:spMk id="24" creationId="{A6D4BD40-C315-F55E-1E86-4D728CBB84D5}"/>
          </ac:spMkLst>
        </pc:spChg>
        <pc:spChg chg="mod ord topLvl">
          <ac:chgData name="Venkatesh Patil" userId="d9f36aa470552ec6" providerId="LiveId" clId="{934A67C8-6075-4AD0-8B8A-4E5348463E88}" dt="2024-02-20T19:32:41.662" v="20329" actId="165"/>
          <ac:spMkLst>
            <pc:docMk/>
            <pc:sldMk cId="153988693" sldId="1344"/>
            <ac:spMk id="25" creationId="{0010B3DC-7590-2636-40C6-10F37A9EB908}"/>
          </ac:spMkLst>
        </pc:spChg>
        <pc:spChg chg="del mod topLvl">
          <ac:chgData name="Venkatesh Patil" userId="d9f36aa470552ec6" providerId="LiveId" clId="{934A67C8-6075-4AD0-8B8A-4E5348463E88}" dt="2024-02-19T18:14:12.287" v="11215" actId="478"/>
          <ac:spMkLst>
            <pc:docMk/>
            <pc:sldMk cId="153988693" sldId="1344"/>
            <ac:spMk id="29" creationId="{557D452B-386C-0CCB-D96E-3D075A336B60}"/>
          </ac:spMkLst>
        </pc:spChg>
        <pc:spChg chg="del mod topLvl">
          <ac:chgData name="Venkatesh Patil" userId="d9f36aa470552ec6" providerId="LiveId" clId="{934A67C8-6075-4AD0-8B8A-4E5348463E88}" dt="2024-02-19T18:14:12.287" v="11215" actId="478"/>
          <ac:spMkLst>
            <pc:docMk/>
            <pc:sldMk cId="153988693" sldId="1344"/>
            <ac:spMk id="30" creationId="{95A5173C-9C85-F208-62B0-B1CB363FD1BC}"/>
          </ac:spMkLst>
        </pc:spChg>
        <pc:spChg chg="del mod topLvl">
          <ac:chgData name="Venkatesh Patil" userId="d9f36aa470552ec6" providerId="LiveId" clId="{934A67C8-6075-4AD0-8B8A-4E5348463E88}" dt="2024-02-19T18:14:12.287" v="11215" actId="478"/>
          <ac:spMkLst>
            <pc:docMk/>
            <pc:sldMk cId="153988693" sldId="1344"/>
            <ac:spMk id="32" creationId="{0D573797-A164-F3A1-711A-8529AFB71B1F}"/>
          </ac:spMkLst>
        </pc:spChg>
        <pc:spChg chg="del mod topLvl">
          <ac:chgData name="Venkatesh Patil" userId="d9f36aa470552ec6" providerId="LiveId" clId="{934A67C8-6075-4AD0-8B8A-4E5348463E88}" dt="2024-02-19T18:14:12.287" v="11215" actId="478"/>
          <ac:spMkLst>
            <pc:docMk/>
            <pc:sldMk cId="153988693" sldId="1344"/>
            <ac:spMk id="33" creationId="{638037CB-2580-0076-E110-2BB113D8330D}"/>
          </ac:spMkLst>
        </pc:spChg>
        <pc:spChg chg="mod">
          <ac:chgData name="Venkatesh Patil" userId="d9f36aa470552ec6" providerId="LiveId" clId="{934A67C8-6075-4AD0-8B8A-4E5348463E88}" dt="2024-02-19T18:14:06.150" v="11214" actId="165"/>
          <ac:spMkLst>
            <pc:docMk/>
            <pc:sldMk cId="153988693" sldId="1344"/>
            <ac:spMk id="34" creationId="{4F2A016A-91CC-C631-9050-A96427BCBA5C}"/>
          </ac:spMkLst>
        </pc:spChg>
        <pc:spChg chg="add del mod">
          <ac:chgData name="Venkatesh Patil" userId="d9f36aa470552ec6" providerId="LiveId" clId="{934A67C8-6075-4AD0-8B8A-4E5348463E88}" dt="2024-02-19T18:27:37.368" v="11487" actId="478"/>
          <ac:spMkLst>
            <pc:docMk/>
            <pc:sldMk cId="153988693" sldId="1344"/>
            <ac:spMk id="44" creationId="{8C505312-B72F-15DE-D794-81A403BD942E}"/>
          </ac:spMkLst>
        </pc:spChg>
        <pc:spChg chg="add mod">
          <ac:chgData name="Venkatesh Patil" userId="d9f36aa470552ec6" providerId="LiveId" clId="{934A67C8-6075-4AD0-8B8A-4E5348463E88}" dt="2024-02-19T18:43:49.128" v="12273" actId="1076"/>
          <ac:spMkLst>
            <pc:docMk/>
            <pc:sldMk cId="153988693" sldId="1344"/>
            <ac:spMk id="45" creationId="{C865020B-7D91-5F3E-2BBF-06CE0EFC1154}"/>
          </ac:spMkLst>
        </pc:spChg>
        <pc:spChg chg="add mod">
          <ac:chgData name="Venkatesh Patil" userId="d9f36aa470552ec6" providerId="LiveId" clId="{934A67C8-6075-4AD0-8B8A-4E5348463E88}" dt="2024-02-19T18:43:59.796" v="12276" actId="14100"/>
          <ac:spMkLst>
            <pc:docMk/>
            <pc:sldMk cId="153988693" sldId="1344"/>
            <ac:spMk id="46" creationId="{CF3F3CC5-68B8-AB27-2C90-CAA26FCF327A}"/>
          </ac:spMkLst>
        </pc:spChg>
        <pc:spChg chg="add mod topLvl">
          <ac:chgData name="Venkatesh Patil" userId="d9f36aa470552ec6" providerId="LiveId" clId="{934A67C8-6075-4AD0-8B8A-4E5348463E88}" dt="2024-02-20T19:33:42.636" v="20339" actId="165"/>
          <ac:spMkLst>
            <pc:docMk/>
            <pc:sldMk cId="153988693" sldId="1344"/>
            <ac:spMk id="47" creationId="{88141AA5-42E3-9A5B-6A92-21DAC8D59A54}"/>
          </ac:spMkLst>
        </pc:spChg>
        <pc:spChg chg="add mod topLvl">
          <ac:chgData name="Venkatesh Patil" userId="d9f36aa470552ec6" providerId="LiveId" clId="{934A67C8-6075-4AD0-8B8A-4E5348463E88}" dt="2024-02-20T19:36:01.410" v="20395" actId="1076"/>
          <ac:spMkLst>
            <pc:docMk/>
            <pc:sldMk cId="153988693" sldId="1344"/>
            <ac:spMk id="48" creationId="{2383C8A7-217C-2A97-82B9-1FC138D73250}"/>
          </ac:spMkLst>
        </pc:spChg>
        <pc:spChg chg="add mod">
          <ac:chgData name="Venkatesh Patil" userId="d9f36aa470552ec6" providerId="LiveId" clId="{934A67C8-6075-4AD0-8B8A-4E5348463E88}" dt="2024-02-19T18:33:48.371" v="11798" actId="1582"/>
          <ac:spMkLst>
            <pc:docMk/>
            <pc:sldMk cId="153988693" sldId="1344"/>
            <ac:spMk id="49" creationId="{6D3222BA-F049-AAFA-9FEE-0223A5C0803C}"/>
          </ac:spMkLst>
        </pc:spChg>
        <pc:spChg chg="add mod">
          <ac:chgData name="Venkatesh Patil" userId="d9f36aa470552ec6" providerId="LiveId" clId="{934A67C8-6075-4AD0-8B8A-4E5348463E88}" dt="2024-02-19T18:34:15.799" v="11801"/>
          <ac:spMkLst>
            <pc:docMk/>
            <pc:sldMk cId="153988693" sldId="1344"/>
            <ac:spMk id="50" creationId="{DBD7A43C-BAFC-BCA3-7E53-1FB88AAB3633}"/>
          </ac:spMkLst>
        </pc:spChg>
        <pc:spChg chg="add mod topLvl">
          <ac:chgData name="Venkatesh Patil" userId="d9f36aa470552ec6" providerId="LiveId" clId="{934A67C8-6075-4AD0-8B8A-4E5348463E88}" dt="2024-02-20T19:33:42.636" v="20339" actId="165"/>
          <ac:spMkLst>
            <pc:docMk/>
            <pc:sldMk cId="153988693" sldId="1344"/>
            <ac:spMk id="51" creationId="{A52D0F13-20F2-D638-94EB-D2272B187768}"/>
          </ac:spMkLst>
        </pc:spChg>
        <pc:spChg chg="add mod topLvl">
          <ac:chgData name="Venkatesh Patil" userId="d9f36aa470552ec6" providerId="LiveId" clId="{934A67C8-6075-4AD0-8B8A-4E5348463E88}" dt="2024-02-20T19:33:42.636" v="20339" actId="165"/>
          <ac:spMkLst>
            <pc:docMk/>
            <pc:sldMk cId="153988693" sldId="1344"/>
            <ac:spMk id="52" creationId="{EEAC6430-B1F4-1028-36ED-5C6671BD22DE}"/>
          </ac:spMkLst>
        </pc:spChg>
        <pc:grpChg chg="add mod">
          <ac:chgData name="Venkatesh Patil" userId="d9f36aa470552ec6" providerId="LiveId" clId="{934A67C8-6075-4AD0-8B8A-4E5348463E88}" dt="2024-02-20T19:32:50.050" v="20330" actId="164"/>
          <ac:grpSpMkLst>
            <pc:docMk/>
            <pc:sldMk cId="153988693" sldId="1344"/>
            <ac:grpSpMk id="3" creationId="{2C7A2D33-3596-1AA2-BED1-7045DC9E77AC}"/>
          </ac:grpSpMkLst>
        </pc:grpChg>
        <pc:grpChg chg="add del mod">
          <ac:chgData name="Venkatesh Patil" userId="d9f36aa470552ec6" providerId="LiveId" clId="{934A67C8-6075-4AD0-8B8A-4E5348463E88}" dt="2024-02-19T18:06:23.839" v="10890" actId="478"/>
          <ac:grpSpMkLst>
            <pc:docMk/>
            <pc:sldMk cId="153988693" sldId="1344"/>
            <ac:grpSpMk id="10" creationId="{4A233C58-0E75-6B1B-9441-CBFCB78996F4}"/>
          </ac:grpSpMkLst>
        </pc:grpChg>
        <pc:grpChg chg="add del mod topLvl">
          <ac:chgData name="Venkatesh Patil" userId="d9f36aa470552ec6" providerId="LiveId" clId="{934A67C8-6075-4AD0-8B8A-4E5348463E88}" dt="2024-02-20T19:32:41.662" v="20329" actId="165"/>
          <ac:grpSpMkLst>
            <pc:docMk/>
            <pc:sldMk cId="153988693" sldId="1344"/>
            <ac:grpSpMk id="20" creationId="{7DEF0F25-25A7-D00B-D7BF-E8A781DC0471}"/>
          </ac:grpSpMkLst>
        </pc:grpChg>
        <pc:grpChg chg="mod topLvl">
          <ac:chgData name="Venkatesh Patil" userId="d9f36aa470552ec6" providerId="LiveId" clId="{934A67C8-6075-4AD0-8B8A-4E5348463E88}" dt="2024-02-20T19:32:41.662" v="20329" actId="165"/>
          <ac:grpSpMkLst>
            <pc:docMk/>
            <pc:sldMk cId="153988693" sldId="1344"/>
            <ac:grpSpMk id="21" creationId="{969CB507-1227-E627-D001-502F7E8EC0BE}"/>
          </ac:grpSpMkLst>
        </pc:grpChg>
        <pc:grpChg chg="add del mod">
          <ac:chgData name="Venkatesh Patil" userId="d9f36aa470552ec6" providerId="LiveId" clId="{934A67C8-6075-4AD0-8B8A-4E5348463E88}" dt="2024-02-19T18:14:06.150" v="11214" actId="165"/>
          <ac:grpSpMkLst>
            <pc:docMk/>
            <pc:sldMk cId="153988693" sldId="1344"/>
            <ac:grpSpMk id="22" creationId="{3C3F702E-7225-9FC2-510A-F92DE17A1839}"/>
          </ac:grpSpMkLst>
        </pc:grpChg>
        <pc:grpChg chg="del mod topLvl">
          <ac:chgData name="Venkatesh Patil" userId="d9f36aa470552ec6" providerId="LiveId" clId="{934A67C8-6075-4AD0-8B8A-4E5348463E88}" dt="2024-02-19T18:14:12.287" v="11215" actId="478"/>
          <ac:grpSpMkLst>
            <pc:docMk/>
            <pc:sldMk cId="153988693" sldId="1344"/>
            <ac:grpSpMk id="27" creationId="{637F27F8-B417-95BF-9AFF-EC9FCB9C940C}"/>
          </ac:grpSpMkLst>
        </pc:grpChg>
        <pc:grpChg chg="add del mod">
          <ac:chgData name="Venkatesh Patil" userId="d9f36aa470552ec6" providerId="LiveId" clId="{934A67C8-6075-4AD0-8B8A-4E5348463E88}" dt="2024-02-19T18:42:21.593" v="12256" actId="165"/>
          <ac:grpSpMkLst>
            <pc:docMk/>
            <pc:sldMk cId="153988693" sldId="1344"/>
            <ac:grpSpMk id="42" creationId="{40086C7A-AF24-AB41-363E-20C881318D02}"/>
          </ac:grpSpMkLst>
        </pc:grpChg>
        <pc:grpChg chg="add mod topLvl">
          <ac:chgData name="Venkatesh Patil" userId="d9f36aa470552ec6" providerId="LiveId" clId="{934A67C8-6075-4AD0-8B8A-4E5348463E88}" dt="2024-02-20T19:33:42.636" v="20339" actId="165"/>
          <ac:grpSpMkLst>
            <pc:docMk/>
            <pc:sldMk cId="153988693" sldId="1344"/>
            <ac:grpSpMk id="43" creationId="{C67804FC-C2BF-94A1-5BC1-7BCB465115B8}"/>
          </ac:grpSpMkLst>
        </pc:grpChg>
        <pc:grpChg chg="add del mod">
          <ac:chgData name="Venkatesh Patil" userId="d9f36aa470552ec6" providerId="LiveId" clId="{934A67C8-6075-4AD0-8B8A-4E5348463E88}" dt="2024-02-20T19:33:42.636" v="20339" actId="165"/>
          <ac:grpSpMkLst>
            <pc:docMk/>
            <pc:sldMk cId="153988693" sldId="1344"/>
            <ac:grpSpMk id="53" creationId="{469D6BDB-8D63-7901-0653-89355DBE39D6}"/>
          </ac:grpSpMkLst>
        </pc:grpChg>
        <pc:picChg chg="mod topLvl">
          <ac:chgData name="Venkatesh Patil" userId="d9f36aa470552ec6" providerId="LiveId" clId="{934A67C8-6075-4AD0-8B8A-4E5348463E88}" dt="2024-02-20T19:32:50.050" v="20330" actId="164"/>
          <ac:picMkLst>
            <pc:docMk/>
            <pc:sldMk cId="153988693" sldId="1344"/>
            <ac:picMk id="15" creationId="{149E4C27-6388-A7C9-4F1F-ECB067181E75}"/>
          </ac:picMkLst>
        </pc:picChg>
        <pc:picChg chg="del mod topLvl">
          <ac:chgData name="Venkatesh Patil" userId="d9f36aa470552ec6" providerId="LiveId" clId="{934A67C8-6075-4AD0-8B8A-4E5348463E88}" dt="2024-02-19T18:14:12.287" v="11215" actId="478"/>
          <ac:picMkLst>
            <pc:docMk/>
            <pc:sldMk cId="153988693" sldId="1344"/>
            <ac:picMk id="26" creationId="{597DE859-E88D-8F36-644F-38EB06A500E2}"/>
          </ac:picMkLst>
        </pc:picChg>
        <pc:picChg chg="mod">
          <ac:chgData name="Venkatesh Patil" userId="d9f36aa470552ec6" providerId="LiveId" clId="{934A67C8-6075-4AD0-8B8A-4E5348463E88}" dt="2024-02-19T18:41:51.187" v="12251" actId="1076"/>
          <ac:picMkLst>
            <pc:docMk/>
            <pc:sldMk cId="153988693" sldId="1344"/>
            <ac:picMk id="28" creationId="{C59A67AC-18F5-F18E-FA90-5E1EEAEADF7F}"/>
          </ac:picMkLst>
        </pc:picChg>
        <pc:picChg chg="del">
          <ac:chgData name="Venkatesh Patil" userId="d9f36aa470552ec6" providerId="LiveId" clId="{934A67C8-6075-4AD0-8B8A-4E5348463E88}" dt="2024-02-19T18:04:22.698" v="10755" actId="478"/>
          <ac:picMkLst>
            <pc:docMk/>
            <pc:sldMk cId="153988693" sldId="1344"/>
            <ac:picMk id="31" creationId="{53D4C69A-86BF-93F0-0FEB-59E50688EB0E}"/>
          </ac:picMkLst>
        </pc:picChg>
        <pc:picChg chg="add mod">
          <ac:chgData name="Venkatesh Patil" userId="d9f36aa470552ec6" providerId="LiveId" clId="{934A67C8-6075-4AD0-8B8A-4E5348463E88}" dt="2024-02-20T19:33:42.636" v="20339" actId="165"/>
          <ac:picMkLst>
            <pc:docMk/>
            <pc:sldMk cId="153988693" sldId="1344"/>
            <ac:picMk id="37" creationId="{D17FD679-E7ED-398F-AB65-5009FCC5AACF}"/>
          </ac:picMkLst>
        </pc:picChg>
        <pc:picChg chg="add mod">
          <ac:chgData name="Venkatesh Patil" userId="d9f36aa470552ec6" providerId="LiveId" clId="{934A67C8-6075-4AD0-8B8A-4E5348463E88}" dt="2024-02-19T18:45:23.914" v="12285"/>
          <ac:picMkLst>
            <pc:docMk/>
            <pc:sldMk cId="153988693" sldId="1344"/>
            <ac:picMk id="55" creationId="{B0438AE6-B6FA-711E-051B-65F181382D76}"/>
          </ac:picMkLst>
        </pc:picChg>
        <pc:inkChg chg="add mod">
          <ac:chgData name="Venkatesh Patil" userId="d9f36aa470552ec6" providerId="LiveId" clId="{934A67C8-6075-4AD0-8B8A-4E5348463E88}" dt="2024-02-20T19:33:42.636" v="20339" actId="165"/>
          <ac:inkMkLst>
            <pc:docMk/>
            <pc:sldMk cId="153988693" sldId="1344"/>
            <ac:inkMk id="38" creationId="{3BB783A2-695F-4F0A-7572-9F0C0AEFEF1C}"/>
          </ac:inkMkLst>
        </pc:inkChg>
        <pc:inkChg chg="add mod topLvl">
          <ac:chgData name="Venkatesh Patil" userId="d9f36aa470552ec6" providerId="LiveId" clId="{934A67C8-6075-4AD0-8B8A-4E5348463E88}" dt="2024-02-20T19:32:50.050" v="20330" actId="164"/>
          <ac:inkMkLst>
            <pc:docMk/>
            <pc:sldMk cId="153988693" sldId="1344"/>
            <ac:inkMk id="39" creationId="{D8EF1DA7-07C1-CE67-234B-B9C099CDA141}"/>
          </ac:inkMkLst>
        </pc:inkChg>
        <pc:inkChg chg="add mod topLvl">
          <ac:chgData name="Venkatesh Patil" userId="d9f36aa470552ec6" providerId="LiveId" clId="{934A67C8-6075-4AD0-8B8A-4E5348463E88}" dt="2024-02-20T19:32:50.050" v="20330" actId="164"/>
          <ac:inkMkLst>
            <pc:docMk/>
            <pc:sldMk cId="153988693" sldId="1344"/>
            <ac:inkMk id="40" creationId="{E8F31BF3-CB53-961F-F07E-0093CCA1B767}"/>
          </ac:inkMkLst>
        </pc:inkChg>
        <pc:inkChg chg="add mod">
          <ac:chgData name="Venkatesh Patil" userId="d9f36aa470552ec6" providerId="LiveId" clId="{934A67C8-6075-4AD0-8B8A-4E5348463E88}" dt="2024-02-20T19:33:42.636" v="20339" actId="165"/>
          <ac:inkMkLst>
            <pc:docMk/>
            <pc:sldMk cId="153988693" sldId="1344"/>
            <ac:inkMk id="41" creationId="{2605A923-3B8A-CF14-5692-99AE8CC6112A}"/>
          </ac:inkMkLst>
        </pc:inkChg>
        <pc:cxnChg chg="mod">
          <ac:chgData name="Venkatesh Patil" userId="d9f36aa470552ec6" providerId="LiveId" clId="{934A67C8-6075-4AD0-8B8A-4E5348463E88}" dt="2024-02-19T18:06:17.932" v="10889"/>
          <ac:cxnSpMkLst>
            <pc:docMk/>
            <pc:sldMk cId="153988693" sldId="1344"/>
            <ac:cxnSpMk id="12" creationId="{87343300-C108-120B-DBCD-0850872F5AE7}"/>
          </ac:cxnSpMkLst>
        </pc:cxnChg>
        <pc:cxnChg chg="mod">
          <ac:chgData name="Venkatesh Patil" userId="d9f36aa470552ec6" providerId="LiveId" clId="{934A67C8-6075-4AD0-8B8A-4E5348463E88}" dt="2024-02-20T19:32:41.662" v="20329" actId="165"/>
          <ac:cxnSpMkLst>
            <pc:docMk/>
            <pc:sldMk cId="153988693" sldId="1344"/>
            <ac:cxnSpMk id="19" creationId="{9CA47B51-924E-B3C8-378F-33D597348369}"/>
          </ac:cxnSpMkLst>
        </pc:cxnChg>
        <pc:cxnChg chg="mod">
          <ac:chgData name="Venkatesh Patil" userId="d9f36aa470552ec6" providerId="LiveId" clId="{934A67C8-6075-4AD0-8B8A-4E5348463E88}" dt="2024-02-19T18:14:06.150" v="11214" actId="165"/>
          <ac:cxnSpMkLst>
            <pc:docMk/>
            <pc:sldMk cId="153988693" sldId="1344"/>
            <ac:cxnSpMk id="35" creationId="{53A4B18A-DF5A-219A-10FD-7BA09B94F598}"/>
          </ac:cxnSpMkLst>
        </pc:cxnChg>
      </pc:sldChg>
      <pc:sldChg chg="addSp delSp modSp add del mod">
        <pc:chgData name="Venkatesh Patil" userId="d9f36aa470552ec6" providerId="LiveId" clId="{934A67C8-6075-4AD0-8B8A-4E5348463E88}" dt="2024-02-19T19:36:59.754" v="13497" actId="20577"/>
        <pc:sldMkLst>
          <pc:docMk/>
          <pc:sldMk cId="1714814975" sldId="1345"/>
        </pc:sldMkLst>
        <pc:spChg chg="mod">
          <ac:chgData name="Venkatesh Patil" userId="d9f36aa470552ec6" providerId="LiveId" clId="{934A67C8-6075-4AD0-8B8A-4E5348463E88}" dt="2024-02-19T19:36:59.754" v="13497" actId="20577"/>
          <ac:spMkLst>
            <pc:docMk/>
            <pc:sldMk cId="1714814975" sldId="1345"/>
            <ac:spMk id="2" creationId="{0DAA9100-6C54-A3B2-35DA-4568F48ADA6F}"/>
          </ac:spMkLst>
        </pc:spChg>
        <pc:spChg chg="add del mod">
          <ac:chgData name="Venkatesh Patil" userId="d9f36aa470552ec6" providerId="LiveId" clId="{934A67C8-6075-4AD0-8B8A-4E5348463E88}" dt="2024-02-19T19:29:14.135" v="13065" actId="478"/>
          <ac:spMkLst>
            <pc:docMk/>
            <pc:sldMk cId="1714814975" sldId="1345"/>
            <ac:spMk id="8" creationId="{C09196A9-EF2A-DD17-8BC5-339239CE38A4}"/>
          </ac:spMkLst>
        </pc:spChg>
        <pc:spChg chg="del topLvl">
          <ac:chgData name="Venkatesh Patil" userId="d9f36aa470552ec6" providerId="LiveId" clId="{934A67C8-6075-4AD0-8B8A-4E5348463E88}" dt="2024-02-19T19:29:03.661" v="13063" actId="478"/>
          <ac:spMkLst>
            <pc:docMk/>
            <pc:sldMk cId="1714814975" sldId="1345"/>
            <ac:spMk id="10" creationId="{6081EF0F-71EC-2103-AAAE-21100FBCF1E2}"/>
          </ac:spMkLst>
        </pc:spChg>
        <pc:spChg chg="del">
          <ac:chgData name="Venkatesh Patil" userId="d9f36aa470552ec6" providerId="LiveId" clId="{934A67C8-6075-4AD0-8B8A-4E5348463E88}" dt="2024-02-19T19:29:01.137" v="13062" actId="478"/>
          <ac:spMkLst>
            <pc:docMk/>
            <pc:sldMk cId="1714814975" sldId="1345"/>
            <ac:spMk id="11" creationId="{A622998C-E635-DE95-CA31-46EB0016E597}"/>
          </ac:spMkLst>
        </pc:spChg>
        <pc:spChg chg="del">
          <ac:chgData name="Venkatesh Patil" userId="d9f36aa470552ec6" providerId="LiveId" clId="{934A67C8-6075-4AD0-8B8A-4E5348463E88}" dt="2024-02-19T19:29:08.133" v="13064" actId="478"/>
          <ac:spMkLst>
            <pc:docMk/>
            <pc:sldMk cId="1714814975" sldId="1345"/>
            <ac:spMk id="13" creationId="{28F47D52-A051-FBE6-A63F-F6F91CE19B28}"/>
          </ac:spMkLst>
        </pc:spChg>
        <pc:grpChg chg="del">
          <ac:chgData name="Venkatesh Patil" userId="d9f36aa470552ec6" providerId="LiveId" clId="{934A67C8-6075-4AD0-8B8A-4E5348463E88}" dt="2024-02-19T19:29:03.661" v="13063" actId="478"/>
          <ac:grpSpMkLst>
            <pc:docMk/>
            <pc:sldMk cId="1714814975" sldId="1345"/>
            <ac:grpSpMk id="12" creationId="{0CD13D01-2028-0E78-5784-D07331198BAF}"/>
          </ac:grpSpMkLst>
        </pc:grpChg>
        <pc:graphicFrameChg chg="mod topLvl">
          <ac:chgData name="Venkatesh Patil" userId="d9f36aa470552ec6" providerId="LiveId" clId="{934A67C8-6075-4AD0-8B8A-4E5348463E88}" dt="2024-02-19T19:36:20.868" v="13472" actId="1076"/>
          <ac:graphicFrameMkLst>
            <pc:docMk/>
            <pc:sldMk cId="1714814975" sldId="1345"/>
            <ac:graphicFrameMk id="9" creationId="{C2F39025-CF62-0317-0A43-9C90E7D459FA}"/>
          </ac:graphicFrameMkLst>
        </pc:graphicFrameChg>
      </pc:sldChg>
      <pc:sldChg chg="addSp delSp modSp add mod modAnim">
        <pc:chgData name="Venkatesh Patil" userId="d9f36aa470552ec6" providerId="LiveId" clId="{934A67C8-6075-4AD0-8B8A-4E5348463E88}" dt="2024-02-20T22:11:54.519" v="23650"/>
        <pc:sldMkLst>
          <pc:docMk/>
          <pc:sldMk cId="2532759664" sldId="1346"/>
        </pc:sldMkLst>
        <pc:spChg chg="mod">
          <ac:chgData name="Venkatesh Patil" userId="d9f36aa470552ec6" providerId="LiveId" clId="{934A67C8-6075-4AD0-8B8A-4E5348463E88}" dt="2024-02-19T21:44:23.559" v="17774" actId="20577"/>
          <ac:spMkLst>
            <pc:docMk/>
            <pc:sldMk cId="2532759664" sldId="1346"/>
            <ac:spMk id="2" creationId="{827AA119-550E-37D4-A435-615D73D85EAA}"/>
          </ac:spMkLst>
        </pc:spChg>
        <pc:spChg chg="del mod">
          <ac:chgData name="Venkatesh Patil" userId="d9f36aa470552ec6" providerId="LiveId" clId="{934A67C8-6075-4AD0-8B8A-4E5348463E88}" dt="2024-02-19T21:44:56.698" v="17780" actId="478"/>
          <ac:spMkLst>
            <pc:docMk/>
            <pc:sldMk cId="2532759664" sldId="1346"/>
            <ac:spMk id="10" creationId="{99DB2646-6DB4-0AC0-7556-887119F91F51}"/>
          </ac:spMkLst>
        </pc:spChg>
        <pc:spChg chg="del mod topLvl">
          <ac:chgData name="Venkatesh Patil" userId="d9f36aa470552ec6" providerId="LiveId" clId="{934A67C8-6075-4AD0-8B8A-4E5348463E88}" dt="2024-02-19T21:45:03.415" v="17782" actId="478"/>
          <ac:spMkLst>
            <pc:docMk/>
            <pc:sldMk cId="2532759664" sldId="1346"/>
            <ac:spMk id="11" creationId="{697487A3-B217-A121-6F37-4DE60AE170F5}"/>
          </ac:spMkLst>
        </pc:spChg>
        <pc:grpChg chg="add del mod">
          <ac:chgData name="Venkatesh Patil" userId="d9f36aa470552ec6" providerId="LiveId" clId="{934A67C8-6075-4AD0-8B8A-4E5348463E88}" dt="2024-02-19T21:45:03.415" v="17782" actId="478"/>
          <ac:grpSpMkLst>
            <pc:docMk/>
            <pc:sldMk cId="2532759664" sldId="1346"/>
            <ac:grpSpMk id="3" creationId="{EB70303F-B401-4C54-2AC2-0234F5D91B93}"/>
          </ac:grpSpMkLst>
        </pc:grpChg>
        <pc:graphicFrameChg chg="mod topLvl">
          <ac:chgData name="Venkatesh Patil" userId="d9f36aa470552ec6" providerId="LiveId" clId="{934A67C8-6075-4AD0-8B8A-4E5348463E88}" dt="2024-02-19T22:14:29.975" v="18322" actId="1076"/>
          <ac:graphicFrameMkLst>
            <pc:docMk/>
            <pc:sldMk cId="2532759664" sldId="1346"/>
            <ac:graphicFrameMk id="8" creationId="{E054B17B-87A1-D35F-CBB6-885A35FBBCC2}"/>
          </ac:graphicFrameMkLst>
        </pc:graphicFrameChg>
        <pc:graphicFrameChg chg="del">
          <ac:chgData name="Venkatesh Patil" userId="d9f36aa470552ec6" providerId="LiveId" clId="{934A67C8-6075-4AD0-8B8A-4E5348463E88}" dt="2024-02-19T21:44:29.221" v="17775" actId="478"/>
          <ac:graphicFrameMkLst>
            <pc:docMk/>
            <pc:sldMk cId="2532759664" sldId="1346"/>
            <ac:graphicFrameMk id="9" creationId="{84B19ACC-4835-A8FE-5D53-D346A6F873C7}"/>
          </ac:graphicFrameMkLst>
        </pc:graphicFrameChg>
      </pc:sldChg>
      <pc:sldChg chg="addSp delSp modSp add mod ord modAnim modNotesTx">
        <pc:chgData name="Venkatesh Patil" userId="d9f36aa470552ec6" providerId="LiveId" clId="{934A67C8-6075-4AD0-8B8A-4E5348463E88}" dt="2024-02-20T22:03:30.502" v="23447" actId="20577"/>
        <pc:sldMkLst>
          <pc:docMk/>
          <pc:sldMk cId="1295087332" sldId="1347"/>
        </pc:sldMkLst>
        <pc:spChg chg="mod">
          <ac:chgData name="Venkatesh Patil" userId="d9f36aa470552ec6" providerId="LiveId" clId="{934A67C8-6075-4AD0-8B8A-4E5348463E88}" dt="2024-02-19T19:36:55.649" v="13493" actId="20577"/>
          <ac:spMkLst>
            <pc:docMk/>
            <pc:sldMk cId="1295087332" sldId="1347"/>
            <ac:spMk id="2" creationId="{8CA3356F-5353-CD80-548B-E3A01D2F727D}"/>
          </ac:spMkLst>
        </pc:spChg>
        <pc:spChg chg="add del mod">
          <ac:chgData name="Venkatesh Patil" userId="d9f36aa470552ec6" providerId="LiveId" clId="{934A67C8-6075-4AD0-8B8A-4E5348463E88}" dt="2024-02-19T19:37:56.108" v="13507" actId="478"/>
          <ac:spMkLst>
            <pc:docMk/>
            <pc:sldMk cId="1295087332" sldId="1347"/>
            <ac:spMk id="8" creationId="{4E7C05FD-D1BA-9862-4AD3-056AC3D276C3}"/>
          </ac:spMkLst>
        </pc:spChg>
        <pc:spChg chg="add del mod topLvl">
          <ac:chgData name="Venkatesh Patil" userId="d9f36aa470552ec6" providerId="LiveId" clId="{934A67C8-6075-4AD0-8B8A-4E5348463E88}" dt="2024-02-19T19:37:47.873" v="13504" actId="478"/>
          <ac:spMkLst>
            <pc:docMk/>
            <pc:sldMk cId="1295087332" sldId="1347"/>
            <ac:spMk id="10" creationId="{5E0E491C-DC27-32D1-03D8-A6153F90B072}"/>
          </ac:spMkLst>
        </pc:spChg>
        <pc:spChg chg="add del mod topLvl">
          <ac:chgData name="Venkatesh Patil" userId="d9f36aa470552ec6" providerId="LiveId" clId="{934A67C8-6075-4AD0-8B8A-4E5348463E88}" dt="2024-02-19T19:37:44.239" v="13503" actId="478"/>
          <ac:spMkLst>
            <pc:docMk/>
            <pc:sldMk cId="1295087332" sldId="1347"/>
            <ac:spMk id="11" creationId="{4492A33E-6045-F286-A413-AC5456108704}"/>
          </ac:spMkLst>
        </pc:spChg>
        <pc:spChg chg="del">
          <ac:chgData name="Venkatesh Patil" userId="d9f36aa470552ec6" providerId="LiveId" clId="{934A67C8-6075-4AD0-8B8A-4E5348463E88}" dt="2024-02-19T19:37:50.528" v="13505" actId="478"/>
          <ac:spMkLst>
            <pc:docMk/>
            <pc:sldMk cId="1295087332" sldId="1347"/>
            <ac:spMk id="13" creationId="{B429E2ED-139F-3E56-4298-AD5B791DEE0E}"/>
          </ac:spMkLst>
        </pc:spChg>
        <pc:spChg chg="add mod">
          <ac:chgData name="Venkatesh Patil" userId="d9f36aa470552ec6" providerId="LiveId" clId="{934A67C8-6075-4AD0-8B8A-4E5348463E88}" dt="2024-02-20T22:03:30.502" v="23447" actId="20577"/>
          <ac:spMkLst>
            <pc:docMk/>
            <pc:sldMk cId="1295087332" sldId="1347"/>
            <ac:spMk id="14" creationId="{046161B3-B992-C7DA-B329-A5B6D0778E2B}"/>
          </ac:spMkLst>
        </pc:spChg>
        <pc:grpChg chg="add del">
          <ac:chgData name="Venkatesh Patil" userId="d9f36aa470552ec6" providerId="LiveId" clId="{934A67C8-6075-4AD0-8B8A-4E5348463E88}" dt="2024-02-19T19:37:47.873" v="13504" actId="478"/>
          <ac:grpSpMkLst>
            <pc:docMk/>
            <pc:sldMk cId="1295087332" sldId="1347"/>
            <ac:grpSpMk id="12" creationId="{DCCC2CB2-5A29-F45F-853F-2CCD327FE6CC}"/>
          </ac:grpSpMkLst>
        </pc:grpChg>
        <pc:graphicFrameChg chg="add del mod topLvl">
          <ac:chgData name="Venkatesh Patil" userId="d9f36aa470552ec6" providerId="LiveId" clId="{934A67C8-6075-4AD0-8B8A-4E5348463E88}" dt="2024-02-19T20:12:20.987" v="14241" actId="1076"/>
          <ac:graphicFrameMkLst>
            <pc:docMk/>
            <pc:sldMk cId="1295087332" sldId="1347"/>
            <ac:graphicFrameMk id="9" creationId="{0AEFC807-276F-6825-F804-D32F05CCAADB}"/>
          </ac:graphicFrameMkLst>
        </pc:graphicFrameChg>
      </pc:sldChg>
      <pc:sldChg chg="addSp delSp modSp add mod ord modAnim">
        <pc:chgData name="Venkatesh Patil" userId="d9f36aa470552ec6" providerId="LiveId" clId="{934A67C8-6075-4AD0-8B8A-4E5348463E88}" dt="2024-02-20T21:59:59.849" v="23088" actId="20577"/>
        <pc:sldMkLst>
          <pc:docMk/>
          <pc:sldMk cId="2631670437" sldId="1348"/>
        </pc:sldMkLst>
        <pc:spChg chg="mod">
          <ac:chgData name="Venkatesh Patil" userId="d9f36aa470552ec6" providerId="LiveId" clId="{934A67C8-6075-4AD0-8B8A-4E5348463E88}" dt="2024-02-20T21:59:59.849" v="23088" actId="20577"/>
          <ac:spMkLst>
            <pc:docMk/>
            <pc:sldMk cId="2631670437" sldId="1348"/>
            <ac:spMk id="2" creationId="{73CA2123-F989-FE21-FA77-42B6E20437D7}"/>
          </ac:spMkLst>
        </pc:spChg>
        <pc:graphicFrameChg chg="del">
          <ac:chgData name="Venkatesh Patil" userId="d9f36aa470552ec6" providerId="LiveId" clId="{934A67C8-6075-4AD0-8B8A-4E5348463E88}" dt="2024-02-19T20:01:25.340" v="13549" actId="478"/>
          <ac:graphicFrameMkLst>
            <pc:docMk/>
            <pc:sldMk cId="2631670437" sldId="1348"/>
            <ac:graphicFrameMk id="9" creationId="{D3FE02D4-E133-176C-2E00-77205F793554}"/>
          </ac:graphicFrameMkLst>
        </pc:graphicFrameChg>
        <pc:picChg chg="add mod">
          <ac:chgData name="Venkatesh Patil" userId="d9f36aa470552ec6" providerId="LiveId" clId="{934A67C8-6075-4AD0-8B8A-4E5348463E88}" dt="2024-02-19T20:01:29.150" v="13551" actId="1076"/>
          <ac:picMkLst>
            <pc:docMk/>
            <pc:sldMk cId="2631670437" sldId="1348"/>
            <ac:picMk id="8" creationId="{6F2F1439-C6BF-0013-CCEB-25504AAE23B8}"/>
          </ac:picMkLst>
        </pc:picChg>
        <pc:picChg chg="add mod">
          <ac:chgData name="Venkatesh Patil" userId="d9f36aa470552ec6" providerId="LiveId" clId="{934A67C8-6075-4AD0-8B8A-4E5348463E88}" dt="2024-02-19T20:02:12.287" v="13553" actId="1076"/>
          <ac:picMkLst>
            <pc:docMk/>
            <pc:sldMk cId="2631670437" sldId="1348"/>
            <ac:picMk id="11" creationId="{3876FD81-4709-A897-173B-EDE8EE8CB0E1}"/>
          </ac:picMkLst>
        </pc:picChg>
      </pc:sldChg>
      <pc:sldChg chg="addSp delSp modSp add mod modAnim">
        <pc:chgData name="Venkatesh Patil" userId="d9f36aa470552ec6" providerId="LiveId" clId="{934A67C8-6075-4AD0-8B8A-4E5348463E88}" dt="2024-02-20T22:00:34.365" v="23115"/>
        <pc:sldMkLst>
          <pc:docMk/>
          <pc:sldMk cId="3077969390" sldId="1349"/>
        </pc:sldMkLst>
        <pc:spChg chg="mod">
          <ac:chgData name="Venkatesh Patil" userId="d9f36aa470552ec6" providerId="LiveId" clId="{934A67C8-6075-4AD0-8B8A-4E5348463E88}" dt="2024-02-20T22:00:27.316" v="23113" actId="20577"/>
          <ac:spMkLst>
            <pc:docMk/>
            <pc:sldMk cId="3077969390" sldId="1349"/>
            <ac:spMk id="2" creationId="{57E2C97C-959D-989E-9908-68BFD61D288B}"/>
          </ac:spMkLst>
        </pc:spChg>
        <pc:spChg chg="add mod">
          <ac:chgData name="Venkatesh Patil" userId="d9f36aa470552ec6" providerId="LiveId" clId="{934A67C8-6075-4AD0-8B8A-4E5348463E88}" dt="2024-02-19T20:11:47.157" v="14239" actId="1076"/>
          <ac:spMkLst>
            <pc:docMk/>
            <pc:sldMk cId="3077969390" sldId="1349"/>
            <ac:spMk id="10" creationId="{ED0BDCFF-01D2-E851-04CD-B1FB8E327AB3}"/>
          </ac:spMkLst>
        </pc:spChg>
        <pc:picChg chg="del">
          <ac:chgData name="Venkatesh Patil" userId="d9f36aa470552ec6" providerId="LiveId" clId="{934A67C8-6075-4AD0-8B8A-4E5348463E88}" dt="2024-02-19T20:03:33.339" v="13556" actId="478"/>
          <ac:picMkLst>
            <pc:docMk/>
            <pc:sldMk cId="3077969390" sldId="1349"/>
            <ac:picMk id="8" creationId="{ADBB98C1-9A67-FD8D-CA8F-063CF476B5CA}"/>
          </ac:picMkLst>
        </pc:picChg>
        <pc:picChg chg="add mod">
          <ac:chgData name="Venkatesh Patil" userId="d9f36aa470552ec6" providerId="LiveId" clId="{934A67C8-6075-4AD0-8B8A-4E5348463E88}" dt="2024-02-19T20:11:50.158" v="14240" actId="1076"/>
          <ac:picMkLst>
            <pc:docMk/>
            <pc:sldMk cId="3077969390" sldId="1349"/>
            <ac:picMk id="9" creationId="{DE09FB17-A97C-E9D4-1D5B-B8B0DEDE24E8}"/>
          </ac:picMkLst>
        </pc:picChg>
        <pc:picChg chg="del">
          <ac:chgData name="Venkatesh Patil" userId="d9f36aa470552ec6" providerId="LiveId" clId="{934A67C8-6075-4AD0-8B8A-4E5348463E88}" dt="2024-02-19T20:03:32.285" v="13555" actId="478"/>
          <ac:picMkLst>
            <pc:docMk/>
            <pc:sldMk cId="3077969390" sldId="1349"/>
            <ac:picMk id="11" creationId="{43B5567A-68E3-EAD0-B56D-C6E7D85E4EBA}"/>
          </ac:picMkLst>
        </pc:picChg>
      </pc:sldChg>
      <pc:sldChg chg="addSp delSp modSp add mod modAnim">
        <pc:chgData name="Venkatesh Patil" userId="d9f36aa470552ec6" providerId="LiveId" clId="{934A67C8-6075-4AD0-8B8A-4E5348463E88}" dt="2024-02-20T22:05:48.927" v="23484" actId="20577"/>
        <pc:sldMkLst>
          <pc:docMk/>
          <pc:sldMk cId="1814621006" sldId="1350"/>
        </pc:sldMkLst>
        <pc:spChg chg="mod">
          <ac:chgData name="Venkatesh Patil" userId="d9f36aa470552ec6" providerId="LiveId" clId="{934A67C8-6075-4AD0-8B8A-4E5348463E88}" dt="2024-02-19T20:28:42.877" v="14347" actId="20577"/>
          <ac:spMkLst>
            <pc:docMk/>
            <pc:sldMk cId="1814621006" sldId="1350"/>
            <ac:spMk id="2" creationId="{E63AF07B-A1EF-14BC-76D6-5D600042DC70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0" creationId="{5483AD30-9022-DF84-85FD-BF647E247A8F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1" creationId="{D0279079-3243-8B3B-7A73-7020B1F39B9C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2" creationId="{9BD3C706-5ACE-284E-1831-7B5CE53D5A8E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3" creationId="{5D4949FC-924F-C62A-8D3F-485A6652BFBC}"/>
          </ac:spMkLst>
        </pc:spChg>
        <pc:spChg chg="mod">
          <ac:chgData name="Venkatesh Patil" userId="d9f36aa470552ec6" providerId="LiveId" clId="{934A67C8-6075-4AD0-8B8A-4E5348463E88}" dt="2024-02-20T22:03:52.159" v="23458" actId="20577"/>
          <ac:spMkLst>
            <pc:docMk/>
            <pc:sldMk cId="1814621006" sldId="1350"/>
            <ac:spMk id="14" creationId="{AB02DD8E-FFAB-FFC3-5736-FB951F5EC93F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5" creationId="{5A7FF9DD-0989-A44D-1FA1-5734FED02D5C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6" creationId="{C817EF3D-F701-B284-416A-1A8B20E949FE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7" creationId="{C0C4A634-A846-AF19-9BB6-BB7C72887A07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8" creationId="{A46E7C06-3D78-DF0B-B6C6-4686BB6CD16B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19" creationId="{A00A9BFE-F879-6EC3-3CE0-AC1DD10B7764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20" creationId="{7E0DC327-05A1-A4D8-D486-041D864C8DF6}"/>
          </ac:spMkLst>
        </pc:spChg>
        <pc:spChg chg="add mod">
          <ac:chgData name="Venkatesh Patil" userId="d9f36aa470552ec6" providerId="LiveId" clId="{934A67C8-6075-4AD0-8B8A-4E5348463E88}" dt="2024-02-19T20:38:42.105" v="14717" actId="164"/>
          <ac:spMkLst>
            <pc:docMk/>
            <pc:sldMk cId="1814621006" sldId="1350"/>
            <ac:spMk id="21" creationId="{36F1EC7E-0978-3111-6C17-B29284D56AF5}"/>
          </ac:spMkLst>
        </pc:spChg>
        <pc:spChg chg="add mod">
          <ac:chgData name="Venkatesh Patil" userId="d9f36aa470552ec6" providerId="LiveId" clId="{934A67C8-6075-4AD0-8B8A-4E5348463E88}" dt="2024-02-19T20:38:51.827" v="14720" actId="164"/>
          <ac:spMkLst>
            <pc:docMk/>
            <pc:sldMk cId="1814621006" sldId="1350"/>
            <ac:spMk id="22" creationId="{3C8CB24B-3849-B2CF-3813-5A699A889D4A}"/>
          </ac:spMkLst>
        </pc:spChg>
        <pc:spChg chg="add mod">
          <ac:chgData name="Venkatesh Patil" userId="d9f36aa470552ec6" providerId="LiveId" clId="{934A67C8-6075-4AD0-8B8A-4E5348463E88}" dt="2024-02-20T22:05:48.927" v="23484" actId="20577"/>
          <ac:spMkLst>
            <pc:docMk/>
            <pc:sldMk cId="1814621006" sldId="1350"/>
            <ac:spMk id="25" creationId="{A6831D8A-A29E-DB65-0D61-D7113A648389}"/>
          </ac:spMkLst>
        </pc:spChg>
        <pc:spChg chg="add mod">
          <ac:chgData name="Venkatesh Patil" userId="d9f36aa470552ec6" providerId="LiveId" clId="{934A67C8-6075-4AD0-8B8A-4E5348463E88}" dt="2024-02-19T20:43:43.295" v="14939" actId="1076"/>
          <ac:spMkLst>
            <pc:docMk/>
            <pc:sldMk cId="1814621006" sldId="1350"/>
            <ac:spMk id="35" creationId="{0F693CF1-976D-E486-7BE2-7C7E20FBB376}"/>
          </ac:spMkLst>
        </pc:spChg>
        <pc:grpChg chg="add mod">
          <ac:chgData name="Venkatesh Patil" userId="d9f36aa470552ec6" providerId="LiveId" clId="{934A67C8-6075-4AD0-8B8A-4E5348463E88}" dt="2024-02-19T20:38:51.827" v="14720" actId="164"/>
          <ac:grpSpMkLst>
            <pc:docMk/>
            <pc:sldMk cId="1814621006" sldId="1350"/>
            <ac:grpSpMk id="23" creationId="{81FA6E2F-E110-5F47-AF96-A00FC28DDC69}"/>
          </ac:grpSpMkLst>
        </pc:grpChg>
        <pc:grpChg chg="add mod">
          <ac:chgData name="Venkatesh Patil" userId="d9f36aa470552ec6" providerId="LiveId" clId="{934A67C8-6075-4AD0-8B8A-4E5348463E88}" dt="2024-02-19T20:38:55.073" v="14721" actId="1076"/>
          <ac:grpSpMkLst>
            <pc:docMk/>
            <pc:sldMk cId="1814621006" sldId="1350"/>
            <ac:grpSpMk id="24" creationId="{55D30D07-13AC-2129-7EA1-17B706C2D216}"/>
          </ac:grpSpMkLst>
        </pc:grpChg>
        <pc:graphicFrameChg chg="del mod">
          <ac:chgData name="Venkatesh Patil" userId="d9f36aa470552ec6" providerId="LiveId" clId="{934A67C8-6075-4AD0-8B8A-4E5348463E88}" dt="2024-02-19T20:28:48.531" v="14349" actId="478"/>
          <ac:graphicFrameMkLst>
            <pc:docMk/>
            <pc:sldMk cId="1814621006" sldId="1350"/>
            <ac:graphicFrameMk id="9" creationId="{D2464056-327B-CE9D-3A9B-9023EA56F1B3}"/>
          </ac:graphicFrameMkLst>
        </pc:graphicFrameChg>
        <pc:picChg chg="add mod">
          <ac:chgData name="Venkatesh Patil" userId="d9f36aa470552ec6" providerId="LiveId" clId="{934A67C8-6075-4AD0-8B8A-4E5348463E88}" dt="2024-02-19T21:04:51.385" v="15759" actId="1076"/>
          <ac:picMkLst>
            <pc:docMk/>
            <pc:sldMk cId="1814621006" sldId="1350"/>
            <ac:picMk id="8" creationId="{A0EF837F-CA78-27A3-E44B-4AB6149526A4}"/>
          </ac:picMkLst>
        </pc:picChg>
        <pc:cxnChg chg="add mod">
          <ac:chgData name="Venkatesh Patil" userId="d9f36aa470552ec6" providerId="LiveId" clId="{934A67C8-6075-4AD0-8B8A-4E5348463E88}" dt="2024-02-19T20:42:03.474" v="14883" actId="1582"/>
          <ac:cxnSpMkLst>
            <pc:docMk/>
            <pc:sldMk cId="1814621006" sldId="1350"/>
            <ac:cxnSpMk id="27" creationId="{F4960762-C962-63B5-8CE3-949D7FD737CE}"/>
          </ac:cxnSpMkLst>
        </pc:cxnChg>
        <pc:cxnChg chg="add mod">
          <ac:chgData name="Venkatesh Patil" userId="d9f36aa470552ec6" providerId="LiveId" clId="{934A67C8-6075-4AD0-8B8A-4E5348463E88}" dt="2024-02-19T20:42:29.348" v="14888" actId="14100"/>
          <ac:cxnSpMkLst>
            <pc:docMk/>
            <pc:sldMk cId="1814621006" sldId="1350"/>
            <ac:cxnSpMk id="28" creationId="{FF9571EF-6AAB-FE19-47A4-08BF6DF1FBCD}"/>
          </ac:cxnSpMkLst>
        </pc:cxnChg>
        <pc:cxnChg chg="add mod">
          <ac:chgData name="Venkatesh Patil" userId="d9f36aa470552ec6" providerId="LiveId" clId="{934A67C8-6075-4AD0-8B8A-4E5348463E88}" dt="2024-02-19T20:42:34.654" v="14890" actId="1076"/>
          <ac:cxnSpMkLst>
            <pc:docMk/>
            <pc:sldMk cId="1814621006" sldId="1350"/>
            <ac:cxnSpMk id="31" creationId="{F85FEB17-FB7C-E641-58E7-240514DFD057}"/>
          </ac:cxnSpMkLst>
        </pc:cxnChg>
        <pc:cxnChg chg="add mod">
          <ac:chgData name="Venkatesh Patil" userId="d9f36aa470552ec6" providerId="LiveId" clId="{934A67C8-6075-4AD0-8B8A-4E5348463E88}" dt="2024-02-19T20:42:40.704" v="14892" actId="1076"/>
          <ac:cxnSpMkLst>
            <pc:docMk/>
            <pc:sldMk cId="1814621006" sldId="1350"/>
            <ac:cxnSpMk id="32" creationId="{1F537E8B-DEE2-4162-ED0F-2E07813F181B}"/>
          </ac:cxnSpMkLst>
        </pc:cxnChg>
        <pc:cxnChg chg="add del mod">
          <ac:chgData name="Venkatesh Patil" userId="d9f36aa470552ec6" providerId="LiveId" clId="{934A67C8-6075-4AD0-8B8A-4E5348463E88}" dt="2024-02-19T20:42:45.359" v="14894" actId="478"/>
          <ac:cxnSpMkLst>
            <pc:docMk/>
            <pc:sldMk cId="1814621006" sldId="1350"/>
            <ac:cxnSpMk id="33" creationId="{A0C652C7-A644-8B0E-CAC0-4A8CBE06AE55}"/>
          </ac:cxnSpMkLst>
        </pc:cxnChg>
        <pc:cxnChg chg="add mod">
          <ac:chgData name="Venkatesh Patil" userId="d9f36aa470552ec6" providerId="LiveId" clId="{934A67C8-6075-4AD0-8B8A-4E5348463E88}" dt="2024-02-19T20:42:54.164" v="14896" actId="1076"/>
          <ac:cxnSpMkLst>
            <pc:docMk/>
            <pc:sldMk cId="1814621006" sldId="1350"/>
            <ac:cxnSpMk id="34" creationId="{922B9CE9-B616-FD83-EDF7-DC692373E6C0}"/>
          </ac:cxnSpMkLst>
        </pc:cxnChg>
      </pc:sldChg>
      <pc:sldChg chg="addSp delSp modSp add mod delAnim modAnim">
        <pc:chgData name="Venkatesh Patil" userId="d9f36aa470552ec6" providerId="LiveId" clId="{934A67C8-6075-4AD0-8B8A-4E5348463E88}" dt="2024-02-21T17:08:59.520" v="23865" actId="1076"/>
        <pc:sldMkLst>
          <pc:docMk/>
          <pc:sldMk cId="1500146779" sldId="1351"/>
        </pc:sldMkLst>
        <pc:spChg chg="add mod">
          <ac:chgData name="Venkatesh Patil" userId="d9f36aa470552ec6" providerId="LiveId" clId="{934A67C8-6075-4AD0-8B8A-4E5348463E88}" dt="2024-02-20T22:08:43.586" v="23510" actId="20577"/>
          <ac:spMkLst>
            <pc:docMk/>
            <pc:sldMk cId="1500146779" sldId="1351"/>
            <ac:spMk id="3" creationId="{A81DE008-909C-1D32-DEFA-2DFFA5E02271}"/>
          </ac:spMkLst>
        </pc:spChg>
        <pc:spChg chg="add mod">
          <ac:chgData name="Venkatesh Patil" userId="d9f36aa470552ec6" providerId="LiveId" clId="{934A67C8-6075-4AD0-8B8A-4E5348463E88}" dt="2024-02-20T22:09:46.326" v="23635" actId="14100"/>
          <ac:spMkLst>
            <pc:docMk/>
            <pc:sldMk cId="1500146779" sldId="1351"/>
            <ac:spMk id="8" creationId="{6E412D73-93B6-CC00-6928-2E59C89FF2D7}"/>
          </ac:spMkLst>
        </pc:spChg>
        <pc:spChg chg="mod topLvl">
          <ac:chgData name="Venkatesh Patil" userId="d9f36aa470552ec6" providerId="LiveId" clId="{934A67C8-6075-4AD0-8B8A-4E5348463E88}" dt="2024-02-20T22:06:49.430" v="23494" actId="165"/>
          <ac:spMkLst>
            <pc:docMk/>
            <pc:sldMk cId="1500146779" sldId="1351"/>
            <ac:spMk id="10" creationId="{44A1E86D-77FC-30F5-A5AD-60E8C13781AC}"/>
          </ac:spMkLst>
        </pc:spChg>
        <pc:spChg chg="del mod topLvl">
          <ac:chgData name="Venkatesh Patil" userId="d9f36aa470552ec6" providerId="LiveId" clId="{934A67C8-6075-4AD0-8B8A-4E5348463E88}" dt="2024-02-19T20:48:14.017" v="15283" actId="478"/>
          <ac:spMkLst>
            <pc:docMk/>
            <pc:sldMk cId="1500146779" sldId="1351"/>
            <ac:spMk id="11" creationId="{3FBEE454-08FB-7041-6963-6829F847DB70}"/>
          </ac:spMkLst>
        </pc:spChg>
        <pc:spChg chg="del mod topLvl">
          <ac:chgData name="Venkatesh Patil" userId="d9f36aa470552ec6" providerId="LiveId" clId="{934A67C8-6075-4AD0-8B8A-4E5348463E88}" dt="2024-02-19T20:48:15.087" v="15284" actId="478"/>
          <ac:spMkLst>
            <pc:docMk/>
            <pc:sldMk cId="1500146779" sldId="1351"/>
            <ac:spMk id="12" creationId="{6E3B30A9-3B75-7D34-E214-13A07C099A91}"/>
          </ac:spMkLst>
        </pc:spChg>
        <pc:spChg chg="del mod topLvl">
          <ac:chgData name="Venkatesh Patil" userId="d9f36aa470552ec6" providerId="LiveId" clId="{934A67C8-6075-4AD0-8B8A-4E5348463E88}" dt="2024-02-19T20:48:16.798" v="15285" actId="478"/>
          <ac:spMkLst>
            <pc:docMk/>
            <pc:sldMk cId="1500146779" sldId="1351"/>
            <ac:spMk id="13" creationId="{B56986CB-6610-EBF2-E0E9-2955E6BAD14F}"/>
          </ac:spMkLst>
        </pc:spChg>
        <pc:spChg chg="mod">
          <ac:chgData name="Venkatesh Patil" userId="d9f36aa470552ec6" providerId="LiveId" clId="{934A67C8-6075-4AD0-8B8A-4E5348463E88}" dt="2024-02-20T22:06:09.954" v="23488" actId="207"/>
          <ac:spMkLst>
            <pc:docMk/>
            <pc:sldMk cId="1500146779" sldId="1351"/>
            <ac:spMk id="14" creationId="{E742F32B-F97D-7591-DB77-37FD503B383A}"/>
          </ac:spMkLst>
        </pc:spChg>
        <pc:spChg chg="mod topLvl">
          <ac:chgData name="Venkatesh Patil" userId="d9f36aa470552ec6" providerId="LiveId" clId="{934A67C8-6075-4AD0-8B8A-4E5348463E88}" dt="2024-02-20T22:06:49.430" v="23494" actId="165"/>
          <ac:spMkLst>
            <pc:docMk/>
            <pc:sldMk cId="1500146779" sldId="1351"/>
            <ac:spMk id="15" creationId="{24CBB094-FD86-B9DB-AB21-F1184603C705}"/>
          </ac:spMkLst>
        </pc:spChg>
        <pc:spChg chg="del mod topLvl">
          <ac:chgData name="Venkatesh Patil" userId="d9f36aa470552ec6" providerId="LiveId" clId="{934A67C8-6075-4AD0-8B8A-4E5348463E88}" dt="2024-02-19T20:48:31.338" v="15301" actId="478"/>
          <ac:spMkLst>
            <pc:docMk/>
            <pc:sldMk cId="1500146779" sldId="1351"/>
            <ac:spMk id="16" creationId="{17640AEB-B820-270A-4E42-B2F00E074A44}"/>
          </ac:spMkLst>
        </pc:spChg>
        <pc:spChg chg="del mod topLvl">
          <ac:chgData name="Venkatesh Patil" userId="d9f36aa470552ec6" providerId="LiveId" clId="{934A67C8-6075-4AD0-8B8A-4E5348463E88}" dt="2024-02-19T20:48:34.573" v="15304" actId="478"/>
          <ac:spMkLst>
            <pc:docMk/>
            <pc:sldMk cId="1500146779" sldId="1351"/>
            <ac:spMk id="17" creationId="{C56179A7-395A-7C77-04E1-83288C6BDE84}"/>
          </ac:spMkLst>
        </pc:spChg>
        <pc:spChg chg="del mod topLvl">
          <ac:chgData name="Venkatesh Patil" userId="d9f36aa470552ec6" providerId="LiveId" clId="{934A67C8-6075-4AD0-8B8A-4E5348463E88}" dt="2024-02-19T20:48:33.298" v="15303" actId="478"/>
          <ac:spMkLst>
            <pc:docMk/>
            <pc:sldMk cId="1500146779" sldId="1351"/>
            <ac:spMk id="18" creationId="{23744708-65EA-8AD3-7B72-6B05D8239081}"/>
          </ac:spMkLst>
        </pc:spChg>
        <pc:spChg chg="del">
          <ac:chgData name="Venkatesh Patil" userId="d9f36aa470552ec6" providerId="LiveId" clId="{934A67C8-6075-4AD0-8B8A-4E5348463E88}" dt="2024-02-19T20:47:44.407" v="15277" actId="478"/>
          <ac:spMkLst>
            <pc:docMk/>
            <pc:sldMk cId="1500146779" sldId="1351"/>
            <ac:spMk id="19" creationId="{A524FE66-0E85-E065-4861-B9807B40A331}"/>
          </ac:spMkLst>
        </pc:spChg>
        <pc:spChg chg="mod topLvl">
          <ac:chgData name="Venkatesh Patil" userId="d9f36aa470552ec6" providerId="LiveId" clId="{934A67C8-6075-4AD0-8B8A-4E5348463E88}" dt="2024-02-20T22:06:49.430" v="23494" actId="165"/>
          <ac:spMkLst>
            <pc:docMk/>
            <pc:sldMk cId="1500146779" sldId="1351"/>
            <ac:spMk id="20" creationId="{93F5C5C4-A01F-9CCC-9680-212DEC266CF7}"/>
          </ac:spMkLst>
        </pc:spChg>
        <pc:spChg chg="mod topLvl">
          <ac:chgData name="Venkatesh Patil" userId="d9f36aa470552ec6" providerId="LiveId" clId="{934A67C8-6075-4AD0-8B8A-4E5348463E88}" dt="2024-02-20T22:06:49.430" v="23494" actId="165"/>
          <ac:spMkLst>
            <pc:docMk/>
            <pc:sldMk cId="1500146779" sldId="1351"/>
            <ac:spMk id="21" creationId="{86BAE736-F384-D777-1A59-13C9D2204847}"/>
          </ac:spMkLst>
        </pc:spChg>
        <pc:spChg chg="del mod topLvl">
          <ac:chgData name="Venkatesh Patil" userId="d9f36aa470552ec6" providerId="LiveId" clId="{934A67C8-6075-4AD0-8B8A-4E5348463E88}" dt="2024-02-20T22:11:10.461" v="23645" actId="478"/>
          <ac:spMkLst>
            <pc:docMk/>
            <pc:sldMk cId="1500146779" sldId="1351"/>
            <ac:spMk id="22" creationId="{0B5F6103-1184-ACE8-DCB8-4739A4EBFA40}"/>
          </ac:spMkLst>
        </pc:spChg>
        <pc:spChg chg="del">
          <ac:chgData name="Venkatesh Patil" userId="d9f36aa470552ec6" providerId="LiveId" clId="{934A67C8-6075-4AD0-8B8A-4E5348463E88}" dt="2024-02-19T20:47:39.465" v="15276" actId="478"/>
          <ac:spMkLst>
            <pc:docMk/>
            <pc:sldMk cId="1500146779" sldId="1351"/>
            <ac:spMk id="25" creationId="{769050BB-7DF0-824A-6AE0-5099E0C3A12F}"/>
          </ac:spMkLst>
        </pc:spChg>
        <pc:spChg chg="add mod topLvl">
          <ac:chgData name="Venkatesh Patil" userId="d9f36aa470552ec6" providerId="LiveId" clId="{934A67C8-6075-4AD0-8B8A-4E5348463E88}" dt="2024-02-20T22:06:49.430" v="23494" actId="165"/>
          <ac:spMkLst>
            <pc:docMk/>
            <pc:sldMk cId="1500146779" sldId="1351"/>
            <ac:spMk id="30" creationId="{82F52E89-0ADF-4A66-8406-DFA48A4E543D}"/>
          </ac:spMkLst>
        </pc:spChg>
        <pc:spChg chg="add mod topLvl">
          <ac:chgData name="Venkatesh Patil" userId="d9f36aa470552ec6" providerId="LiveId" clId="{934A67C8-6075-4AD0-8B8A-4E5348463E88}" dt="2024-02-20T22:08:24.565" v="23505" actId="21"/>
          <ac:spMkLst>
            <pc:docMk/>
            <pc:sldMk cId="1500146779" sldId="1351"/>
            <ac:spMk id="33" creationId="{F5B0F5C9-7F97-EFC5-2D15-6DD886286905}"/>
          </ac:spMkLst>
        </pc:spChg>
        <pc:spChg chg="del mod topLvl">
          <ac:chgData name="Venkatesh Patil" userId="d9f36aa470552ec6" providerId="LiveId" clId="{934A67C8-6075-4AD0-8B8A-4E5348463E88}" dt="2024-02-20T22:10:18.995" v="23637" actId="478"/>
          <ac:spMkLst>
            <pc:docMk/>
            <pc:sldMk cId="1500146779" sldId="1351"/>
            <ac:spMk id="35" creationId="{DA6016E5-8487-FC2B-FBD8-3B6FD48747F9}"/>
          </ac:spMkLst>
        </pc:spChg>
        <pc:spChg chg="add mod topLvl">
          <ac:chgData name="Venkatesh Patil" userId="d9f36aa470552ec6" providerId="LiveId" clId="{934A67C8-6075-4AD0-8B8A-4E5348463E88}" dt="2024-02-20T22:06:49.430" v="23494" actId="165"/>
          <ac:spMkLst>
            <pc:docMk/>
            <pc:sldMk cId="1500146779" sldId="1351"/>
            <ac:spMk id="38" creationId="{28E5FC61-19E8-EE7C-EF89-9E7F8ED7912F}"/>
          </ac:spMkLst>
        </pc:spChg>
        <pc:grpChg chg="del mod topLvl">
          <ac:chgData name="Venkatesh Patil" userId="d9f36aa470552ec6" providerId="LiveId" clId="{934A67C8-6075-4AD0-8B8A-4E5348463E88}" dt="2024-02-19T20:48:03.421" v="15279" actId="165"/>
          <ac:grpSpMkLst>
            <pc:docMk/>
            <pc:sldMk cId="1500146779" sldId="1351"/>
            <ac:grpSpMk id="23" creationId="{5D6E4482-F0E0-44E6-478A-D3A882F86B65}"/>
          </ac:grpSpMkLst>
        </pc:grpChg>
        <pc:grpChg chg="add del">
          <ac:chgData name="Venkatesh Patil" userId="d9f36aa470552ec6" providerId="LiveId" clId="{934A67C8-6075-4AD0-8B8A-4E5348463E88}" dt="2024-02-19T20:47:53.421" v="15278" actId="165"/>
          <ac:grpSpMkLst>
            <pc:docMk/>
            <pc:sldMk cId="1500146779" sldId="1351"/>
            <ac:grpSpMk id="24" creationId="{99103962-EA40-2DA4-158F-A9F3CFA626DF}"/>
          </ac:grpSpMkLst>
        </pc:grpChg>
        <pc:grpChg chg="add del mod topLvl">
          <ac:chgData name="Venkatesh Patil" userId="d9f36aa470552ec6" providerId="LiveId" clId="{934A67C8-6075-4AD0-8B8A-4E5348463E88}" dt="2024-02-20T22:06:49.430" v="23494" actId="165"/>
          <ac:grpSpMkLst>
            <pc:docMk/>
            <pc:sldMk cId="1500146779" sldId="1351"/>
            <ac:grpSpMk id="39" creationId="{CF9B6151-13E2-1598-733B-136B7007610B}"/>
          </ac:grpSpMkLst>
        </pc:grpChg>
        <pc:grpChg chg="add del mod">
          <ac:chgData name="Venkatesh Patil" userId="d9f36aa470552ec6" providerId="LiveId" clId="{934A67C8-6075-4AD0-8B8A-4E5348463E88}" dt="2024-02-20T22:06:42.579" v="23493" actId="165"/>
          <ac:grpSpMkLst>
            <pc:docMk/>
            <pc:sldMk cId="1500146779" sldId="1351"/>
            <ac:grpSpMk id="40" creationId="{54388DCA-8984-77E1-A068-A93CBF92BF4E}"/>
          </ac:grpSpMkLst>
        </pc:grpChg>
        <pc:picChg chg="del">
          <ac:chgData name="Venkatesh Patil" userId="d9f36aa470552ec6" providerId="LiveId" clId="{934A67C8-6075-4AD0-8B8A-4E5348463E88}" dt="2024-02-19T20:44:44.971" v="14942" actId="478"/>
          <ac:picMkLst>
            <pc:docMk/>
            <pc:sldMk cId="1500146779" sldId="1351"/>
            <ac:picMk id="8" creationId="{57C9EC6F-E5D2-BBBF-1E38-F64B8976A01B}"/>
          </ac:picMkLst>
        </pc:picChg>
        <pc:picChg chg="add del mod">
          <ac:chgData name="Venkatesh Patil" userId="d9f36aa470552ec6" providerId="LiveId" clId="{934A67C8-6075-4AD0-8B8A-4E5348463E88}" dt="2024-02-19T20:53:22.060" v="15484" actId="478"/>
          <ac:picMkLst>
            <pc:docMk/>
            <pc:sldMk cId="1500146779" sldId="1351"/>
            <ac:picMk id="9" creationId="{729C67BD-17A0-3D96-2FD6-3BC021535F59}"/>
          </ac:picMkLst>
        </pc:picChg>
        <pc:picChg chg="add mod">
          <ac:chgData name="Venkatesh Patil" userId="d9f36aa470552ec6" providerId="LiveId" clId="{934A67C8-6075-4AD0-8B8A-4E5348463E88}" dt="2024-02-21T17:08:59.520" v="23865" actId="1076"/>
          <ac:picMkLst>
            <pc:docMk/>
            <pc:sldMk cId="1500146779" sldId="1351"/>
            <ac:picMk id="11" creationId="{64F265C9-97F2-7F96-BD2E-C250736D7A1E}"/>
          </ac:picMkLst>
        </pc:picChg>
        <pc:picChg chg="add del mod">
          <ac:chgData name="Venkatesh Patil" userId="d9f36aa470552ec6" providerId="LiveId" clId="{934A67C8-6075-4AD0-8B8A-4E5348463E88}" dt="2024-02-21T17:08:54.454" v="23863" actId="478"/>
          <ac:picMkLst>
            <pc:docMk/>
            <pc:sldMk cId="1500146779" sldId="1351"/>
            <ac:picMk id="37" creationId="{5620A0F0-EE49-5F64-FB1D-A52B598B9FE5}"/>
          </ac:picMkLst>
        </pc:picChg>
        <pc:cxnChg chg="add mod topLvl">
          <ac:chgData name="Venkatesh Patil" userId="d9f36aa470552ec6" providerId="LiveId" clId="{934A67C8-6075-4AD0-8B8A-4E5348463E88}" dt="2024-02-20T22:06:49.430" v="23494" actId="165"/>
          <ac:cxnSpMkLst>
            <pc:docMk/>
            <pc:sldMk cId="1500146779" sldId="1351"/>
            <ac:cxnSpMk id="26" creationId="{3690E351-7660-D547-D19E-BA08C1F6287A}"/>
          </ac:cxnSpMkLst>
        </pc:cxnChg>
        <pc:cxnChg chg="mod topLvl">
          <ac:chgData name="Venkatesh Patil" userId="d9f36aa470552ec6" providerId="LiveId" clId="{934A67C8-6075-4AD0-8B8A-4E5348463E88}" dt="2024-02-20T22:06:49.430" v="23494" actId="165"/>
          <ac:cxnSpMkLst>
            <pc:docMk/>
            <pc:sldMk cId="1500146779" sldId="1351"/>
            <ac:cxnSpMk id="27" creationId="{ADFA13E6-29E4-EBF3-2285-8A49467F021F}"/>
          </ac:cxnSpMkLst>
        </pc:cxnChg>
        <pc:cxnChg chg="del">
          <ac:chgData name="Venkatesh Patil" userId="d9f36aa470552ec6" providerId="LiveId" clId="{934A67C8-6075-4AD0-8B8A-4E5348463E88}" dt="2024-02-19T20:48:11.854" v="15282" actId="478"/>
          <ac:cxnSpMkLst>
            <pc:docMk/>
            <pc:sldMk cId="1500146779" sldId="1351"/>
            <ac:cxnSpMk id="28" creationId="{38EE2C35-9FF2-9BEF-A6DB-B9C9C274D75F}"/>
          </ac:cxnSpMkLst>
        </pc:cxnChg>
        <pc:cxnChg chg="del">
          <ac:chgData name="Venkatesh Patil" userId="d9f36aa470552ec6" providerId="LiveId" clId="{934A67C8-6075-4AD0-8B8A-4E5348463E88}" dt="2024-02-19T20:48:10.549" v="15281" actId="478"/>
          <ac:cxnSpMkLst>
            <pc:docMk/>
            <pc:sldMk cId="1500146779" sldId="1351"/>
            <ac:cxnSpMk id="31" creationId="{8F8628A1-27BC-9643-1FC9-17B5E656F653}"/>
          </ac:cxnSpMkLst>
        </pc:cxnChg>
        <pc:cxnChg chg="del">
          <ac:chgData name="Venkatesh Patil" userId="d9f36aa470552ec6" providerId="LiveId" clId="{934A67C8-6075-4AD0-8B8A-4E5348463E88}" dt="2024-02-19T20:48:09.199" v="15280" actId="478"/>
          <ac:cxnSpMkLst>
            <pc:docMk/>
            <pc:sldMk cId="1500146779" sldId="1351"/>
            <ac:cxnSpMk id="32" creationId="{1979609F-6ECF-3247-3081-BB4BCF76C25B}"/>
          </ac:cxnSpMkLst>
        </pc:cxnChg>
        <pc:cxnChg chg="mod topLvl">
          <ac:chgData name="Venkatesh Patil" userId="d9f36aa470552ec6" providerId="LiveId" clId="{934A67C8-6075-4AD0-8B8A-4E5348463E88}" dt="2024-02-20T22:06:49.430" v="23494" actId="165"/>
          <ac:cxnSpMkLst>
            <pc:docMk/>
            <pc:sldMk cId="1500146779" sldId="1351"/>
            <ac:cxnSpMk id="34" creationId="{746E28A0-FB88-89C1-CD1A-5B294754CB75}"/>
          </ac:cxnSpMkLst>
        </pc:cxnChg>
      </pc:sldChg>
      <pc:sldChg chg="addSp delSp modSp add mod ord">
        <pc:chgData name="Venkatesh Patil" userId="d9f36aa470552ec6" providerId="LiveId" clId="{934A67C8-6075-4AD0-8B8A-4E5348463E88}" dt="2024-02-19T21:30:55.790" v="17715"/>
        <pc:sldMkLst>
          <pc:docMk/>
          <pc:sldMk cId="1029519808" sldId="1352"/>
        </pc:sldMkLst>
        <pc:spChg chg="mod">
          <ac:chgData name="Venkatesh Patil" userId="d9f36aa470552ec6" providerId="LiveId" clId="{934A67C8-6075-4AD0-8B8A-4E5348463E88}" dt="2024-02-19T21:30:49.304" v="17713" actId="20577"/>
          <ac:spMkLst>
            <pc:docMk/>
            <pc:sldMk cId="1029519808" sldId="1352"/>
            <ac:spMk id="2" creationId="{D177E2E1-7BEB-6068-EFA8-07A580B4B9BC}"/>
          </ac:spMkLst>
        </pc:spChg>
        <pc:graphicFrameChg chg="add mod modGraphic">
          <ac:chgData name="Venkatesh Patil" userId="d9f36aa470552ec6" providerId="LiveId" clId="{934A67C8-6075-4AD0-8B8A-4E5348463E88}" dt="2024-02-19T21:30:43.243" v="17708" actId="20577"/>
          <ac:graphicFrameMkLst>
            <pc:docMk/>
            <pc:sldMk cId="1029519808" sldId="1352"/>
            <ac:graphicFrameMk id="3" creationId="{9DB8DC7C-C574-3084-5E5E-0151A347EB4F}"/>
          </ac:graphicFrameMkLst>
        </pc:graphicFrameChg>
        <pc:graphicFrameChg chg="del">
          <ac:chgData name="Venkatesh Patil" userId="d9f36aa470552ec6" providerId="LiveId" clId="{934A67C8-6075-4AD0-8B8A-4E5348463E88}" dt="2024-02-19T21:15:53.857" v="16374" actId="478"/>
          <ac:graphicFrameMkLst>
            <pc:docMk/>
            <pc:sldMk cId="1029519808" sldId="1352"/>
            <ac:graphicFrameMk id="9" creationId="{3E0BA76F-07A4-5A05-08BC-8497FDCF3C89}"/>
          </ac:graphicFrameMkLst>
        </pc:graphicFrameChg>
      </pc:sldChg>
      <pc:sldChg chg="addSp delSp modSp add mod">
        <pc:chgData name="Venkatesh Patil" userId="d9f36aa470552ec6" providerId="LiveId" clId="{934A67C8-6075-4AD0-8B8A-4E5348463E88}" dt="2024-02-20T22:11:36.258" v="23649" actId="20577"/>
        <pc:sldMkLst>
          <pc:docMk/>
          <pc:sldMk cId="3761633431" sldId="1353"/>
        </pc:sldMkLst>
        <pc:spChg chg="mod">
          <ac:chgData name="Venkatesh Patil" userId="d9f36aa470552ec6" providerId="LiveId" clId="{934A67C8-6075-4AD0-8B8A-4E5348463E88}" dt="2024-02-20T22:11:36.258" v="23649" actId="20577"/>
          <ac:spMkLst>
            <pc:docMk/>
            <pc:sldMk cId="3761633431" sldId="1353"/>
            <ac:spMk id="2" creationId="{4DB004A5-36F2-0EBB-09AE-BDBFC7CD9732}"/>
          </ac:spMkLst>
        </pc:spChg>
        <pc:spChg chg="add del mod">
          <ac:chgData name="Venkatesh Patil" userId="d9f36aa470552ec6" providerId="LiveId" clId="{934A67C8-6075-4AD0-8B8A-4E5348463E88}" dt="2024-02-19T21:32:11.520" v="17719" actId="478"/>
          <ac:spMkLst>
            <pc:docMk/>
            <pc:sldMk cId="3761633431" sldId="1353"/>
            <ac:spMk id="8" creationId="{D58728A4-C46F-CEA5-5C21-E8C3D75C37A7}"/>
          </ac:spMkLst>
        </pc:spChg>
        <pc:spChg chg="del">
          <ac:chgData name="Venkatesh Patil" userId="d9f36aa470552ec6" providerId="LiveId" clId="{934A67C8-6075-4AD0-8B8A-4E5348463E88}" dt="2024-02-19T21:32:08.636" v="17718" actId="478"/>
          <ac:spMkLst>
            <pc:docMk/>
            <pc:sldMk cId="3761633431" sldId="1353"/>
            <ac:spMk id="14" creationId="{BDD98F17-FBF3-DE2B-F014-E094D940891B}"/>
          </ac:spMkLst>
        </pc:spChg>
        <pc:grpChg chg="del">
          <ac:chgData name="Venkatesh Patil" userId="d9f36aa470552ec6" providerId="LiveId" clId="{934A67C8-6075-4AD0-8B8A-4E5348463E88}" dt="2024-02-19T21:32:15.535" v="17720" actId="478"/>
          <ac:grpSpMkLst>
            <pc:docMk/>
            <pc:sldMk cId="3761633431" sldId="1353"/>
            <ac:grpSpMk id="40" creationId="{B2B91027-A2EE-6097-C739-6EEE9DF340E0}"/>
          </ac:grpSpMkLst>
        </pc:grpChg>
        <pc:picChg chg="add del mod">
          <ac:chgData name="Venkatesh Patil" userId="d9f36aa470552ec6" providerId="LiveId" clId="{934A67C8-6075-4AD0-8B8A-4E5348463E88}" dt="2024-02-19T21:42:17.938" v="17747" actId="478"/>
          <ac:picMkLst>
            <pc:docMk/>
            <pc:sldMk cId="3761633431" sldId="1353"/>
            <ac:picMk id="11" creationId="{D6EF1F31-6334-90DD-38B8-0A16BB608B34}"/>
          </ac:picMkLst>
        </pc:picChg>
        <pc:picChg chg="add del mod">
          <ac:chgData name="Venkatesh Patil" userId="d9f36aa470552ec6" providerId="LiveId" clId="{934A67C8-6075-4AD0-8B8A-4E5348463E88}" dt="2024-02-19T21:42:18.825" v="17748" actId="478"/>
          <ac:picMkLst>
            <pc:docMk/>
            <pc:sldMk cId="3761633431" sldId="1353"/>
            <ac:picMk id="13" creationId="{628616E9-EC93-5BF1-BE65-F7D2D222F93E}"/>
          </ac:picMkLst>
        </pc:picChg>
        <pc:picChg chg="add mod">
          <ac:chgData name="Venkatesh Patil" userId="d9f36aa470552ec6" providerId="LiveId" clId="{934A67C8-6075-4AD0-8B8A-4E5348463E88}" dt="2024-02-19T21:42:32.484" v="17753" actId="1076"/>
          <ac:picMkLst>
            <pc:docMk/>
            <pc:sldMk cId="3761633431" sldId="1353"/>
            <ac:picMk id="17" creationId="{BD747552-EBF9-EC27-9A8F-537DD73EB43C}"/>
          </ac:picMkLst>
        </pc:picChg>
        <pc:picChg chg="del">
          <ac:chgData name="Venkatesh Patil" userId="d9f36aa470552ec6" providerId="LiveId" clId="{934A67C8-6075-4AD0-8B8A-4E5348463E88}" dt="2024-02-19T21:32:04.788" v="17717" actId="478"/>
          <ac:picMkLst>
            <pc:docMk/>
            <pc:sldMk cId="3761633431" sldId="1353"/>
            <ac:picMk id="37" creationId="{8112263B-41B6-021D-CA87-308A68EA583B}"/>
          </ac:picMkLst>
        </pc:picChg>
      </pc:sldChg>
      <pc:sldChg chg="addSp delSp modSp add mod">
        <pc:chgData name="Venkatesh Patil" userId="d9f36aa470552ec6" providerId="LiveId" clId="{934A67C8-6075-4AD0-8B8A-4E5348463E88}" dt="2024-02-19T22:13:51.439" v="18317" actId="14100"/>
        <pc:sldMkLst>
          <pc:docMk/>
          <pc:sldMk cId="1821426874" sldId="1354"/>
        </pc:sldMkLst>
        <pc:spChg chg="mod">
          <ac:chgData name="Venkatesh Patil" userId="d9f36aa470552ec6" providerId="LiveId" clId="{934A67C8-6075-4AD0-8B8A-4E5348463E88}" dt="2024-02-19T22:12:30.854" v="18233" actId="20577"/>
          <ac:spMkLst>
            <pc:docMk/>
            <pc:sldMk cId="1821426874" sldId="1354"/>
            <ac:spMk id="2" creationId="{D1C199DB-6EC3-FC44-6772-0D1AACF09444}"/>
          </ac:spMkLst>
        </pc:spChg>
        <pc:spChg chg="mod">
          <ac:chgData name="Venkatesh Patil" userId="d9f36aa470552ec6" providerId="LiveId" clId="{934A67C8-6075-4AD0-8B8A-4E5348463E88}" dt="2024-02-19T22:06:16.207" v="18196" actId="20577"/>
          <ac:spMkLst>
            <pc:docMk/>
            <pc:sldMk cId="1821426874" sldId="1354"/>
            <ac:spMk id="13" creationId="{94D42B40-1ED7-55E6-4B2A-E84AF6D49560}"/>
          </ac:spMkLst>
        </pc:spChg>
        <pc:spChg chg="add mod">
          <ac:chgData name="Venkatesh Patil" userId="d9f36aa470552ec6" providerId="LiveId" clId="{934A67C8-6075-4AD0-8B8A-4E5348463E88}" dt="2024-02-19T22:07:08.454" v="18224" actId="164"/>
          <ac:spMkLst>
            <pc:docMk/>
            <pc:sldMk cId="1821426874" sldId="1354"/>
            <ac:spMk id="14" creationId="{EAD1E6C7-D422-4591-CBE6-F5C2FA63C4C7}"/>
          </ac:spMkLst>
        </pc:spChg>
        <pc:grpChg chg="del">
          <ac:chgData name="Venkatesh Patil" userId="d9f36aa470552ec6" providerId="LiveId" clId="{934A67C8-6075-4AD0-8B8A-4E5348463E88}" dt="2024-02-19T22:05:40.591" v="18185" actId="478"/>
          <ac:grpSpMkLst>
            <pc:docMk/>
            <pc:sldMk cId="1821426874" sldId="1354"/>
            <ac:grpSpMk id="12" creationId="{CC4481CA-A0EC-D4DA-6585-BE2795184004}"/>
          </ac:grpSpMkLst>
        </pc:grpChg>
        <pc:grpChg chg="add mod">
          <ac:chgData name="Venkatesh Patil" userId="d9f36aa470552ec6" providerId="LiveId" clId="{934A67C8-6075-4AD0-8B8A-4E5348463E88}" dt="2024-02-19T22:13:51.439" v="18317" actId="14100"/>
          <ac:grpSpMkLst>
            <pc:docMk/>
            <pc:sldMk cId="1821426874" sldId="1354"/>
            <ac:grpSpMk id="15" creationId="{7830C333-E028-7395-33D2-E7C792815D20}"/>
          </ac:grpSpMkLst>
        </pc:grpChg>
        <pc:picChg chg="add mod">
          <ac:chgData name="Venkatesh Patil" userId="d9f36aa470552ec6" providerId="LiveId" clId="{934A67C8-6075-4AD0-8B8A-4E5348463E88}" dt="2024-02-19T22:07:08.454" v="18224" actId="164"/>
          <ac:picMkLst>
            <pc:docMk/>
            <pc:sldMk cId="1821426874" sldId="1354"/>
            <ac:picMk id="8" creationId="{AA5F733D-2BA5-F0E9-4359-63DBD3EE462C}"/>
          </ac:picMkLst>
        </pc:picChg>
      </pc:sldChg>
      <pc:sldChg chg="addSp delSp modSp add mod modAnim modNotesTx">
        <pc:chgData name="Venkatesh Patil" userId="d9f36aa470552ec6" providerId="LiveId" clId="{934A67C8-6075-4AD0-8B8A-4E5348463E88}" dt="2024-02-20T22:12:00.791" v="23651"/>
        <pc:sldMkLst>
          <pc:docMk/>
          <pc:sldMk cId="3333776495" sldId="1355"/>
        </pc:sldMkLst>
        <pc:spChg chg="mod">
          <ac:chgData name="Venkatesh Patil" userId="d9f36aa470552ec6" providerId="LiveId" clId="{934A67C8-6075-4AD0-8B8A-4E5348463E88}" dt="2024-02-19T22:17:02.339" v="18345" actId="20577"/>
          <ac:spMkLst>
            <pc:docMk/>
            <pc:sldMk cId="3333776495" sldId="1355"/>
            <ac:spMk id="2" creationId="{E83F5191-5281-36EF-3880-11AA141CE74F}"/>
          </ac:spMkLst>
        </pc:spChg>
        <pc:graphicFrameChg chg="del">
          <ac:chgData name="Venkatesh Patil" userId="d9f36aa470552ec6" providerId="LiveId" clId="{934A67C8-6075-4AD0-8B8A-4E5348463E88}" dt="2024-02-19T22:16:46.207" v="18324" actId="478"/>
          <ac:graphicFrameMkLst>
            <pc:docMk/>
            <pc:sldMk cId="3333776495" sldId="1355"/>
            <ac:graphicFrameMk id="8" creationId="{F01BD47C-25A0-265E-FC5F-4CDCD831BCA8}"/>
          </ac:graphicFrameMkLst>
        </pc:graphicFrameChg>
        <pc:picChg chg="add mod ord">
          <ac:chgData name="Venkatesh Patil" userId="d9f36aa470552ec6" providerId="LiveId" clId="{934A67C8-6075-4AD0-8B8A-4E5348463E88}" dt="2024-02-19T22:16:57.992" v="18329" actId="1076"/>
          <ac:picMkLst>
            <pc:docMk/>
            <pc:sldMk cId="3333776495" sldId="1355"/>
            <ac:picMk id="9" creationId="{627D4684-1B1A-505E-C2E0-27F60BB5F3C5}"/>
          </ac:picMkLst>
        </pc:picChg>
      </pc:sldChg>
      <pc:sldChg chg="addSp delSp modSp add mod modShow modNotesTx">
        <pc:chgData name="Venkatesh Patil" userId="d9f36aa470552ec6" providerId="LiveId" clId="{934A67C8-6075-4AD0-8B8A-4E5348463E88}" dt="2024-02-20T01:52:08.948" v="19163" actId="729"/>
        <pc:sldMkLst>
          <pc:docMk/>
          <pc:sldMk cId="1160562351" sldId="1356"/>
        </pc:sldMkLst>
        <pc:spChg chg="mod">
          <ac:chgData name="Venkatesh Patil" userId="d9f36aa470552ec6" providerId="LiveId" clId="{934A67C8-6075-4AD0-8B8A-4E5348463E88}" dt="2024-02-20T00:06:54.438" v="19012" actId="20577"/>
          <ac:spMkLst>
            <pc:docMk/>
            <pc:sldMk cId="1160562351" sldId="1356"/>
            <ac:spMk id="2" creationId="{D899328D-A6CB-4FA8-758A-60CCD9EBA6F2}"/>
          </ac:spMkLst>
        </pc:spChg>
        <pc:spChg chg="add mod">
          <ac:chgData name="Venkatesh Patil" userId="d9f36aa470552ec6" providerId="LiveId" clId="{934A67C8-6075-4AD0-8B8A-4E5348463E88}" dt="2024-02-20T00:24:43.008" v="19143" actId="164"/>
          <ac:spMkLst>
            <pc:docMk/>
            <pc:sldMk cId="1160562351" sldId="1356"/>
            <ac:spMk id="3" creationId="{2B2FCE4E-D0BC-7C00-7217-AF6F83347350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8" creationId="{826E462A-9B56-3881-C442-E983CB007860}"/>
          </ac:spMkLst>
        </pc:spChg>
        <pc:spChg chg="add mod">
          <ac:chgData name="Venkatesh Patil" userId="d9f36aa470552ec6" providerId="LiveId" clId="{934A67C8-6075-4AD0-8B8A-4E5348463E88}" dt="2024-02-20T00:15:55.104" v="19076" actId="164"/>
          <ac:spMkLst>
            <pc:docMk/>
            <pc:sldMk cId="1160562351" sldId="1356"/>
            <ac:spMk id="9" creationId="{9CADF436-F390-7299-8DDC-3DBCC14F8CC5}"/>
          </ac:spMkLst>
        </pc:spChg>
        <pc:spChg chg="mod">
          <ac:chgData name="Venkatesh Patil" userId="d9f36aa470552ec6" providerId="LiveId" clId="{934A67C8-6075-4AD0-8B8A-4E5348463E88}" dt="2024-02-20T00:10:37.679" v="19029" actId="693"/>
          <ac:spMkLst>
            <pc:docMk/>
            <pc:sldMk cId="1160562351" sldId="1356"/>
            <ac:spMk id="10" creationId="{3358AC5E-BEA1-ECB4-CD31-D8C831B747B4}"/>
          </ac:spMkLst>
        </pc:spChg>
        <pc:spChg chg="add mod">
          <ac:chgData name="Venkatesh Patil" userId="d9f36aa470552ec6" providerId="LiveId" clId="{934A67C8-6075-4AD0-8B8A-4E5348463E88}" dt="2024-02-20T00:25:53.904" v="19155" actId="20577"/>
          <ac:spMkLst>
            <pc:docMk/>
            <pc:sldMk cId="1160562351" sldId="1356"/>
            <ac:spMk id="11" creationId="{4653F561-9E71-D664-6D6B-7131F2D8417E}"/>
          </ac:spMkLst>
        </pc:spChg>
        <pc:spChg chg="add mod">
          <ac:chgData name="Venkatesh Patil" userId="d9f36aa470552ec6" providerId="LiveId" clId="{934A67C8-6075-4AD0-8B8A-4E5348463E88}" dt="2024-02-20T00:15:55.104" v="19076" actId="164"/>
          <ac:spMkLst>
            <pc:docMk/>
            <pc:sldMk cId="1160562351" sldId="1356"/>
            <ac:spMk id="12" creationId="{6ED2BA09-D2CF-64CB-789D-4E61A7BA6940}"/>
          </ac:spMkLst>
        </pc:spChg>
        <pc:spChg chg="add mod">
          <ac:chgData name="Venkatesh Patil" userId="d9f36aa470552ec6" providerId="LiveId" clId="{934A67C8-6075-4AD0-8B8A-4E5348463E88}" dt="2024-02-20T00:14:17.487" v="19066" actId="207"/>
          <ac:spMkLst>
            <pc:docMk/>
            <pc:sldMk cId="1160562351" sldId="1356"/>
            <ac:spMk id="13" creationId="{7DDCA145-ACCC-97EB-A010-7BD165361870}"/>
          </ac:spMkLst>
        </pc:spChg>
        <pc:spChg chg="add mod">
          <ac:chgData name="Venkatesh Patil" userId="d9f36aa470552ec6" providerId="LiveId" clId="{934A67C8-6075-4AD0-8B8A-4E5348463E88}" dt="2024-02-20T00:15:35.971" v="19075" actId="208"/>
          <ac:spMkLst>
            <pc:docMk/>
            <pc:sldMk cId="1160562351" sldId="1356"/>
            <ac:spMk id="16" creationId="{054F5F3C-A7EE-5F66-1D6A-67DEB22FCFDF}"/>
          </ac:spMkLst>
        </pc:spChg>
        <pc:spChg chg="mod topLvl">
          <ac:chgData name="Venkatesh Patil" userId="d9f36aa470552ec6" providerId="LiveId" clId="{934A67C8-6075-4AD0-8B8A-4E5348463E88}" dt="2024-02-20T00:18:40.553" v="19098" actId="14100"/>
          <ac:spMkLst>
            <pc:docMk/>
            <pc:sldMk cId="1160562351" sldId="1356"/>
            <ac:spMk id="19" creationId="{3543A46D-DE43-3922-E7DB-9E2FA9381FC9}"/>
          </ac:spMkLst>
        </pc:spChg>
        <pc:spChg chg="mod topLvl">
          <ac:chgData name="Venkatesh Patil" userId="d9f36aa470552ec6" providerId="LiveId" clId="{934A67C8-6075-4AD0-8B8A-4E5348463E88}" dt="2024-02-20T00:19:49.798" v="19113" actId="20577"/>
          <ac:spMkLst>
            <pc:docMk/>
            <pc:sldMk cId="1160562351" sldId="1356"/>
            <ac:spMk id="20" creationId="{FE645A18-3AA7-9779-3A8F-5117D9219BF2}"/>
          </ac:spMkLst>
        </pc:spChg>
        <pc:spChg chg="mod topLvl">
          <ac:chgData name="Venkatesh Patil" userId="d9f36aa470552ec6" providerId="LiveId" clId="{934A67C8-6075-4AD0-8B8A-4E5348463E88}" dt="2024-02-20T00:18:58.865" v="19102" actId="1076"/>
          <ac:spMkLst>
            <pc:docMk/>
            <pc:sldMk cId="1160562351" sldId="1356"/>
            <ac:spMk id="21" creationId="{7D0177DE-713A-E1B7-CB7E-C524EF341DE3}"/>
          </ac:spMkLst>
        </pc:spChg>
        <pc:spChg chg="mod">
          <ac:chgData name="Venkatesh Patil" userId="d9f36aa470552ec6" providerId="LiveId" clId="{934A67C8-6075-4AD0-8B8A-4E5348463E88}" dt="2024-02-20T00:10:37.679" v="19029" actId="693"/>
          <ac:spMkLst>
            <pc:docMk/>
            <pc:sldMk cId="1160562351" sldId="1356"/>
            <ac:spMk id="22" creationId="{BB66B628-1DA6-F21A-B1E0-49DD69A37791}"/>
          </ac:spMkLst>
        </pc:spChg>
        <pc:spChg chg="mod">
          <ac:chgData name="Venkatesh Patil" userId="d9f36aa470552ec6" providerId="LiveId" clId="{934A67C8-6075-4AD0-8B8A-4E5348463E88}" dt="2024-02-20T00:10:37.679" v="19029" actId="693"/>
          <ac:spMkLst>
            <pc:docMk/>
            <pc:sldMk cId="1160562351" sldId="1356"/>
            <ac:spMk id="23" creationId="{484F94A9-07EF-36F4-4CDC-92D75A97968C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24" creationId="{2759B9C8-9B54-F936-B2C3-0F09D664E5E7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25" creationId="{DC4FB15A-55E9-F150-59D1-57C3DDC32458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26" creationId="{8FA612BD-C8DA-CF1C-B648-E59588C31556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27" creationId="{ACE52809-BF26-2640-8D37-ADFCBD887946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28" creationId="{2AFE4C33-AB3A-224B-9D33-84A84ABF0E74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29" creationId="{0510094A-1112-440B-E898-C80716FAB799}"/>
          </ac:spMkLst>
        </pc:spChg>
        <pc:spChg chg="add mod">
          <ac:chgData name="Venkatesh Patil" userId="d9f36aa470552ec6" providerId="LiveId" clId="{934A67C8-6075-4AD0-8B8A-4E5348463E88}" dt="2024-02-20T00:23:50.899" v="19132" actId="14100"/>
          <ac:spMkLst>
            <pc:docMk/>
            <pc:sldMk cId="1160562351" sldId="1356"/>
            <ac:spMk id="30" creationId="{8C14F377-58CC-E31B-BFE9-F17738A71A60}"/>
          </ac:spMkLst>
        </pc:spChg>
        <pc:spChg chg="add mod">
          <ac:chgData name="Venkatesh Patil" userId="d9f36aa470552ec6" providerId="LiveId" clId="{934A67C8-6075-4AD0-8B8A-4E5348463E88}" dt="2024-02-20T00:24:43.008" v="19143" actId="164"/>
          <ac:spMkLst>
            <pc:docMk/>
            <pc:sldMk cId="1160562351" sldId="1356"/>
            <ac:spMk id="32" creationId="{F61BC951-71EC-7A8B-868E-960CA7D5874B}"/>
          </ac:spMkLst>
        </pc:spChg>
        <pc:spChg chg="add mod">
          <ac:chgData name="Venkatesh Patil" userId="d9f36aa470552ec6" providerId="LiveId" clId="{934A67C8-6075-4AD0-8B8A-4E5348463E88}" dt="2024-02-20T00:23:57.339" v="19137" actId="20577"/>
          <ac:spMkLst>
            <pc:docMk/>
            <pc:sldMk cId="1160562351" sldId="1356"/>
            <ac:spMk id="34" creationId="{62DC4477-549D-B9B7-1675-C8CBC238D8AD}"/>
          </ac:spMkLst>
        </pc:spChg>
        <pc:spChg chg="add mod">
          <ac:chgData name="Venkatesh Patil" userId="d9f36aa470552ec6" providerId="LiveId" clId="{934A67C8-6075-4AD0-8B8A-4E5348463E88}" dt="2024-02-20T00:19:22.371" v="19104" actId="208"/>
          <ac:spMkLst>
            <pc:docMk/>
            <pc:sldMk cId="1160562351" sldId="1356"/>
            <ac:spMk id="36" creationId="{1FA381C0-FB52-965C-CCDF-A519BD20EAB0}"/>
          </ac:spMkLst>
        </pc:spChg>
        <pc:spChg chg="add mod">
          <ac:chgData name="Venkatesh Patil" userId="d9f36aa470552ec6" providerId="LiveId" clId="{934A67C8-6075-4AD0-8B8A-4E5348463E88}" dt="2024-02-20T00:19:44.288" v="19111" actId="20577"/>
          <ac:spMkLst>
            <pc:docMk/>
            <pc:sldMk cId="1160562351" sldId="1356"/>
            <ac:spMk id="37" creationId="{2DA531D7-E08B-DC73-92D1-6231E8627EFB}"/>
          </ac:spMkLst>
        </pc:spChg>
        <pc:spChg chg="add del">
          <ac:chgData name="Venkatesh Patil" userId="d9f36aa470552ec6" providerId="LiveId" clId="{934A67C8-6075-4AD0-8B8A-4E5348463E88}" dt="2024-02-20T00:20:26.825" v="19115" actId="478"/>
          <ac:spMkLst>
            <pc:docMk/>
            <pc:sldMk cId="1160562351" sldId="1356"/>
            <ac:spMk id="39" creationId="{28755716-3A1F-4909-C7A1-0B81884A0035}"/>
          </ac:spMkLst>
        </pc:spChg>
        <pc:spChg chg="add mod">
          <ac:chgData name="Venkatesh Patil" userId="d9f36aa470552ec6" providerId="LiveId" clId="{934A67C8-6075-4AD0-8B8A-4E5348463E88}" dt="2024-02-20T00:20:59.271" v="19119"/>
          <ac:spMkLst>
            <pc:docMk/>
            <pc:sldMk cId="1160562351" sldId="1356"/>
            <ac:spMk id="41" creationId="{48BC72A5-1017-1FB0-9D3E-C45861D86A22}"/>
          </ac:spMkLst>
        </pc:spChg>
        <pc:spChg chg="add mod">
          <ac:chgData name="Venkatesh Patil" userId="d9f36aa470552ec6" providerId="LiveId" clId="{934A67C8-6075-4AD0-8B8A-4E5348463E88}" dt="2024-02-20T00:22:55.171" v="19123"/>
          <ac:spMkLst>
            <pc:docMk/>
            <pc:sldMk cId="1160562351" sldId="1356"/>
            <ac:spMk id="42" creationId="{7F7D05D5-FB1F-F238-5047-ADEEA13B9349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43" creationId="{1AB92FA4-2661-7171-8EFB-94F77BF85989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44" creationId="{173FC89A-CB36-EAC9-2D38-4E4A233A65D3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45" creationId="{6D5DB8B8-8F16-2C3A-B055-FEF310857611}"/>
          </ac:spMkLst>
        </pc:spChg>
        <pc:spChg chg="del mod">
          <ac:chgData name="Venkatesh Patil" userId="d9f36aa470552ec6" providerId="LiveId" clId="{934A67C8-6075-4AD0-8B8A-4E5348463E88}" dt="2024-02-20T00:24:31.524" v="19141" actId="478"/>
          <ac:spMkLst>
            <pc:docMk/>
            <pc:sldMk cId="1160562351" sldId="1356"/>
            <ac:spMk id="55" creationId="{7810D69A-C87D-8DE3-8E8C-0925400992CA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56" creationId="{73B050C8-7ABE-8EB1-C6FB-FF0DC9E4BB74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57" creationId="{E2957E84-2CE5-331D-692A-DE19D138662A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58" creationId="{4FA53D6F-26AF-E534-A747-647E0F3BFAFF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59" creationId="{D23124F4-7D8F-C632-8829-F08D2FF8D29F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60" creationId="{7D7EB590-C3CD-056F-5F21-E7FC5B164147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61" creationId="{B72E3625-316D-E6EA-23D8-06D3FB7750A3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62" creationId="{FDC71794-5BEB-8D2A-44F6-CA8AD4648C51}"/>
          </ac:spMkLst>
        </pc:spChg>
        <pc:spChg chg="mod">
          <ac:chgData name="Venkatesh Patil" userId="d9f36aa470552ec6" providerId="LiveId" clId="{934A67C8-6075-4AD0-8B8A-4E5348463E88}" dt="2024-02-20T00:14:07.291" v="19064" actId="1076"/>
          <ac:spMkLst>
            <pc:docMk/>
            <pc:sldMk cId="1160562351" sldId="1356"/>
            <ac:spMk id="63" creationId="{A74F39C0-0862-F5C8-D78D-8A36531449E0}"/>
          </ac:spMkLst>
        </pc:spChg>
        <pc:spChg chg="del mod">
          <ac:chgData name="Venkatesh Patil" userId="d9f36aa470552ec6" providerId="LiveId" clId="{934A67C8-6075-4AD0-8B8A-4E5348463E88}" dt="2024-02-20T00:24:33.669" v="19142" actId="478"/>
          <ac:spMkLst>
            <pc:docMk/>
            <pc:sldMk cId="1160562351" sldId="1356"/>
            <ac:spMk id="64" creationId="{DAB1EEF1-C1AC-8205-E6C6-57C1CCA942F7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65" creationId="{C72F89DA-30B1-1A4E-BFDF-38EC6520E191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66" creationId="{74DD7483-D892-0980-0516-63C54FCF3A7E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68" creationId="{2E7DA620-A826-FC57-0BAE-A01CAF84BB76}"/>
          </ac:spMkLst>
        </pc:spChg>
        <pc:spChg chg="add mod">
          <ac:chgData name="Venkatesh Patil" userId="d9f36aa470552ec6" providerId="LiveId" clId="{934A67C8-6075-4AD0-8B8A-4E5348463E88}" dt="2024-02-20T00:25:23.322" v="19150" actId="1076"/>
          <ac:spMkLst>
            <pc:docMk/>
            <pc:sldMk cId="1160562351" sldId="1356"/>
            <ac:spMk id="70" creationId="{5C70821A-EB4F-24CC-C885-585E8A2F7A16}"/>
          </ac:spMkLst>
        </pc:spChg>
        <pc:spChg chg="add mod">
          <ac:chgData name="Venkatesh Patil" userId="d9f36aa470552ec6" providerId="LiveId" clId="{934A67C8-6075-4AD0-8B8A-4E5348463E88}" dt="2024-02-20T00:25:37.337" v="19153" actId="1076"/>
          <ac:spMkLst>
            <pc:docMk/>
            <pc:sldMk cId="1160562351" sldId="1356"/>
            <ac:spMk id="71" creationId="{F163FA61-0968-0BF3-EDFC-60533B2A8739}"/>
          </ac:spMkLst>
        </pc:spChg>
        <pc:spChg chg="add mod">
          <ac:chgData name="Venkatesh Patil" userId="d9f36aa470552ec6" providerId="LiveId" clId="{934A67C8-6075-4AD0-8B8A-4E5348463E88}" dt="2024-02-20T00:26:48.704" v="19159" actId="208"/>
          <ac:spMkLst>
            <pc:docMk/>
            <pc:sldMk cId="1160562351" sldId="1356"/>
            <ac:spMk id="72" creationId="{1CC9A075-3580-26EA-74BF-24946429EE4B}"/>
          </ac:spMkLst>
        </pc:spChg>
        <pc:spChg chg="mod">
          <ac:chgData name="Venkatesh Patil" userId="d9f36aa470552ec6" providerId="LiveId" clId="{934A67C8-6075-4AD0-8B8A-4E5348463E88}" dt="2024-02-20T00:09:52.949" v="19027" actId="1582"/>
          <ac:spMkLst>
            <pc:docMk/>
            <pc:sldMk cId="1160562351" sldId="1356"/>
            <ac:spMk id="75" creationId="{C63A5014-0CA0-C4A2-4D4D-D664042302EB}"/>
          </ac:spMkLst>
        </pc:spChg>
        <pc:grpChg chg="add mod">
          <ac:chgData name="Venkatesh Patil" userId="d9f36aa470552ec6" providerId="LiveId" clId="{934A67C8-6075-4AD0-8B8A-4E5348463E88}" dt="2024-02-20T00:15:55.104" v="19076" actId="164"/>
          <ac:grpSpMkLst>
            <pc:docMk/>
            <pc:sldMk cId="1160562351" sldId="1356"/>
            <ac:grpSpMk id="17" creationId="{4410EA83-44BC-1279-025C-C7910D3E313E}"/>
          </ac:grpSpMkLst>
        </pc:grpChg>
        <pc:grpChg chg="add del mod">
          <ac:chgData name="Venkatesh Patil" userId="d9f36aa470552ec6" providerId="LiveId" clId="{934A67C8-6075-4AD0-8B8A-4E5348463E88}" dt="2024-02-20T00:18:17.621" v="19096" actId="165"/>
          <ac:grpSpMkLst>
            <pc:docMk/>
            <pc:sldMk cId="1160562351" sldId="1356"/>
            <ac:grpSpMk id="18" creationId="{EEDEFC61-9E2F-4F4E-C293-CCA10BD9CB40}"/>
          </ac:grpSpMkLst>
        </pc:grpChg>
        <pc:grpChg chg="add mod">
          <ac:chgData name="Venkatesh Patil" userId="d9f36aa470552ec6" providerId="LiveId" clId="{934A67C8-6075-4AD0-8B8A-4E5348463E88}" dt="2024-02-20T00:24:49.447" v="19144" actId="1076"/>
          <ac:grpSpMkLst>
            <pc:docMk/>
            <pc:sldMk cId="1160562351" sldId="1356"/>
            <ac:grpSpMk id="67" creationId="{00BD8BDF-F8AA-BEF7-2E6B-4D777422360E}"/>
          </ac:grpSpMkLst>
        </pc:grpChg>
        <pc:cxnChg chg="add del mod">
          <ac:chgData name="Venkatesh Patil" userId="d9f36aa470552ec6" providerId="LiveId" clId="{934A67C8-6075-4AD0-8B8A-4E5348463E88}" dt="2024-02-20T00:14:47.907" v="19070" actId="478"/>
          <ac:cxnSpMkLst>
            <pc:docMk/>
            <pc:sldMk cId="1160562351" sldId="1356"/>
            <ac:cxnSpMk id="15" creationId="{D81F6757-7147-305A-52A1-F2F125505B70}"/>
          </ac:cxnSpMkLst>
        </pc:cxnChg>
        <pc:cxnChg chg="mod">
          <ac:chgData name="Venkatesh Patil" userId="d9f36aa470552ec6" providerId="LiveId" clId="{934A67C8-6075-4AD0-8B8A-4E5348463E88}" dt="2024-02-20T00:09:52.949" v="19027" actId="1582"/>
          <ac:cxnSpMkLst>
            <pc:docMk/>
            <pc:sldMk cId="1160562351" sldId="1356"/>
            <ac:cxnSpMk id="31" creationId="{3F032D54-FAE6-ED81-E1CB-233D968CAFE3}"/>
          </ac:cxnSpMkLst>
        </pc:cxnChg>
        <pc:cxnChg chg="mod">
          <ac:chgData name="Venkatesh Patil" userId="d9f36aa470552ec6" providerId="LiveId" clId="{934A67C8-6075-4AD0-8B8A-4E5348463E88}" dt="2024-02-20T00:09:52.949" v="19027" actId="1582"/>
          <ac:cxnSpMkLst>
            <pc:docMk/>
            <pc:sldMk cId="1160562351" sldId="1356"/>
            <ac:cxnSpMk id="33" creationId="{23586B7B-7B2B-5555-944B-107F71ABCE1C}"/>
          </ac:cxnSpMkLst>
        </pc:cxnChg>
        <pc:cxnChg chg="mod">
          <ac:chgData name="Venkatesh Patil" userId="d9f36aa470552ec6" providerId="LiveId" clId="{934A67C8-6075-4AD0-8B8A-4E5348463E88}" dt="2024-02-20T00:09:52.949" v="19027" actId="1582"/>
          <ac:cxnSpMkLst>
            <pc:docMk/>
            <pc:sldMk cId="1160562351" sldId="1356"/>
            <ac:cxnSpMk id="35" creationId="{FAD3A627-4A3D-FD6A-8769-9E8FB7CBB5D4}"/>
          </ac:cxnSpMkLst>
        </pc:cxnChg>
        <pc:cxnChg chg="mod">
          <ac:chgData name="Venkatesh Patil" userId="d9f36aa470552ec6" providerId="LiveId" clId="{934A67C8-6075-4AD0-8B8A-4E5348463E88}" dt="2024-02-20T00:09:52.949" v="19027" actId="1582"/>
          <ac:cxnSpMkLst>
            <pc:docMk/>
            <pc:sldMk cId="1160562351" sldId="1356"/>
            <ac:cxnSpMk id="38" creationId="{EB50DA06-D937-1451-D6AD-7642C45F628C}"/>
          </ac:cxnSpMkLst>
        </pc:cxnChg>
        <pc:cxnChg chg="mod">
          <ac:chgData name="Venkatesh Patil" userId="d9f36aa470552ec6" providerId="LiveId" clId="{934A67C8-6075-4AD0-8B8A-4E5348463E88}" dt="2024-02-20T00:09:52.949" v="19027" actId="1582"/>
          <ac:cxnSpMkLst>
            <pc:docMk/>
            <pc:sldMk cId="1160562351" sldId="1356"/>
            <ac:cxnSpMk id="40" creationId="{D7392AAB-12FC-959B-5DA9-B392986C4598}"/>
          </ac:cxnSpMkLst>
        </pc:cxnChg>
        <pc:cxnChg chg="mod">
          <ac:chgData name="Venkatesh Patil" userId="d9f36aa470552ec6" providerId="LiveId" clId="{934A67C8-6075-4AD0-8B8A-4E5348463E88}" dt="2024-02-20T00:09:52.949" v="19027" actId="1582"/>
          <ac:cxnSpMkLst>
            <pc:docMk/>
            <pc:sldMk cId="1160562351" sldId="1356"/>
            <ac:cxnSpMk id="69" creationId="{0B3A512B-749D-63FB-9C5A-AF3799DEF5E1}"/>
          </ac:cxnSpMkLst>
        </pc:cxnChg>
        <pc:cxnChg chg="mod">
          <ac:chgData name="Venkatesh Patil" userId="d9f36aa470552ec6" providerId="LiveId" clId="{934A67C8-6075-4AD0-8B8A-4E5348463E88}" dt="2024-02-20T00:09:52.949" v="19027" actId="1582"/>
          <ac:cxnSpMkLst>
            <pc:docMk/>
            <pc:sldMk cId="1160562351" sldId="1356"/>
            <ac:cxnSpMk id="76" creationId="{7B3F095D-328A-DD05-0EC3-0693703136B6}"/>
          </ac:cxnSpMkLst>
        </pc:cxnChg>
      </pc:sldChg>
      <pc:sldChg chg="delSp modSp add mod modAnim">
        <pc:chgData name="Venkatesh Patil" userId="d9f36aa470552ec6" providerId="LiveId" clId="{934A67C8-6075-4AD0-8B8A-4E5348463E88}" dt="2024-02-20T21:55:41.580" v="22994" actId="1076"/>
        <pc:sldMkLst>
          <pc:docMk/>
          <pc:sldMk cId="2896093565" sldId="1357"/>
        </pc:sldMkLst>
        <pc:spChg chg="del">
          <ac:chgData name="Venkatesh Patil" userId="d9f36aa470552ec6" providerId="LiveId" clId="{934A67C8-6075-4AD0-8B8A-4E5348463E88}" dt="2024-02-20T21:54:52.452" v="22980" actId="478"/>
          <ac:spMkLst>
            <pc:docMk/>
            <pc:sldMk cId="2896093565" sldId="1357"/>
            <ac:spMk id="27" creationId="{1300AA5F-159B-0348-26D6-0E4943B60DEF}"/>
          </ac:spMkLst>
        </pc:spChg>
        <pc:grpChg chg="mod">
          <ac:chgData name="Venkatesh Patil" userId="d9f36aa470552ec6" providerId="LiveId" clId="{934A67C8-6075-4AD0-8B8A-4E5348463E88}" dt="2024-02-20T21:55:41.580" v="22994" actId="1076"/>
          <ac:grpSpMkLst>
            <pc:docMk/>
            <pc:sldMk cId="2896093565" sldId="1357"/>
            <ac:grpSpMk id="28" creationId="{812EAFC0-99A2-1F3F-24AE-C48DB33F8FE2}"/>
          </ac:grpSpMkLst>
        </pc:grpChg>
      </pc:sldChg>
      <pc:sldChg chg="addSp modSp add mod modAnim modShow">
        <pc:chgData name="Venkatesh Patil" userId="d9f36aa470552ec6" providerId="LiveId" clId="{934A67C8-6075-4AD0-8B8A-4E5348463E88}" dt="2024-02-20T21:52:31.434" v="22964" actId="729"/>
        <pc:sldMkLst>
          <pc:docMk/>
          <pc:sldMk cId="948099154" sldId="1358"/>
        </pc:sldMkLst>
        <pc:spChg chg="mod ord">
          <ac:chgData name="Venkatesh Patil" userId="d9f36aa470552ec6" providerId="LiveId" clId="{934A67C8-6075-4AD0-8B8A-4E5348463E88}" dt="2024-02-20T21:09:40.444" v="21978" actId="167"/>
          <ac:spMkLst>
            <pc:docMk/>
            <pc:sldMk cId="948099154" sldId="1358"/>
            <ac:spMk id="3" creationId="{FCBD1BF7-6A7F-E9A2-A02E-1A4DD02BEF16}"/>
          </ac:spMkLst>
        </pc:spChg>
        <pc:spChg chg="add mod">
          <ac:chgData name="Venkatesh Patil" userId="d9f36aa470552ec6" providerId="LiveId" clId="{934A67C8-6075-4AD0-8B8A-4E5348463E88}" dt="2024-02-20T21:06:24.883" v="21928" actId="164"/>
          <ac:spMkLst>
            <pc:docMk/>
            <pc:sldMk cId="948099154" sldId="1358"/>
            <ac:spMk id="8" creationId="{4D6676E0-D699-2647-DACC-E27330791A4A}"/>
          </ac:spMkLst>
        </pc:spChg>
        <pc:spChg chg="add mod">
          <ac:chgData name="Venkatesh Patil" userId="d9f36aa470552ec6" providerId="LiveId" clId="{934A67C8-6075-4AD0-8B8A-4E5348463E88}" dt="2024-02-20T21:06:24.883" v="21928" actId="164"/>
          <ac:spMkLst>
            <pc:docMk/>
            <pc:sldMk cId="948099154" sldId="1358"/>
            <ac:spMk id="9" creationId="{8853423B-68EE-37A5-65FB-84D0AAC731D0}"/>
          </ac:spMkLst>
        </pc:spChg>
        <pc:spChg chg="add mod">
          <ac:chgData name="Venkatesh Patil" userId="d9f36aa470552ec6" providerId="LiveId" clId="{934A67C8-6075-4AD0-8B8A-4E5348463E88}" dt="2024-02-20T21:06:36.430" v="21931" actId="164"/>
          <ac:spMkLst>
            <pc:docMk/>
            <pc:sldMk cId="948099154" sldId="1358"/>
            <ac:spMk id="10" creationId="{C61620D1-3AEC-D08A-988E-51B2F6EB686A}"/>
          </ac:spMkLst>
        </pc:spChg>
        <pc:spChg chg="add mod">
          <ac:chgData name="Venkatesh Patil" userId="d9f36aa470552ec6" providerId="LiveId" clId="{934A67C8-6075-4AD0-8B8A-4E5348463E88}" dt="2024-02-20T21:06:24.883" v="21928" actId="164"/>
          <ac:spMkLst>
            <pc:docMk/>
            <pc:sldMk cId="948099154" sldId="1358"/>
            <ac:spMk id="11" creationId="{ACD0F36A-F3C3-6AA0-2C8A-76354BB55CC5}"/>
          </ac:spMkLst>
        </pc:spChg>
        <pc:spChg chg="add mod">
          <ac:chgData name="Venkatesh Patil" userId="d9f36aa470552ec6" providerId="LiveId" clId="{934A67C8-6075-4AD0-8B8A-4E5348463E88}" dt="2024-02-20T21:21:12.620" v="22477" actId="164"/>
          <ac:spMkLst>
            <pc:docMk/>
            <pc:sldMk cId="948099154" sldId="1358"/>
            <ac:spMk id="14" creationId="{07C2D055-792F-E4DF-015C-B54562537DE4}"/>
          </ac:spMkLst>
        </pc:spChg>
        <pc:spChg chg="add mod">
          <ac:chgData name="Venkatesh Patil" userId="d9f36aa470552ec6" providerId="LiveId" clId="{934A67C8-6075-4AD0-8B8A-4E5348463E88}" dt="2024-02-20T21:21:12.620" v="22477" actId="164"/>
          <ac:spMkLst>
            <pc:docMk/>
            <pc:sldMk cId="948099154" sldId="1358"/>
            <ac:spMk id="15" creationId="{A0CC430A-6783-E06F-D705-12FAE8D00583}"/>
          </ac:spMkLst>
        </pc:spChg>
        <pc:spChg chg="add mod">
          <ac:chgData name="Venkatesh Patil" userId="d9f36aa470552ec6" providerId="LiveId" clId="{934A67C8-6075-4AD0-8B8A-4E5348463E88}" dt="2024-02-20T21:21:12.620" v="22477" actId="164"/>
          <ac:spMkLst>
            <pc:docMk/>
            <pc:sldMk cId="948099154" sldId="1358"/>
            <ac:spMk id="16" creationId="{F843F7CD-E971-892B-322E-7579AC34BB3A}"/>
          </ac:spMkLst>
        </pc:spChg>
        <pc:spChg chg="add mod">
          <ac:chgData name="Venkatesh Patil" userId="d9f36aa470552ec6" providerId="LiveId" clId="{934A67C8-6075-4AD0-8B8A-4E5348463E88}" dt="2024-02-20T21:21:12.620" v="22477" actId="164"/>
          <ac:spMkLst>
            <pc:docMk/>
            <pc:sldMk cId="948099154" sldId="1358"/>
            <ac:spMk id="17" creationId="{01BBAEA4-D90F-A172-7001-51EADEB6AE07}"/>
          </ac:spMkLst>
        </pc:spChg>
        <pc:spChg chg="add mod ord">
          <ac:chgData name="Venkatesh Patil" userId="d9f36aa470552ec6" providerId="LiveId" clId="{934A67C8-6075-4AD0-8B8A-4E5348463E88}" dt="2024-02-20T21:21:12.620" v="22477" actId="164"/>
          <ac:spMkLst>
            <pc:docMk/>
            <pc:sldMk cId="948099154" sldId="1358"/>
            <ac:spMk id="21" creationId="{A4F08CAD-1003-6D41-C96D-42470B870B7A}"/>
          </ac:spMkLst>
        </pc:spChg>
        <pc:spChg chg="add mod">
          <ac:chgData name="Venkatesh Patil" userId="d9f36aa470552ec6" providerId="LiveId" clId="{934A67C8-6075-4AD0-8B8A-4E5348463E88}" dt="2024-02-20T21:21:12.620" v="22477" actId="164"/>
          <ac:spMkLst>
            <pc:docMk/>
            <pc:sldMk cId="948099154" sldId="1358"/>
            <ac:spMk id="22" creationId="{D84753B7-3D47-CB6C-78CB-F0F945150984}"/>
          </ac:spMkLst>
        </pc:spChg>
        <pc:spChg chg="add mod">
          <ac:chgData name="Venkatesh Patil" userId="d9f36aa470552ec6" providerId="LiveId" clId="{934A67C8-6075-4AD0-8B8A-4E5348463E88}" dt="2024-02-20T21:16:04.107" v="22274" actId="1076"/>
          <ac:spMkLst>
            <pc:docMk/>
            <pc:sldMk cId="948099154" sldId="1358"/>
            <ac:spMk id="24" creationId="{E69AC03E-CFAA-431C-A8E5-9BDF555D7749}"/>
          </ac:spMkLst>
        </pc:spChg>
        <pc:spChg chg="add mod">
          <ac:chgData name="Venkatesh Patil" userId="d9f36aa470552ec6" providerId="LiveId" clId="{934A67C8-6075-4AD0-8B8A-4E5348463E88}" dt="2024-02-20T21:21:19.160" v="22479" actId="1076"/>
          <ac:spMkLst>
            <pc:docMk/>
            <pc:sldMk cId="948099154" sldId="1358"/>
            <ac:spMk id="25" creationId="{1E9942B4-C29A-2108-218B-5B7A7853BACE}"/>
          </ac:spMkLst>
        </pc:spChg>
        <pc:spChg chg="add mod">
          <ac:chgData name="Venkatesh Patil" userId="d9f36aa470552ec6" providerId="LiveId" clId="{934A67C8-6075-4AD0-8B8A-4E5348463E88}" dt="2024-02-20T21:41:02.694" v="22496" actId="14100"/>
          <ac:spMkLst>
            <pc:docMk/>
            <pc:sldMk cId="948099154" sldId="1358"/>
            <ac:spMk id="26" creationId="{97A3CCB9-9DAE-2D74-0E7C-45098339901B}"/>
          </ac:spMkLst>
        </pc:spChg>
        <pc:spChg chg="add mod">
          <ac:chgData name="Venkatesh Patil" userId="d9f36aa470552ec6" providerId="LiveId" clId="{934A67C8-6075-4AD0-8B8A-4E5348463E88}" dt="2024-02-20T21:20:54.950" v="22475" actId="164"/>
          <ac:spMkLst>
            <pc:docMk/>
            <pc:sldMk cId="948099154" sldId="1358"/>
            <ac:spMk id="27" creationId="{FFFC9B76-EAEF-4AD3-1D4A-7B598126C583}"/>
          </ac:spMkLst>
        </pc:spChg>
        <pc:spChg chg="add mod ord">
          <ac:chgData name="Venkatesh Patil" userId="d9f36aa470552ec6" providerId="LiveId" clId="{934A67C8-6075-4AD0-8B8A-4E5348463E88}" dt="2024-02-20T21:20:54.950" v="22475" actId="164"/>
          <ac:spMkLst>
            <pc:docMk/>
            <pc:sldMk cId="948099154" sldId="1358"/>
            <ac:spMk id="28" creationId="{AA02FD81-6BEF-52A3-DB5A-115F81D03975}"/>
          </ac:spMkLst>
        </pc:spChg>
        <pc:spChg chg="add mod">
          <ac:chgData name="Venkatesh Patil" userId="d9f36aa470552ec6" providerId="LiveId" clId="{934A67C8-6075-4AD0-8B8A-4E5348463E88}" dt="2024-02-20T21:20:54.950" v="22475" actId="164"/>
          <ac:spMkLst>
            <pc:docMk/>
            <pc:sldMk cId="948099154" sldId="1358"/>
            <ac:spMk id="29" creationId="{104215EA-7EE6-534F-F3BC-F181D8FF0463}"/>
          </ac:spMkLst>
        </pc:spChg>
        <pc:spChg chg="add mod">
          <ac:chgData name="Venkatesh Patil" userId="d9f36aa470552ec6" providerId="LiveId" clId="{934A67C8-6075-4AD0-8B8A-4E5348463E88}" dt="2024-02-20T21:39:55.140" v="22486" actId="20577"/>
          <ac:spMkLst>
            <pc:docMk/>
            <pc:sldMk cId="948099154" sldId="1358"/>
            <ac:spMk id="30" creationId="{53CA9234-933A-6F00-0A96-5C8F9C7D4F68}"/>
          </ac:spMkLst>
        </pc:spChg>
        <pc:spChg chg="add mod">
          <ac:chgData name="Venkatesh Patil" userId="d9f36aa470552ec6" providerId="LiveId" clId="{934A67C8-6075-4AD0-8B8A-4E5348463E88}" dt="2024-02-20T21:20:54.950" v="22475" actId="164"/>
          <ac:spMkLst>
            <pc:docMk/>
            <pc:sldMk cId="948099154" sldId="1358"/>
            <ac:spMk id="31" creationId="{5A40F9EF-4649-B3FB-9959-E865BC93908B}"/>
          </ac:spMkLst>
        </pc:spChg>
        <pc:spChg chg="add mod">
          <ac:chgData name="Venkatesh Patil" userId="d9f36aa470552ec6" providerId="LiveId" clId="{934A67C8-6075-4AD0-8B8A-4E5348463E88}" dt="2024-02-20T21:44:06.965" v="22692" actId="1076"/>
          <ac:spMkLst>
            <pc:docMk/>
            <pc:sldMk cId="948099154" sldId="1358"/>
            <ac:spMk id="40" creationId="{D3B52300-A8A2-2277-5D26-DBAE5B05F15F}"/>
          </ac:spMkLst>
        </pc:spChg>
        <pc:grpChg chg="add mod">
          <ac:chgData name="Venkatesh Patil" userId="d9f36aa470552ec6" providerId="LiveId" clId="{934A67C8-6075-4AD0-8B8A-4E5348463E88}" dt="2024-02-20T21:06:36.430" v="21931" actId="164"/>
          <ac:grpSpMkLst>
            <pc:docMk/>
            <pc:sldMk cId="948099154" sldId="1358"/>
            <ac:grpSpMk id="19" creationId="{5EB89711-EAAA-2846-2C9F-0F35EB3442C6}"/>
          </ac:grpSpMkLst>
        </pc:grpChg>
        <pc:grpChg chg="add mod">
          <ac:chgData name="Venkatesh Patil" userId="d9f36aa470552ec6" providerId="LiveId" clId="{934A67C8-6075-4AD0-8B8A-4E5348463E88}" dt="2024-02-20T21:06:36.430" v="21931" actId="164"/>
          <ac:grpSpMkLst>
            <pc:docMk/>
            <pc:sldMk cId="948099154" sldId="1358"/>
            <ac:grpSpMk id="20" creationId="{A2EFA19B-A309-35E1-B026-EC6428ED8BC7}"/>
          </ac:grpSpMkLst>
        </pc:grpChg>
        <pc:grpChg chg="add mod">
          <ac:chgData name="Venkatesh Patil" userId="d9f36aa470552ec6" providerId="LiveId" clId="{934A67C8-6075-4AD0-8B8A-4E5348463E88}" dt="2024-02-20T21:21:43.924" v="22480" actId="164"/>
          <ac:grpSpMkLst>
            <pc:docMk/>
            <pc:sldMk cId="948099154" sldId="1358"/>
            <ac:grpSpMk id="33" creationId="{FB1A0164-286E-6141-8087-0338DB2FBE80}"/>
          </ac:grpSpMkLst>
        </pc:grpChg>
        <pc:grpChg chg="add mod">
          <ac:chgData name="Venkatesh Patil" userId="d9f36aa470552ec6" providerId="LiveId" clId="{934A67C8-6075-4AD0-8B8A-4E5348463E88}" dt="2024-02-20T21:21:15.818" v="22478" actId="1076"/>
          <ac:grpSpMkLst>
            <pc:docMk/>
            <pc:sldMk cId="948099154" sldId="1358"/>
            <ac:grpSpMk id="34" creationId="{0B65DEF4-0D27-B632-39DD-66D2A9866BDC}"/>
          </ac:grpSpMkLst>
        </pc:grpChg>
        <pc:grpChg chg="add mod">
          <ac:chgData name="Venkatesh Patil" userId="d9f36aa470552ec6" providerId="LiveId" clId="{934A67C8-6075-4AD0-8B8A-4E5348463E88}" dt="2024-02-20T21:40:40.071" v="22493" actId="164"/>
          <ac:grpSpMkLst>
            <pc:docMk/>
            <pc:sldMk cId="948099154" sldId="1358"/>
            <ac:grpSpMk id="35" creationId="{9A0917A5-0F4F-CB5C-8616-D521BBF575AB}"/>
          </ac:grpSpMkLst>
        </pc:grpChg>
        <pc:grpChg chg="add mod">
          <ac:chgData name="Venkatesh Patil" userId="d9f36aa470552ec6" providerId="LiveId" clId="{934A67C8-6075-4AD0-8B8A-4E5348463E88}" dt="2024-02-20T21:40:40.071" v="22493" actId="164"/>
          <ac:grpSpMkLst>
            <pc:docMk/>
            <pc:sldMk cId="948099154" sldId="1358"/>
            <ac:grpSpMk id="39" creationId="{4049647E-6300-4D26-FB1C-8A47A96A71EC}"/>
          </ac:grpSpMkLst>
        </pc:grpChg>
        <pc:picChg chg="mod">
          <ac:chgData name="Venkatesh Patil" userId="d9f36aa470552ec6" providerId="LiveId" clId="{934A67C8-6075-4AD0-8B8A-4E5348463E88}" dt="2024-02-20T20:38:14.111" v="21848" actId="1076"/>
          <ac:picMkLst>
            <pc:docMk/>
            <pc:sldMk cId="948099154" sldId="1358"/>
            <ac:picMk id="41" creationId="{1FCB8BBF-793F-4617-33A1-BE61714483D8}"/>
          </ac:picMkLst>
        </pc:picChg>
        <pc:cxnChg chg="add mod">
          <ac:chgData name="Venkatesh Patil" userId="d9f36aa470552ec6" providerId="LiveId" clId="{934A67C8-6075-4AD0-8B8A-4E5348463E88}" dt="2024-02-20T21:06:24.883" v="21928" actId="164"/>
          <ac:cxnSpMkLst>
            <pc:docMk/>
            <pc:sldMk cId="948099154" sldId="1358"/>
            <ac:cxnSpMk id="13" creationId="{1368A99D-6CAF-F965-97D7-9E6BB71C9786}"/>
          </ac:cxnSpMkLst>
        </pc:cxnChg>
        <pc:cxnChg chg="add mod">
          <ac:chgData name="Venkatesh Patil" userId="d9f36aa470552ec6" providerId="LiveId" clId="{934A67C8-6075-4AD0-8B8A-4E5348463E88}" dt="2024-02-20T21:21:12.620" v="22477" actId="164"/>
          <ac:cxnSpMkLst>
            <pc:docMk/>
            <pc:sldMk cId="948099154" sldId="1358"/>
            <ac:cxnSpMk id="18" creationId="{75C68C03-4B9F-CFE6-A40B-B7C4C0EDCA4C}"/>
          </ac:cxnSpMkLst>
        </pc:cxnChg>
        <pc:cxnChg chg="add mod">
          <ac:chgData name="Venkatesh Patil" userId="d9f36aa470552ec6" providerId="LiveId" clId="{934A67C8-6075-4AD0-8B8A-4E5348463E88}" dt="2024-02-20T21:21:12.620" v="22477" actId="164"/>
          <ac:cxnSpMkLst>
            <pc:docMk/>
            <pc:sldMk cId="948099154" sldId="1358"/>
            <ac:cxnSpMk id="23" creationId="{8994B606-D047-9C9F-8F62-3D3A5C3EDD6B}"/>
          </ac:cxnSpMkLst>
        </pc:cxnChg>
        <pc:cxnChg chg="add mod">
          <ac:chgData name="Venkatesh Patil" userId="d9f36aa470552ec6" providerId="LiveId" clId="{934A67C8-6075-4AD0-8B8A-4E5348463E88}" dt="2024-02-20T21:21:43.924" v="22480" actId="164"/>
          <ac:cxnSpMkLst>
            <pc:docMk/>
            <pc:sldMk cId="948099154" sldId="1358"/>
            <ac:cxnSpMk id="32" creationId="{B655975D-2D40-87FE-B06F-CA83A4BA0D7B}"/>
          </ac:cxnSpMkLst>
        </pc:cxnChg>
        <pc:cxnChg chg="add mod">
          <ac:chgData name="Venkatesh Patil" userId="d9f36aa470552ec6" providerId="LiveId" clId="{934A67C8-6075-4AD0-8B8A-4E5348463E88}" dt="2024-02-20T21:40:40.071" v="22493" actId="164"/>
          <ac:cxnSpMkLst>
            <pc:docMk/>
            <pc:sldMk cId="948099154" sldId="1358"/>
            <ac:cxnSpMk id="36" creationId="{178B36E7-054D-7018-DD75-172DB3FAEDFE}"/>
          </ac:cxnSpMkLst>
        </pc:cxnChg>
      </pc:sldChg>
      <pc:sldChg chg="addSp delSp modSp add mod delAnim modNotesTx">
        <pc:chgData name="Venkatesh Patil" userId="d9f36aa470552ec6" providerId="LiveId" clId="{934A67C8-6075-4AD0-8B8A-4E5348463E88}" dt="2024-02-21T17:04:32.926" v="23862" actId="1076"/>
        <pc:sldMkLst>
          <pc:docMk/>
          <pc:sldMk cId="2213935929" sldId="1359"/>
        </pc:sldMkLst>
        <pc:spChg chg="del">
          <ac:chgData name="Venkatesh Patil" userId="d9f36aa470552ec6" providerId="LiveId" clId="{934A67C8-6075-4AD0-8B8A-4E5348463E88}" dt="2024-02-20T21:44:33.479" v="22694" actId="478"/>
          <ac:spMkLst>
            <pc:docMk/>
            <pc:sldMk cId="2213935929" sldId="1359"/>
            <ac:spMk id="3" creationId="{04466037-9441-0D7C-B7AA-1B97C922F431}"/>
          </ac:spMkLst>
        </pc:spChg>
        <pc:spChg chg="del">
          <ac:chgData name="Venkatesh Patil" userId="d9f36aa470552ec6" providerId="LiveId" clId="{934A67C8-6075-4AD0-8B8A-4E5348463E88}" dt="2024-02-20T21:44:44.627" v="22700" actId="478"/>
          <ac:spMkLst>
            <pc:docMk/>
            <pc:sldMk cId="2213935929" sldId="1359"/>
            <ac:spMk id="24" creationId="{26B7C781-283F-745C-7E52-99C940F2B3C8}"/>
          </ac:spMkLst>
        </pc:spChg>
        <pc:spChg chg="del">
          <ac:chgData name="Venkatesh Patil" userId="d9f36aa470552ec6" providerId="LiveId" clId="{934A67C8-6075-4AD0-8B8A-4E5348463E88}" dt="2024-02-20T21:44:46.213" v="22701" actId="478"/>
          <ac:spMkLst>
            <pc:docMk/>
            <pc:sldMk cId="2213935929" sldId="1359"/>
            <ac:spMk id="25" creationId="{19B53357-35EB-C956-3C6C-1E556F55C9F4}"/>
          </ac:spMkLst>
        </pc:spChg>
        <pc:spChg chg="add del mod">
          <ac:chgData name="Venkatesh Patil" userId="d9f36aa470552ec6" providerId="LiveId" clId="{934A67C8-6075-4AD0-8B8A-4E5348463E88}" dt="2024-02-20T21:44:35.092" v="22695" actId="478"/>
          <ac:spMkLst>
            <pc:docMk/>
            <pc:sldMk cId="2213935929" sldId="1359"/>
            <ac:spMk id="37" creationId="{9BC06EFA-71A0-F991-585F-BB51C54716ED}"/>
          </ac:spMkLst>
        </pc:spChg>
        <pc:spChg chg="del">
          <ac:chgData name="Venkatesh Patil" userId="d9f36aa470552ec6" providerId="LiveId" clId="{934A67C8-6075-4AD0-8B8A-4E5348463E88}" dt="2024-02-20T21:44:41.654" v="22698" actId="478"/>
          <ac:spMkLst>
            <pc:docMk/>
            <pc:sldMk cId="2213935929" sldId="1359"/>
            <ac:spMk id="40" creationId="{16362EC8-EA14-E878-96BB-EC3ECF0082A2}"/>
          </ac:spMkLst>
        </pc:spChg>
        <pc:spChg chg="add mod">
          <ac:chgData name="Venkatesh Patil" userId="d9f36aa470552ec6" providerId="LiveId" clId="{934A67C8-6075-4AD0-8B8A-4E5348463E88}" dt="2024-02-21T17:04:32.926" v="23862" actId="1076"/>
          <ac:spMkLst>
            <pc:docMk/>
            <pc:sldMk cId="2213935929" sldId="1359"/>
            <ac:spMk id="52" creationId="{C0E51F16-C9D6-0AD4-D21A-6B6AECEAE012}"/>
          </ac:spMkLst>
        </pc:spChg>
        <pc:grpChg chg="del">
          <ac:chgData name="Venkatesh Patil" userId="d9f36aa470552ec6" providerId="LiveId" clId="{934A67C8-6075-4AD0-8B8A-4E5348463E88}" dt="2024-02-20T21:44:42.981" v="22699" actId="478"/>
          <ac:grpSpMkLst>
            <pc:docMk/>
            <pc:sldMk cId="2213935929" sldId="1359"/>
            <ac:grpSpMk id="20" creationId="{EE231D04-BBC5-F8B3-723D-8234A3C468F0}"/>
          </ac:grpSpMkLst>
        </pc:grpChg>
        <pc:grpChg chg="del">
          <ac:chgData name="Venkatesh Patil" userId="d9f36aa470552ec6" providerId="LiveId" clId="{934A67C8-6075-4AD0-8B8A-4E5348463E88}" dt="2024-02-20T21:44:36.236" v="22696" actId="478"/>
          <ac:grpSpMkLst>
            <pc:docMk/>
            <pc:sldMk cId="2213935929" sldId="1359"/>
            <ac:grpSpMk id="34" creationId="{81095006-F51A-077A-92B5-BA339D52BFC8}"/>
          </ac:grpSpMkLst>
        </pc:grpChg>
        <pc:grpChg chg="del">
          <ac:chgData name="Venkatesh Patil" userId="d9f36aa470552ec6" providerId="LiveId" clId="{934A67C8-6075-4AD0-8B8A-4E5348463E88}" dt="2024-02-20T21:44:39.523" v="22697" actId="478"/>
          <ac:grpSpMkLst>
            <pc:docMk/>
            <pc:sldMk cId="2213935929" sldId="1359"/>
            <ac:grpSpMk id="39" creationId="{5BB57C51-C063-BBDF-AC7C-5EAD1862A132}"/>
          </ac:grpSpMkLst>
        </pc:grpChg>
        <pc:picChg chg="add mod">
          <ac:chgData name="Venkatesh Patil" userId="d9f36aa470552ec6" providerId="LiveId" clId="{934A67C8-6075-4AD0-8B8A-4E5348463E88}" dt="2024-02-21T17:01:33.139" v="23755" actId="1076"/>
          <ac:picMkLst>
            <pc:docMk/>
            <pc:sldMk cId="2213935929" sldId="1359"/>
            <ac:picMk id="8" creationId="{9BE6B617-C77C-2D6F-B113-2C075A4CC9C4}"/>
          </ac:picMkLst>
        </pc:picChg>
        <pc:picChg chg="mod">
          <ac:chgData name="Venkatesh Patil" userId="d9f36aa470552ec6" providerId="LiveId" clId="{934A67C8-6075-4AD0-8B8A-4E5348463E88}" dt="2024-02-21T17:02:57.097" v="23851" actId="1076"/>
          <ac:picMkLst>
            <pc:docMk/>
            <pc:sldMk cId="2213935929" sldId="1359"/>
            <ac:picMk id="41" creationId="{791EBC9C-E91C-6E35-9FE9-A92B9F78AE68}"/>
          </ac:picMkLst>
        </pc:picChg>
        <pc:picChg chg="add mod">
          <ac:chgData name="Venkatesh Patil" userId="d9f36aa470552ec6" providerId="LiveId" clId="{934A67C8-6075-4AD0-8B8A-4E5348463E88}" dt="2024-02-21T17:04:26.174" v="23860" actId="1076"/>
          <ac:picMkLst>
            <pc:docMk/>
            <pc:sldMk cId="2213935929" sldId="1359"/>
            <ac:picMk id="42" creationId="{96C60483-6FFA-0E3B-32CB-12CD94D91822}"/>
          </ac:picMkLst>
        </pc:picChg>
        <pc:picChg chg="add mod">
          <ac:chgData name="Venkatesh Patil" userId="d9f36aa470552ec6" providerId="LiveId" clId="{934A67C8-6075-4AD0-8B8A-4E5348463E88}" dt="2024-02-20T21:50:08.328" v="22725" actId="1076"/>
          <ac:picMkLst>
            <pc:docMk/>
            <pc:sldMk cId="2213935929" sldId="1359"/>
            <ac:picMk id="44" creationId="{4CF78466-B82C-1C52-A556-5C3772B03267}"/>
          </ac:picMkLst>
        </pc:picChg>
        <pc:picChg chg="add del mod">
          <ac:chgData name="Venkatesh Patil" userId="d9f36aa470552ec6" providerId="LiveId" clId="{934A67C8-6075-4AD0-8B8A-4E5348463E88}" dt="2024-02-21T17:00:58.428" v="23752" actId="478"/>
          <ac:picMkLst>
            <pc:docMk/>
            <pc:sldMk cId="2213935929" sldId="1359"/>
            <ac:picMk id="46" creationId="{E6E12B4A-6C38-48E0-7720-C599344E17D8}"/>
          </ac:picMkLst>
        </pc:picChg>
        <pc:picChg chg="add del mod">
          <ac:chgData name="Venkatesh Patil" userId="d9f36aa470552ec6" providerId="LiveId" clId="{934A67C8-6075-4AD0-8B8A-4E5348463E88}" dt="2024-02-21T17:04:20.046" v="23857" actId="478"/>
          <ac:picMkLst>
            <pc:docMk/>
            <pc:sldMk cId="2213935929" sldId="1359"/>
            <ac:picMk id="48" creationId="{5DF3C8E3-48AD-05C6-5590-3D5FF459B79F}"/>
          </ac:picMkLst>
        </pc:picChg>
        <pc:picChg chg="add mod">
          <ac:chgData name="Venkatesh Patil" userId="d9f36aa470552ec6" providerId="LiveId" clId="{934A67C8-6075-4AD0-8B8A-4E5348463E88}" dt="2024-02-21T17:04:24.679" v="23859" actId="14100"/>
          <ac:picMkLst>
            <pc:docMk/>
            <pc:sldMk cId="2213935929" sldId="1359"/>
            <ac:picMk id="50" creationId="{14A2850B-432F-C7B4-681C-429D5492CF1C}"/>
          </ac:picMkLst>
        </pc:picChg>
        <pc:cxnChg chg="mod">
          <ac:chgData name="Venkatesh Patil" userId="d9f36aa470552ec6" providerId="LiveId" clId="{934A67C8-6075-4AD0-8B8A-4E5348463E88}" dt="2024-02-20T21:44:42.981" v="22699" actId="478"/>
          <ac:cxnSpMkLst>
            <pc:docMk/>
            <pc:sldMk cId="2213935929" sldId="1359"/>
            <ac:cxnSpMk id="13" creationId="{754E22CD-5788-87AF-36A8-F42880F7EA1C}"/>
          </ac:cxnSpMkLst>
        </pc:cxnChg>
        <pc:cxnChg chg="mod">
          <ac:chgData name="Venkatesh Patil" userId="d9f36aa470552ec6" providerId="LiveId" clId="{934A67C8-6075-4AD0-8B8A-4E5348463E88}" dt="2024-02-20T21:44:36.236" v="22696" actId="478"/>
          <ac:cxnSpMkLst>
            <pc:docMk/>
            <pc:sldMk cId="2213935929" sldId="1359"/>
            <ac:cxnSpMk id="18" creationId="{786EC1A3-8B09-0A67-87A0-A1293FAB20AE}"/>
          </ac:cxnSpMkLst>
        </pc:cxnChg>
        <pc:cxnChg chg="mod">
          <ac:chgData name="Venkatesh Patil" userId="d9f36aa470552ec6" providerId="LiveId" clId="{934A67C8-6075-4AD0-8B8A-4E5348463E88}" dt="2024-02-20T21:44:39.523" v="22697" actId="478"/>
          <ac:cxnSpMkLst>
            <pc:docMk/>
            <pc:sldMk cId="2213935929" sldId="1359"/>
            <ac:cxnSpMk id="32" creationId="{6DE10803-AF22-71F3-6C9B-50B4B63FF40A}"/>
          </ac:cxnSpMkLst>
        </pc:cxnChg>
      </pc:sldChg>
    </pc:docChg>
  </pc:docChgLst>
  <pc:docChgLst>
    <pc:chgData name="Venkatesh Patil" userId="d9f36aa470552ec6" providerId="LiveId" clId="{1F0C1C64-C04D-48CB-8711-4A66D116FFE7}"/>
    <pc:docChg chg="undo redo custSel addSld delSld modSld sldOrd">
      <pc:chgData name="Venkatesh Patil" userId="d9f36aa470552ec6" providerId="LiveId" clId="{1F0C1C64-C04D-48CB-8711-4A66D116FFE7}" dt="2024-01-13T20:51:55.028" v="42246" actId="14100"/>
      <pc:docMkLst>
        <pc:docMk/>
      </pc:docMkLst>
      <pc:sldChg chg="del mod modShow">
        <pc:chgData name="Venkatesh Patil" userId="d9f36aa470552ec6" providerId="LiveId" clId="{1F0C1C64-C04D-48CB-8711-4A66D116FFE7}" dt="2024-01-11T16:46:00.098" v="21519" actId="47"/>
        <pc:sldMkLst>
          <pc:docMk/>
          <pc:sldMk cId="436961612" sldId="257"/>
        </pc:sldMkLst>
      </pc:sldChg>
      <pc:sldChg chg="modSp add del mod">
        <pc:chgData name="Venkatesh Patil" userId="d9f36aa470552ec6" providerId="LiveId" clId="{1F0C1C64-C04D-48CB-8711-4A66D116FFE7}" dt="2024-01-13T18:57:08.590" v="41350" actId="47"/>
        <pc:sldMkLst>
          <pc:docMk/>
          <pc:sldMk cId="1874788601" sldId="341"/>
        </pc:sldMkLst>
        <pc:spChg chg="mod">
          <ac:chgData name="Venkatesh Patil" userId="d9f36aa470552ec6" providerId="LiveId" clId="{1F0C1C64-C04D-48CB-8711-4A66D116FFE7}" dt="2024-01-13T04:02:01.405" v="39083" actId="27636"/>
          <ac:spMkLst>
            <pc:docMk/>
            <pc:sldMk cId="1874788601" sldId="341"/>
            <ac:spMk id="2" creationId="{00000000-0000-0000-0000-000000000000}"/>
          </ac:spMkLst>
        </pc:spChg>
        <pc:spChg chg="mod">
          <ac:chgData name="Venkatesh Patil" userId="d9f36aa470552ec6" providerId="LiveId" clId="{1F0C1C64-C04D-48CB-8711-4A66D116FFE7}" dt="2024-01-13T04:01:40.388" v="39081"/>
          <ac:spMkLst>
            <pc:docMk/>
            <pc:sldMk cId="1874788601" sldId="341"/>
            <ac:spMk id="3" creationId="{00000000-0000-0000-0000-000000000000}"/>
          </ac:spMkLst>
        </pc:spChg>
        <pc:spChg chg="mod">
          <ac:chgData name="Venkatesh Patil" userId="d9f36aa470552ec6" providerId="LiveId" clId="{1F0C1C64-C04D-48CB-8711-4A66D116FFE7}" dt="2024-01-13T04:02:17.085" v="39085" actId="2711"/>
          <ac:spMkLst>
            <pc:docMk/>
            <pc:sldMk cId="1874788601" sldId="341"/>
            <ac:spMk id="8" creationId="{00000000-0000-0000-0000-000000000000}"/>
          </ac:spMkLst>
        </pc:spChg>
      </pc:sldChg>
      <pc:sldChg chg="modSp mod">
        <pc:chgData name="Venkatesh Patil" userId="d9f36aa470552ec6" providerId="LiveId" clId="{1F0C1C64-C04D-48CB-8711-4A66D116FFE7}" dt="2024-01-13T02:40:22.018" v="36334" actId="20577"/>
        <pc:sldMkLst>
          <pc:docMk/>
          <pc:sldMk cId="3526645437" sldId="781"/>
        </pc:sldMkLst>
        <pc:spChg chg="mod">
          <ac:chgData name="Venkatesh Patil" userId="d9f36aa470552ec6" providerId="LiveId" clId="{1F0C1C64-C04D-48CB-8711-4A66D116FFE7}" dt="2024-01-13T02:40:22.018" v="36334" actId="20577"/>
          <ac:spMkLst>
            <pc:docMk/>
            <pc:sldMk cId="3526645437" sldId="781"/>
            <ac:spMk id="2" creationId="{E42BD60D-5E55-7134-84BD-1CF383695861}"/>
          </ac:spMkLst>
        </pc:spChg>
        <pc:spChg chg="mod">
          <ac:chgData name="Venkatesh Patil" userId="d9f36aa470552ec6" providerId="LiveId" clId="{1F0C1C64-C04D-48CB-8711-4A66D116FFE7}" dt="2024-01-12T22:26:52.817" v="29489" actId="20577"/>
          <ac:spMkLst>
            <pc:docMk/>
            <pc:sldMk cId="3526645437" sldId="781"/>
            <ac:spMk id="13314" creationId="{00000000-0000-0000-0000-000000000000}"/>
          </ac:spMkLst>
        </pc:spChg>
      </pc:sldChg>
      <pc:sldChg chg="modSp mod">
        <pc:chgData name="Venkatesh Patil" userId="d9f36aa470552ec6" providerId="LiveId" clId="{1F0C1C64-C04D-48CB-8711-4A66D116FFE7}" dt="2024-01-12T22:26:40.167" v="29470" actId="20577"/>
        <pc:sldMkLst>
          <pc:docMk/>
          <pc:sldMk cId="3690305819" sldId="1082"/>
        </pc:sldMkLst>
        <pc:spChg chg="mod">
          <ac:chgData name="Venkatesh Patil" userId="d9f36aa470552ec6" providerId="LiveId" clId="{1F0C1C64-C04D-48CB-8711-4A66D116FFE7}" dt="2024-01-12T22:26:40.167" v="29470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modSp del mod">
        <pc:chgData name="Venkatesh Patil" userId="d9f36aa470552ec6" providerId="LiveId" clId="{1F0C1C64-C04D-48CB-8711-4A66D116FFE7}" dt="2024-01-08T19:20:01.890" v="262" actId="47"/>
        <pc:sldMkLst>
          <pc:docMk/>
          <pc:sldMk cId="3877317139" sldId="1083"/>
        </pc:sldMkLst>
        <pc:spChg chg="mod">
          <ac:chgData name="Venkatesh Patil" userId="d9f36aa470552ec6" providerId="LiveId" clId="{1F0C1C64-C04D-48CB-8711-4A66D116FFE7}" dt="2024-01-08T19:18:44.875" v="251" actId="20577"/>
          <ac:spMkLst>
            <pc:docMk/>
            <pc:sldMk cId="3877317139" sldId="1083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08T19:19:21.296" v="258" actId="255"/>
          <ac:spMkLst>
            <pc:docMk/>
            <pc:sldMk cId="3877317139" sldId="1083"/>
            <ac:spMk id="3" creationId="{E2B2E24C-621E-60FD-8622-E48AFEA72431}"/>
          </ac:spMkLst>
        </pc:spChg>
      </pc:sldChg>
      <pc:sldChg chg="modSp del mod">
        <pc:chgData name="Venkatesh Patil" userId="d9f36aa470552ec6" providerId="LiveId" clId="{1F0C1C64-C04D-48CB-8711-4A66D116FFE7}" dt="2024-01-12T22:27:09.483" v="29490" actId="47"/>
        <pc:sldMkLst>
          <pc:docMk/>
          <pc:sldMk cId="84173594" sldId="1084"/>
        </pc:sldMkLst>
        <pc:spChg chg="mod">
          <ac:chgData name="Venkatesh Patil" userId="d9f36aa470552ec6" providerId="LiveId" clId="{1F0C1C64-C04D-48CB-8711-4A66D116FFE7}" dt="2024-01-11T05:21:32.545" v="21481" actId="14100"/>
          <ac:spMkLst>
            <pc:docMk/>
            <pc:sldMk cId="84173594" sldId="1084"/>
            <ac:spMk id="13314" creationId="{00000000-0000-0000-0000-000000000000}"/>
          </ac:spMkLst>
        </pc:spChg>
      </pc:sldChg>
      <pc:sldChg chg="del">
        <pc:chgData name="Venkatesh Patil" userId="d9f36aa470552ec6" providerId="LiveId" clId="{1F0C1C64-C04D-48CB-8711-4A66D116FFE7}" dt="2024-01-09T00:10:06.679" v="6491" actId="47"/>
        <pc:sldMkLst>
          <pc:docMk/>
          <pc:sldMk cId="1491202295" sldId="1085"/>
        </pc:sldMkLst>
      </pc:sldChg>
      <pc:sldChg chg="add del">
        <pc:chgData name="Venkatesh Patil" userId="d9f36aa470552ec6" providerId="LiveId" clId="{1F0C1C64-C04D-48CB-8711-4A66D116FFE7}" dt="2024-01-11T19:52:26.711" v="26157" actId="47"/>
        <pc:sldMkLst>
          <pc:docMk/>
          <pc:sldMk cId="156277758" sldId="1088"/>
        </pc:sldMkLst>
      </pc:sldChg>
      <pc:sldChg chg="del">
        <pc:chgData name="Venkatesh Patil" userId="d9f36aa470552ec6" providerId="LiveId" clId="{1F0C1C64-C04D-48CB-8711-4A66D116FFE7}" dt="2024-01-09T00:10:06.729" v="6492" actId="47"/>
        <pc:sldMkLst>
          <pc:docMk/>
          <pc:sldMk cId="2938912141" sldId="1088"/>
        </pc:sldMkLst>
      </pc:sldChg>
      <pc:sldChg chg="del">
        <pc:chgData name="Venkatesh Patil" userId="d9f36aa470552ec6" providerId="LiveId" clId="{1F0C1C64-C04D-48CB-8711-4A66D116FFE7}" dt="2024-01-09T00:10:08.262" v="6493" actId="47"/>
        <pc:sldMkLst>
          <pc:docMk/>
          <pc:sldMk cId="2319129783" sldId="1089"/>
        </pc:sldMkLst>
      </pc:sldChg>
      <pc:sldChg chg="del">
        <pc:chgData name="Venkatesh Patil" userId="d9f36aa470552ec6" providerId="LiveId" clId="{1F0C1C64-C04D-48CB-8711-4A66D116FFE7}" dt="2024-01-09T00:10:10.817" v="6494" actId="47"/>
        <pc:sldMkLst>
          <pc:docMk/>
          <pc:sldMk cId="1541504985" sldId="1090"/>
        </pc:sldMkLst>
      </pc:sldChg>
      <pc:sldChg chg="del">
        <pc:chgData name="Venkatesh Patil" userId="d9f36aa470552ec6" providerId="LiveId" clId="{1F0C1C64-C04D-48CB-8711-4A66D116FFE7}" dt="2024-01-09T00:10:12.196" v="6495" actId="47"/>
        <pc:sldMkLst>
          <pc:docMk/>
          <pc:sldMk cId="2958585413" sldId="1091"/>
        </pc:sldMkLst>
      </pc:sldChg>
      <pc:sldChg chg="addSp delSp modSp mod modNotesTx">
        <pc:chgData name="Venkatesh Patil" userId="d9f36aa470552ec6" providerId="LiveId" clId="{1F0C1C64-C04D-48CB-8711-4A66D116FFE7}" dt="2024-01-13T17:41:26.465" v="39186" actId="255"/>
        <pc:sldMkLst>
          <pc:docMk/>
          <pc:sldMk cId="1819915634" sldId="1092"/>
        </pc:sldMkLst>
        <pc:spChg chg="mod">
          <ac:chgData name="Venkatesh Patil" userId="d9f36aa470552ec6" providerId="LiveId" clId="{1F0C1C64-C04D-48CB-8711-4A66D116FFE7}" dt="2024-01-10T20:21:12.878" v="14837" actId="20577"/>
          <ac:spMkLst>
            <pc:docMk/>
            <pc:sldMk cId="1819915634" sldId="1092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10T20:29:10.997" v="14839" actId="478"/>
          <ac:spMkLst>
            <pc:docMk/>
            <pc:sldMk cId="1819915634" sldId="1092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3T17:41:26.465" v="39186" actId="255"/>
          <ac:spMkLst>
            <pc:docMk/>
            <pc:sldMk cId="1819915634" sldId="1092"/>
            <ac:spMk id="8" creationId="{11D8DDBC-A785-1903-6F19-7863C540BCE9}"/>
          </ac:spMkLst>
        </pc:spChg>
        <pc:spChg chg="add del mod">
          <ac:chgData name="Venkatesh Patil" userId="d9f36aa470552ec6" providerId="LiveId" clId="{1F0C1C64-C04D-48CB-8711-4A66D116FFE7}" dt="2024-01-10T20:29:14.407" v="14840" actId="478"/>
          <ac:spMkLst>
            <pc:docMk/>
            <pc:sldMk cId="1819915634" sldId="1092"/>
            <ac:spMk id="9" creationId="{25AC2F71-D7CA-7525-F938-CB5581FD78BC}"/>
          </ac:spMkLst>
        </pc:spChg>
        <pc:spChg chg="add del mod">
          <ac:chgData name="Venkatesh Patil" userId="d9f36aa470552ec6" providerId="LiveId" clId="{1F0C1C64-C04D-48CB-8711-4A66D116FFE7}" dt="2024-01-10T20:42:28.483" v="15174" actId="478"/>
          <ac:spMkLst>
            <pc:docMk/>
            <pc:sldMk cId="1819915634" sldId="1092"/>
            <ac:spMk id="10" creationId="{4E4F96D7-0EC9-1373-6320-A2F768AF75DE}"/>
          </ac:spMkLst>
        </pc:spChg>
        <pc:spChg chg="add del mod">
          <ac:chgData name="Venkatesh Patil" userId="d9f36aa470552ec6" providerId="LiveId" clId="{1F0C1C64-C04D-48CB-8711-4A66D116FFE7}" dt="2024-01-10T20:42:28.483" v="15174" actId="478"/>
          <ac:spMkLst>
            <pc:docMk/>
            <pc:sldMk cId="1819915634" sldId="1092"/>
            <ac:spMk id="11" creationId="{31B421AE-E320-0578-FD14-99D8BF491F75}"/>
          </ac:spMkLst>
        </pc:spChg>
        <pc:spChg chg="add mod">
          <ac:chgData name="Venkatesh Patil" userId="d9f36aa470552ec6" providerId="LiveId" clId="{1F0C1C64-C04D-48CB-8711-4A66D116FFE7}" dt="2024-01-10T20:32:01.315" v="14908"/>
          <ac:spMkLst>
            <pc:docMk/>
            <pc:sldMk cId="1819915634" sldId="1092"/>
            <ac:spMk id="12" creationId="{14A6518D-ECD7-BB7A-94DB-92F22F14170A}"/>
          </ac:spMkLst>
        </pc:spChg>
        <pc:spChg chg="add del mod">
          <ac:chgData name="Venkatesh Patil" userId="d9f36aa470552ec6" providerId="LiveId" clId="{1F0C1C64-C04D-48CB-8711-4A66D116FFE7}" dt="2024-01-10T20:42:28.483" v="15174" actId="478"/>
          <ac:spMkLst>
            <pc:docMk/>
            <pc:sldMk cId="1819915634" sldId="1092"/>
            <ac:spMk id="13" creationId="{EC129640-8ACA-CE8D-2646-A490AF60A563}"/>
          </ac:spMkLst>
        </pc:spChg>
        <pc:spChg chg="add del mod">
          <ac:chgData name="Venkatesh Patil" userId="d9f36aa470552ec6" providerId="LiveId" clId="{1F0C1C64-C04D-48CB-8711-4A66D116FFE7}" dt="2024-01-10T20:42:28.483" v="15174" actId="478"/>
          <ac:spMkLst>
            <pc:docMk/>
            <pc:sldMk cId="1819915634" sldId="1092"/>
            <ac:spMk id="14" creationId="{2FA7323B-278D-631F-7791-2C9C1F89FE9C}"/>
          </ac:spMkLst>
        </pc:spChg>
        <pc:spChg chg="add mod">
          <ac:chgData name="Venkatesh Patil" userId="d9f36aa470552ec6" providerId="LiveId" clId="{1F0C1C64-C04D-48CB-8711-4A66D116FFE7}" dt="2024-01-10T20:36:43.758" v="15115" actId="164"/>
          <ac:spMkLst>
            <pc:docMk/>
            <pc:sldMk cId="1819915634" sldId="1092"/>
            <ac:spMk id="15" creationId="{F5DCF0F7-0AD9-B9C0-0F95-213317B47A22}"/>
          </ac:spMkLst>
        </pc:spChg>
        <pc:spChg chg="add mod">
          <ac:chgData name="Venkatesh Patil" userId="d9f36aa470552ec6" providerId="LiveId" clId="{1F0C1C64-C04D-48CB-8711-4A66D116FFE7}" dt="2024-01-10T20:35:02.491" v="15057"/>
          <ac:spMkLst>
            <pc:docMk/>
            <pc:sldMk cId="1819915634" sldId="1092"/>
            <ac:spMk id="16" creationId="{67366C0A-C369-E563-B818-96CF6FE51570}"/>
          </ac:spMkLst>
        </pc:spChg>
        <pc:spChg chg="add mod">
          <ac:chgData name="Venkatesh Patil" userId="d9f36aa470552ec6" providerId="LiveId" clId="{1F0C1C64-C04D-48CB-8711-4A66D116FFE7}" dt="2024-01-10T20:35:04.412" v="15058"/>
          <ac:spMkLst>
            <pc:docMk/>
            <pc:sldMk cId="1819915634" sldId="1092"/>
            <ac:spMk id="17" creationId="{12120075-6E81-1CF1-8845-453A1AAEF4B9}"/>
          </ac:spMkLst>
        </pc:spChg>
        <pc:spChg chg="add mod">
          <ac:chgData name="Venkatesh Patil" userId="d9f36aa470552ec6" providerId="LiveId" clId="{1F0C1C64-C04D-48CB-8711-4A66D116FFE7}" dt="2024-01-10T20:35:05.038" v="15059"/>
          <ac:spMkLst>
            <pc:docMk/>
            <pc:sldMk cId="1819915634" sldId="1092"/>
            <ac:spMk id="18" creationId="{94D68942-F4B5-55C5-AC6D-87E77BB5CD92}"/>
          </ac:spMkLst>
        </pc:spChg>
        <pc:spChg chg="add mod">
          <ac:chgData name="Venkatesh Patil" userId="d9f36aa470552ec6" providerId="LiveId" clId="{1F0C1C64-C04D-48CB-8711-4A66D116FFE7}" dt="2024-01-10T20:35:06.674" v="15060"/>
          <ac:spMkLst>
            <pc:docMk/>
            <pc:sldMk cId="1819915634" sldId="1092"/>
            <ac:spMk id="19" creationId="{D8581563-8038-E887-1113-79F913C39B8E}"/>
          </ac:spMkLst>
        </pc:spChg>
        <pc:spChg chg="add mod">
          <ac:chgData name="Venkatesh Patil" userId="d9f36aa470552ec6" providerId="LiveId" clId="{1F0C1C64-C04D-48CB-8711-4A66D116FFE7}" dt="2024-01-10T20:36:43.758" v="15115" actId="164"/>
          <ac:spMkLst>
            <pc:docMk/>
            <pc:sldMk cId="1819915634" sldId="1092"/>
            <ac:spMk id="20" creationId="{38694C50-9509-55ED-8047-A89F4299FFFC}"/>
          </ac:spMkLst>
        </pc:spChg>
        <pc:spChg chg="add mod">
          <ac:chgData name="Venkatesh Patil" userId="d9f36aa470552ec6" providerId="LiveId" clId="{1F0C1C64-C04D-48CB-8711-4A66D116FFE7}" dt="2024-01-10T20:36:43.758" v="15115" actId="164"/>
          <ac:spMkLst>
            <pc:docMk/>
            <pc:sldMk cId="1819915634" sldId="1092"/>
            <ac:spMk id="21" creationId="{88036064-5269-DDE1-3E2D-8617DC16651C}"/>
          </ac:spMkLst>
        </pc:spChg>
        <pc:spChg chg="add mod">
          <ac:chgData name="Venkatesh Patil" userId="d9f36aa470552ec6" providerId="LiveId" clId="{1F0C1C64-C04D-48CB-8711-4A66D116FFE7}" dt="2024-01-10T20:36:43.758" v="15115" actId="164"/>
          <ac:spMkLst>
            <pc:docMk/>
            <pc:sldMk cId="1819915634" sldId="1092"/>
            <ac:spMk id="22" creationId="{81508393-7283-D612-629B-51D82DB28B4F}"/>
          </ac:spMkLst>
        </pc:spChg>
        <pc:spChg chg="add del mod">
          <ac:chgData name="Venkatesh Patil" userId="d9f36aa470552ec6" providerId="LiveId" clId="{1F0C1C64-C04D-48CB-8711-4A66D116FFE7}" dt="2024-01-10T20:42:28.483" v="15174" actId="478"/>
          <ac:spMkLst>
            <pc:docMk/>
            <pc:sldMk cId="1819915634" sldId="1092"/>
            <ac:spMk id="28" creationId="{21455370-E12D-F7CE-8310-6A79666D8694}"/>
          </ac:spMkLst>
        </pc:spChg>
        <pc:spChg chg="add del">
          <ac:chgData name="Venkatesh Patil" userId="d9f36aa470552ec6" providerId="LiveId" clId="{1F0C1C64-C04D-48CB-8711-4A66D116FFE7}" dt="2024-01-10T20:40:31.741" v="15139" actId="478"/>
          <ac:spMkLst>
            <pc:docMk/>
            <pc:sldMk cId="1819915634" sldId="1092"/>
            <ac:spMk id="29" creationId="{34209E7F-79E1-A35A-5701-B729527DB8BD}"/>
          </ac:spMkLst>
        </pc:spChg>
        <pc:spChg chg="add del mod">
          <ac:chgData name="Venkatesh Patil" userId="d9f36aa470552ec6" providerId="LiveId" clId="{1F0C1C64-C04D-48CB-8711-4A66D116FFE7}" dt="2024-01-10T20:42:28.483" v="15174" actId="478"/>
          <ac:spMkLst>
            <pc:docMk/>
            <pc:sldMk cId="1819915634" sldId="1092"/>
            <ac:spMk id="30" creationId="{231E5452-0DD1-71D2-CAD6-313767E321B7}"/>
          </ac:spMkLst>
        </pc:spChg>
        <pc:spChg chg="add del mod">
          <ac:chgData name="Venkatesh Patil" userId="d9f36aa470552ec6" providerId="LiveId" clId="{1F0C1C64-C04D-48CB-8711-4A66D116FFE7}" dt="2024-01-10T20:42:28.483" v="15174" actId="478"/>
          <ac:spMkLst>
            <pc:docMk/>
            <pc:sldMk cId="1819915634" sldId="1092"/>
            <ac:spMk id="31" creationId="{137868D3-ACA7-4635-ADA5-699FF1EF6773}"/>
          </ac:spMkLst>
        </pc:spChg>
        <pc:spChg chg="add mod">
          <ac:chgData name="Venkatesh Patil" userId="d9f36aa470552ec6" providerId="LiveId" clId="{1F0C1C64-C04D-48CB-8711-4A66D116FFE7}" dt="2024-01-10T20:59:36.888" v="15430" actId="164"/>
          <ac:spMkLst>
            <pc:docMk/>
            <pc:sldMk cId="1819915634" sldId="1092"/>
            <ac:spMk id="41" creationId="{0F79550C-3DA6-EA2A-5434-8B4BCF38AF9A}"/>
          </ac:spMkLst>
        </pc:spChg>
        <pc:spChg chg="add mod">
          <ac:chgData name="Venkatesh Patil" userId="d9f36aa470552ec6" providerId="LiveId" clId="{1F0C1C64-C04D-48CB-8711-4A66D116FFE7}" dt="2024-01-10T20:59:36.888" v="15430" actId="164"/>
          <ac:spMkLst>
            <pc:docMk/>
            <pc:sldMk cId="1819915634" sldId="1092"/>
            <ac:spMk id="42" creationId="{043CC51F-5C9F-3179-4C67-CB77A4B48E11}"/>
          </ac:spMkLst>
        </pc:spChg>
        <pc:spChg chg="add mod">
          <ac:chgData name="Venkatesh Patil" userId="d9f36aa470552ec6" providerId="LiveId" clId="{1F0C1C64-C04D-48CB-8711-4A66D116FFE7}" dt="2024-01-10T20:59:36.888" v="15430" actId="164"/>
          <ac:spMkLst>
            <pc:docMk/>
            <pc:sldMk cId="1819915634" sldId="1092"/>
            <ac:spMk id="43" creationId="{A8609790-6C8B-7647-34E5-A2A932C77CF7}"/>
          </ac:spMkLst>
        </pc:spChg>
        <pc:spChg chg="add mod">
          <ac:chgData name="Venkatesh Patil" userId="d9f36aa470552ec6" providerId="LiveId" clId="{1F0C1C64-C04D-48CB-8711-4A66D116FFE7}" dt="2024-01-10T20:59:36.888" v="15430" actId="164"/>
          <ac:spMkLst>
            <pc:docMk/>
            <pc:sldMk cId="1819915634" sldId="1092"/>
            <ac:spMk id="44" creationId="{B1E18A60-A41B-3F09-5EE2-5169362CD014}"/>
          </ac:spMkLst>
        </pc:spChg>
        <pc:spChg chg="add mod">
          <ac:chgData name="Venkatesh Patil" userId="d9f36aa470552ec6" providerId="LiveId" clId="{1F0C1C64-C04D-48CB-8711-4A66D116FFE7}" dt="2024-01-10T20:59:36.888" v="15430" actId="164"/>
          <ac:spMkLst>
            <pc:docMk/>
            <pc:sldMk cId="1819915634" sldId="1092"/>
            <ac:spMk id="51" creationId="{5688020B-B1F2-87A8-BDC1-A3DB59DAE56F}"/>
          </ac:spMkLst>
        </pc:spChg>
        <pc:spChg chg="add mod">
          <ac:chgData name="Venkatesh Patil" userId="d9f36aa470552ec6" providerId="LiveId" clId="{1F0C1C64-C04D-48CB-8711-4A66D116FFE7}" dt="2024-01-10T20:59:36.888" v="15430" actId="164"/>
          <ac:spMkLst>
            <pc:docMk/>
            <pc:sldMk cId="1819915634" sldId="1092"/>
            <ac:spMk id="52" creationId="{7C878EF3-0972-A0EF-DF63-BBD7073D2022}"/>
          </ac:spMkLst>
        </pc:spChg>
        <pc:spChg chg="add del mod">
          <ac:chgData name="Venkatesh Patil" userId="d9f36aa470552ec6" providerId="LiveId" clId="{1F0C1C64-C04D-48CB-8711-4A66D116FFE7}" dt="2024-01-10T20:50:55.905" v="15335" actId="478"/>
          <ac:spMkLst>
            <pc:docMk/>
            <pc:sldMk cId="1819915634" sldId="1092"/>
            <ac:spMk id="53" creationId="{E4FEC292-8277-6CCD-CD13-AA76F2D37DD2}"/>
          </ac:spMkLst>
        </pc:spChg>
        <pc:spChg chg="add mod">
          <ac:chgData name="Venkatesh Patil" userId="d9f36aa470552ec6" providerId="LiveId" clId="{1F0C1C64-C04D-48CB-8711-4A66D116FFE7}" dt="2024-01-10T20:59:36.888" v="15430" actId="164"/>
          <ac:spMkLst>
            <pc:docMk/>
            <pc:sldMk cId="1819915634" sldId="1092"/>
            <ac:spMk id="54" creationId="{2D184DDD-BFF8-C57F-4208-9D753FE8F070}"/>
          </ac:spMkLst>
        </pc:spChg>
        <pc:grpChg chg="add del mod">
          <ac:chgData name="Venkatesh Patil" userId="d9f36aa470552ec6" providerId="LiveId" clId="{1F0C1C64-C04D-48CB-8711-4A66D116FFE7}" dt="2024-01-10T20:42:28.483" v="15174" actId="478"/>
          <ac:grpSpMkLst>
            <pc:docMk/>
            <pc:sldMk cId="1819915634" sldId="1092"/>
            <ac:grpSpMk id="23" creationId="{973FB99B-8961-6289-DDEA-3163FC2DA8CA}"/>
          </ac:grpSpMkLst>
        </pc:grpChg>
        <pc:grpChg chg="add del mod">
          <ac:chgData name="Venkatesh Patil" userId="d9f36aa470552ec6" providerId="LiveId" clId="{1F0C1C64-C04D-48CB-8711-4A66D116FFE7}" dt="2024-01-10T20:45:52.117" v="15237" actId="164"/>
          <ac:grpSpMkLst>
            <pc:docMk/>
            <pc:sldMk cId="1819915634" sldId="1092"/>
            <ac:grpSpMk id="40" creationId="{5E443FDB-8243-FCF5-BC2B-CD999ECA402D}"/>
          </ac:grpSpMkLst>
        </pc:grpChg>
        <pc:grpChg chg="add mod">
          <ac:chgData name="Venkatesh Patil" userId="d9f36aa470552ec6" providerId="LiveId" clId="{1F0C1C64-C04D-48CB-8711-4A66D116FFE7}" dt="2024-01-10T20:59:45.995" v="15432" actId="14100"/>
          <ac:grpSpMkLst>
            <pc:docMk/>
            <pc:sldMk cId="1819915634" sldId="1092"/>
            <ac:grpSpMk id="55" creationId="{93CFB453-FD54-D0AB-A2DC-B3DC39BAC25C}"/>
          </ac:grpSpMkLst>
        </pc:grpChg>
        <pc:picChg chg="add del mod">
          <ac:chgData name="Venkatesh Patil" userId="d9f36aa470552ec6" providerId="LiveId" clId="{1F0C1C64-C04D-48CB-8711-4A66D116FFE7}" dt="2024-01-10T20:39:14.898" v="15122" actId="478"/>
          <ac:picMkLst>
            <pc:docMk/>
            <pc:sldMk cId="1819915634" sldId="1092"/>
            <ac:picMk id="25" creationId="{523322CD-4C81-06C3-EC1D-DB807B12C2A4}"/>
          </ac:picMkLst>
        </pc:picChg>
        <pc:picChg chg="add del mod">
          <ac:chgData name="Venkatesh Patil" userId="d9f36aa470552ec6" providerId="LiveId" clId="{1F0C1C64-C04D-48CB-8711-4A66D116FFE7}" dt="2024-01-10T20:39:13.748" v="15121" actId="478"/>
          <ac:picMkLst>
            <pc:docMk/>
            <pc:sldMk cId="1819915634" sldId="1092"/>
            <ac:picMk id="27" creationId="{1F262628-7043-1F4E-C27C-C4837511066A}"/>
          </ac:picMkLst>
        </pc:picChg>
        <pc:picChg chg="add del mod">
          <ac:chgData name="Venkatesh Patil" userId="d9f36aa470552ec6" providerId="LiveId" clId="{1F0C1C64-C04D-48CB-8711-4A66D116FFE7}" dt="2024-01-10T20:43:46.720" v="15221" actId="478"/>
          <ac:picMkLst>
            <pc:docMk/>
            <pc:sldMk cId="1819915634" sldId="1092"/>
            <ac:picMk id="33" creationId="{61BF507C-6216-4627-342B-AAADDBD76C75}"/>
          </ac:picMkLst>
        </pc:picChg>
        <pc:picChg chg="add mod">
          <ac:chgData name="Venkatesh Patil" userId="d9f36aa470552ec6" providerId="LiveId" clId="{1F0C1C64-C04D-48CB-8711-4A66D116FFE7}" dt="2024-01-10T20:59:36.888" v="15430" actId="164"/>
          <ac:picMkLst>
            <pc:docMk/>
            <pc:sldMk cId="1819915634" sldId="1092"/>
            <ac:picMk id="35" creationId="{AA906002-DD26-A27E-AA5E-16987F1F965A}"/>
          </ac:picMkLst>
        </pc:picChg>
        <pc:picChg chg="add mod">
          <ac:chgData name="Venkatesh Patil" userId="d9f36aa470552ec6" providerId="LiveId" clId="{1F0C1C64-C04D-48CB-8711-4A66D116FFE7}" dt="2024-01-10T20:59:36.888" v="15430" actId="164"/>
          <ac:picMkLst>
            <pc:docMk/>
            <pc:sldMk cId="1819915634" sldId="1092"/>
            <ac:picMk id="37" creationId="{C6CBAAD1-18A0-382D-F689-DBC96028AC88}"/>
          </ac:picMkLst>
        </pc:picChg>
        <pc:picChg chg="add mod">
          <ac:chgData name="Venkatesh Patil" userId="d9f36aa470552ec6" providerId="LiveId" clId="{1F0C1C64-C04D-48CB-8711-4A66D116FFE7}" dt="2024-01-10T20:45:52.117" v="15237" actId="164"/>
          <ac:picMkLst>
            <pc:docMk/>
            <pc:sldMk cId="1819915634" sldId="1092"/>
            <ac:picMk id="38" creationId="{15381ACD-78CD-7484-4F96-77E5C202E711}"/>
          </ac:picMkLst>
        </pc:picChg>
        <pc:picChg chg="add mod">
          <ac:chgData name="Venkatesh Patil" userId="d9f36aa470552ec6" providerId="LiveId" clId="{1F0C1C64-C04D-48CB-8711-4A66D116FFE7}" dt="2024-01-10T20:45:52.117" v="15237" actId="164"/>
          <ac:picMkLst>
            <pc:docMk/>
            <pc:sldMk cId="1819915634" sldId="1092"/>
            <ac:picMk id="39" creationId="{D517824A-BFEE-3BA8-8858-9A95A7F77445}"/>
          </ac:picMkLst>
        </pc:picChg>
        <pc:cxnChg chg="add del">
          <ac:chgData name="Venkatesh Patil" userId="d9f36aa470552ec6" providerId="LiveId" clId="{1F0C1C64-C04D-48CB-8711-4A66D116FFE7}" dt="2024-01-10T20:49:29.398" v="15318" actId="478"/>
          <ac:cxnSpMkLst>
            <pc:docMk/>
            <pc:sldMk cId="1819915634" sldId="1092"/>
            <ac:cxnSpMk id="46" creationId="{C92BAB23-31E0-5D5B-7E55-EC0DC3A122A3}"/>
          </ac:cxnSpMkLst>
        </pc:cxnChg>
        <pc:cxnChg chg="add del mod">
          <ac:chgData name="Venkatesh Patil" userId="d9f36aa470552ec6" providerId="LiveId" clId="{1F0C1C64-C04D-48CB-8711-4A66D116FFE7}" dt="2024-01-10T20:50:08.655" v="15322" actId="478"/>
          <ac:cxnSpMkLst>
            <pc:docMk/>
            <pc:sldMk cId="1819915634" sldId="1092"/>
            <ac:cxnSpMk id="48" creationId="{06687F1C-0A36-8833-508E-C43EEF11B61F}"/>
          </ac:cxnSpMkLst>
        </pc:cxnChg>
      </pc:sldChg>
      <pc:sldChg chg="del">
        <pc:chgData name="Venkatesh Patil" userId="d9f36aa470552ec6" providerId="LiveId" clId="{1F0C1C64-C04D-48CB-8711-4A66D116FFE7}" dt="2024-01-11T19:52:45.561" v="26162" actId="47"/>
        <pc:sldMkLst>
          <pc:docMk/>
          <pc:sldMk cId="1104635759" sldId="1093"/>
        </pc:sldMkLst>
      </pc:sldChg>
      <pc:sldChg chg="addSp delSp modSp del mod">
        <pc:chgData name="Venkatesh Patil" userId="d9f36aa470552ec6" providerId="LiveId" clId="{1F0C1C64-C04D-48CB-8711-4A66D116FFE7}" dt="2024-01-11T18:55:21.483" v="25982" actId="47"/>
        <pc:sldMkLst>
          <pc:docMk/>
          <pc:sldMk cId="947228909" sldId="1094"/>
        </pc:sldMkLst>
        <pc:spChg chg="add del">
          <ac:chgData name="Venkatesh Patil" userId="d9f36aa470552ec6" providerId="LiveId" clId="{1F0C1C64-C04D-48CB-8711-4A66D116FFE7}" dt="2024-01-11T05:22:30.700" v="21488" actId="478"/>
          <ac:spMkLst>
            <pc:docMk/>
            <pc:sldMk cId="947228909" sldId="1094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1T05:22:30.700" v="21488" actId="478"/>
          <ac:spMkLst>
            <pc:docMk/>
            <pc:sldMk cId="947228909" sldId="1094"/>
            <ac:spMk id="9" creationId="{F7C49D05-CB42-4537-4EFC-ABF309DBAF2D}"/>
          </ac:spMkLst>
        </pc:spChg>
        <pc:spChg chg="add mod">
          <ac:chgData name="Venkatesh Patil" userId="d9f36aa470552ec6" providerId="LiveId" clId="{1F0C1C64-C04D-48CB-8711-4A66D116FFE7}" dt="2024-01-11T05:22:16.882" v="21484"/>
          <ac:spMkLst>
            <pc:docMk/>
            <pc:sldMk cId="947228909" sldId="1094"/>
            <ac:spMk id="10" creationId="{8ED081BC-B779-6417-5B0F-62561AB30B49}"/>
          </ac:spMkLst>
        </pc:spChg>
        <pc:spChg chg="add mod">
          <ac:chgData name="Venkatesh Patil" userId="d9f36aa470552ec6" providerId="LiveId" clId="{1F0C1C64-C04D-48CB-8711-4A66D116FFE7}" dt="2024-01-11T05:22:20.845" v="21486"/>
          <ac:spMkLst>
            <pc:docMk/>
            <pc:sldMk cId="947228909" sldId="1094"/>
            <ac:spMk id="11" creationId="{07D9639F-B6D1-DBDB-A9D3-7D9770F36FA6}"/>
          </ac:spMkLst>
        </pc:spChg>
      </pc:sldChg>
      <pc:sldChg chg="del">
        <pc:chgData name="Venkatesh Patil" userId="d9f36aa470552ec6" providerId="LiveId" clId="{1F0C1C64-C04D-48CB-8711-4A66D116FFE7}" dt="2024-01-11T18:55:29.916" v="25991" actId="47"/>
        <pc:sldMkLst>
          <pc:docMk/>
          <pc:sldMk cId="2599208209" sldId="1095"/>
        </pc:sldMkLst>
      </pc:sldChg>
      <pc:sldChg chg="del">
        <pc:chgData name="Venkatesh Patil" userId="d9f36aa470552ec6" providerId="LiveId" clId="{1F0C1C64-C04D-48CB-8711-4A66D116FFE7}" dt="2024-01-11T18:55:23.072" v="25983" actId="47"/>
        <pc:sldMkLst>
          <pc:docMk/>
          <pc:sldMk cId="3408779240" sldId="1096"/>
        </pc:sldMkLst>
      </pc:sldChg>
      <pc:sldChg chg="del">
        <pc:chgData name="Venkatesh Patil" userId="d9f36aa470552ec6" providerId="LiveId" clId="{1F0C1C64-C04D-48CB-8711-4A66D116FFE7}" dt="2024-01-11T18:55:23.704" v="25984" actId="47"/>
        <pc:sldMkLst>
          <pc:docMk/>
          <pc:sldMk cId="1702511639" sldId="1097"/>
        </pc:sldMkLst>
      </pc:sldChg>
      <pc:sldChg chg="del">
        <pc:chgData name="Venkatesh Patil" userId="d9f36aa470552ec6" providerId="LiveId" clId="{1F0C1C64-C04D-48CB-8711-4A66D116FFE7}" dt="2024-01-11T18:55:24.349" v="25985" actId="47"/>
        <pc:sldMkLst>
          <pc:docMk/>
          <pc:sldMk cId="35488452" sldId="1098"/>
        </pc:sldMkLst>
      </pc:sldChg>
      <pc:sldChg chg="del">
        <pc:chgData name="Venkatesh Patil" userId="d9f36aa470552ec6" providerId="LiveId" clId="{1F0C1C64-C04D-48CB-8711-4A66D116FFE7}" dt="2024-01-11T18:55:26.558" v="25986" actId="47"/>
        <pc:sldMkLst>
          <pc:docMk/>
          <pc:sldMk cId="1438130755" sldId="1099"/>
        </pc:sldMkLst>
      </pc:sldChg>
      <pc:sldChg chg="del">
        <pc:chgData name="Venkatesh Patil" userId="d9f36aa470552ec6" providerId="LiveId" clId="{1F0C1C64-C04D-48CB-8711-4A66D116FFE7}" dt="2024-01-11T18:55:27.208" v="25987" actId="47"/>
        <pc:sldMkLst>
          <pc:docMk/>
          <pc:sldMk cId="3046273099" sldId="1100"/>
        </pc:sldMkLst>
      </pc:sldChg>
      <pc:sldChg chg="del">
        <pc:chgData name="Venkatesh Patil" userId="d9f36aa470552ec6" providerId="LiveId" clId="{1F0C1C64-C04D-48CB-8711-4A66D116FFE7}" dt="2024-01-11T18:55:28.096" v="25988" actId="47"/>
        <pc:sldMkLst>
          <pc:docMk/>
          <pc:sldMk cId="4201841716" sldId="1101"/>
        </pc:sldMkLst>
      </pc:sldChg>
      <pc:sldChg chg="del">
        <pc:chgData name="Venkatesh Patil" userId="d9f36aa470552ec6" providerId="LiveId" clId="{1F0C1C64-C04D-48CB-8711-4A66D116FFE7}" dt="2024-01-11T18:55:29.443" v="25989" actId="47"/>
        <pc:sldMkLst>
          <pc:docMk/>
          <pc:sldMk cId="595510584" sldId="1102"/>
        </pc:sldMkLst>
      </pc:sldChg>
      <pc:sldChg chg="del">
        <pc:chgData name="Venkatesh Patil" userId="d9f36aa470552ec6" providerId="LiveId" clId="{1F0C1C64-C04D-48CB-8711-4A66D116FFE7}" dt="2024-01-11T18:55:29.685" v="25990" actId="47"/>
        <pc:sldMkLst>
          <pc:docMk/>
          <pc:sldMk cId="3203361278" sldId="1103"/>
        </pc:sldMkLst>
      </pc:sldChg>
      <pc:sldChg chg="del">
        <pc:chgData name="Venkatesh Patil" userId="d9f36aa470552ec6" providerId="LiveId" clId="{1F0C1C64-C04D-48CB-8711-4A66D116FFE7}" dt="2024-01-11T18:55:30.065" v="25992" actId="47"/>
        <pc:sldMkLst>
          <pc:docMk/>
          <pc:sldMk cId="2404518825" sldId="1104"/>
        </pc:sldMkLst>
      </pc:sldChg>
      <pc:sldChg chg="del">
        <pc:chgData name="Venkatesh Patil" userId="d9f36aa470552ec6" providerId="LiveId" clId="{1F0C1C64-C04D-48CB-8711-4A66D116FFE7}" dt="2024-01-11T18:55:30.950" v="25993" actId="47"/>
        <pc:sldMkLst>
          <pc:docMk/>
          <pc:sldMk cId="1059728941" sldId="1105"/>
        </pc:sldMkLst>
      </pc:sldChg>
      <pc:sldChg chg="del">
        <pc:chgData name="Venkatesh Patil" userId="d9f36aa470552ec6" providerId="LiveId" clId="{1F0C1C64-C04D-48CB-8711-4A66D116FFE7}" dt="2024-01-11T18:55:31.165" v="25994" actId="47"/>
        <pc:sldMkLst>
          <pc:docMk/>
          <pc:sldMk cId="2091808417" sldId="1106"/>
        </pc:sldMkLst>
      </pc:sldChg>
      <pc:sldChg chg="del">
        <pc:chgData name="Venkatesh Patil" userId="d9f36aa470552ec6" providerId="LiveId" clId="{1F0C1C64-C04D-48CB-8711-4A66D116FFE7}" dt="2024-01-11T18:55:31.372" v="25995" actId="47"/>
        <pc:sldMkLst>
          <pc:docMk/>
          <pc:sldMk cId="2908561139" sldId="1107"/>
        </pc:sldMkLst>
      </pc:sldChg>
      <pc:sldChg chg="del">
        <pc:chgData name="Venkatesh Patil" userId="d9f36aa470552ec6" providerId="LiveId" clId="{1F0C1C64-C04D-48CB-8711-4A66D116FFE7}" dt="2024-01-11T18:55:32.359" v="25996" actId="47"/>
        <pc:sldMkLst>
          <pc:docMk/>
          <pc:sldMk cId="1657382016" sldId="1108"/>
        </pc:sldMkLst>
      </pc:sldChg>
      <pc:sldChg chg="del">
        <pc:chgData name="Venkatesh Patil" userId="d9f36aa470552ec6" providerId="LiveId" clId="{1F0C1C64-C04D-48CB-8711-4A66D116FFE7}" dt="2024-01-11T18:55:33.481" v="25997" actId="47"/>
        <pc:sldMkLst>
          <pc:docMk/>
          <pc:sldMk cId="2554339445" sldId="1109"/>
        </pc:sldMkLst>
      </pc:sldChg>
      <pc:sldChg chg="del">
        <pc:chgData name="Venkatesh Patil" userId="d9f36aa470552ec6" providerId="LiveId" clId="{1F0C1C64-C04D-48CB-8711-4A66D116FFE7}" dt="2024-01-11T18:55:33.838" v="25999" actId="47"/>
        <pc:sldMkLst>
          <pc:docMk/>
          <pc:sldMk cId="2874526087" sldId="1110"/>
        </pc:sldMkLst>
      </pc:sldChg>
      <pc:sldChg chg="del">
        <pc:chgData name="Venkatesh Patil" userId="d9f36aa470552ec6" providerId="LiveId" clId="{1F0C1C64-C04D-48CB-8711-4A66D116FFE7}" dt="2024-01-11T18:55:33.996" v="26000" actId="47"/>
        <pc:sldMkLst>
          <pc:docMk/>
          <pc:sldMk cId="1570568722" sldId="1111"/>
        </pc:sldMkLst>
      </pc:sldChg>
      <pc:sldChg chg="del">
        <pc:chgData name="Venkatesh Patil" userId="d9f36aa470552ec6" providerId="LiveId" clId="{1F0C1C64-C04D-48CB-8711-4A66D116FFE7}" dt="2024-01-11T18:55:34.805" v="26001" actId="47"/>
        <pc:sldMkLst>
          <pc:docMk/>
          <pc:sldMk cId="1967402078" sldId="1112"/>
        </pc:sldMkLst>
      </pc:sldChg>
      <pc:sldChg chg="del">
        <pc:chgData name="Venkatesh Patil" userId="d9f36aa470552ec6" providerId="LiveId" clId="{1F0C1C64-C04D-48CB-8711-4A66D116FFE7}" dt="2024-01-11T18:55:34.977" v="26002" actId="47"/>
        <pc:sldMkLst>
          <pc:docMk/>
          <pc:sldMk cId="1030564364" sldId="1113"/>
        </pc:sldMkLst>
      </pc:sldChg>
      <pc:sldChg chg="del">
        <pc:chgData name="Venkatesh Patil" userId="d9f36aa470552ec6" providerId="LiveId" clId="{1F0C1C64-C04D-48CB-8711-4A66D116FFE7}" dt="2024-01-11T18:55:35.677" v="26003" actId="47"/>
        <pc:sldMkLst>
          <pc:docMk/>
          <pc:sldMk cId="1859234417" sldId="1114"/>
        </pc:sldMkLst>
      </pc:sldChg>
      <pc:sldChg chg="del">
        <pc:chgData name="Venkatesh Patil" userId="d9f36aa470552ec6" providerId="LiveId" clId="{1F0C1C64-C04D-48CB-8711-4A66D116FFE7}" dt="2024-01-11T18:55:35.868" v="26004" actId="47"/>
        <pc:sldMkLst>
          <pc:docMk/>
          <pc:sldMk cId="3136347276" sldId="1115"/>
        </pc:sldMkLst>
      </pc:sldChg>
      <pc:sldChg chg="del">
        <pc:chgData name="Venkatesh Patil" userId="d9f36aa470552ec6" providerId="LiveId" clId="{1F0C1C64-C04D-48CB-8711-4A66D116FFE7}" dt="2024-01-11T18:55:36.907" v="26005" actId="47"/>
        <pc:sldMkLst>
          <pc:docMk/>
          <pc:sldMk cId="3304628065" sldId="1116"/>
        </pc:sldMkLst>
      </pc:sldChg>
      <pc:sldChg chg="del">
        <pc:chgData name="Venkatesh Patil" userId="d9f36aa470552ec6" providerId="LiveId" clId="{1F0C1C64-C04D-48CB-8711-4A66D116FFE7}" dt="2024-01-11T18:55:37.087" v="26006" actId="47"/>
        <pc:sldMkLst>
          <pc:docMk/>
          <pc:sldMk cId="625143918" sldId="1117"/>
        </pc:sldMkLst>
      </pc:sldChg>
      <pc:sldChg chg="modSp mod ord">
        <pc:chgData name="Venkatesh Patil" userId="d9f36aa470552ec6" providerId="LiveId" clId="{1F0C1C64-C04D-48CB-8711-4A66D116FFE7}" dt="2024-01-11T23:27:16.167" v="27194"/>
        <pc:sldMkLst>
          <pc:docMk/>
          <pc:sldMk cId="1696703871" sldId="1118"/>
        </pc:sldMkLst>
        <pc:spChg chg="mod">
          <ac:chgData name="Venkatesh Patil" userId="d9f36aa470552ec6" providerId="LiveId" clId="{1F0C1C64-C04D-48CB-8711-4A66D116FFE7}" dt="2024-01-11T18:56:39.247" v="26094" actId="20577"/>
          <ac:spMkLst>
            <pc:docMk/>
            <pc:sldMk cId="1696703871" sldId="1118"/>
            <ac:spMk id="3" creationId="{E2B2E24C-621E-60FD-8622-E48AFEA72431}"/>
          </ac:spMkLst>
        </pc:spChg>
      </pc:sldChg>
      <pc:sldChg chg="del">
        <pc:chgData name="Venkatesh Patil" userId="d9f36aa470552ec6" providerId="LiveId" clId="{1F0C1C64-C04D-48CB-8711-4A66D116FFE7}" dt="2024-01-11T18:55:37.278" v="26007" actId="47"/>
        <pc:sldMkLst>
          <pc:docMk/>
          <pc:sldMk cId="4123169696" sldId="1119"/>
        </pc:sldMkLst>
      </pc:sldChg>
      <pc:sldChg chg="del">
        <pc:chgData name="Venkatesh Patil" userId="d9f36aa470552ec6" providerId="LiveId" clId="{1F0C1C64-C04D-48CB-8711-4A66D116FFE7}" dt="2024-01-11T18:55:50.580" v="26032" actId="47"/>
        <pc:sldMkLst>
          <pc:docMk/>
          <pc:sldMk cId="1308661000" sldId="1120"/>
        </pc:sldMkLst>
      </pc:sldChg>
      <pc:sldChg chg="del">
        <pc:chgData name="Venkatesh Patil" userId="d9f36aa470552ec6" providerId="LiveId" clId="{1F0C1C64-C04D-48CB-8711-4A66D116FFE7}" dt="2024-01-11T18:55:37.968" v="26008" actId="47"/>
        <pc:sldMkLst>
          <pc:docMk/>
          <pc:sldMk cId="3745740719" sldId="1121"/>
        </pc:sldMkLst>
      </pc:sldChg>
      <pc:sldChg chg="del">
        <pc:chgData name="Venkatesh Patil" userId="d9f36aa470552ec6" providerId="LiveId" clId="{1F0C1C64-C04D-48CB-8711-4A66D116FFE7}" dt="2024-01-11T18:55:38.163" v="26009" actId="47"/>
        <pc:sldMkLst>
          <pc:docMk/>
          <pc:sldMk cId="2425939069" sldId="1122"/>
        </pc:sldMkLst>
      </pc:sldChg>
      <pc:sldChg chg="del">
        <pc:chgData name="Venkatesh Patil" userId="d9f36aa470552ec6" providerId="LiveId" clId="{1F0C1C64-C04D-48CB-8711-4A66D116FFE7}" dt="2024-01-11T18:55:38.338" v="26010" actId="47"/>
        <pc:sldMkLst>
          <pc:docMk/>
          <pc:sldMk cId="707317855" sldId="1123"/>
        </pc:sldMkLst>
      </pc:sldChg>
      <pc:sldChg chg="del">
        <pc:chgData name="Venkatesh Patil" userId="d9f36aa470552ec6" providerId="LiveId" clId="{1F0C1C64-C04D-48CB-8711-4A66D116FFE7}" dt="2024-01-11T18:55:38.495" v="26011" actId="47"/>
        <pc:sldMkLst>
          <pc:docMk/>
          <pc:sldMk cId="2167357181" sldId="1124"/>
        </pc:sldMkLst>
      </pc:sldChg>
      <pc:sldChg chg="del">
        <pc:chgData name="Venkatesh Patil" userId="d9f36aa470552ec6" providerId="LiveId" clId="{1F0C1C64-C04D-48CB-8711-4A66D116FFE7}" dt="2024-01-11T18:55:39.104" v="26012" actId="47"/>
        <pc:sldMkLst>
          <pc:docMk/>
          <pc:sldMk cId="1789200064" sldId="1125"/>
        </pc:sldMkLst>
      </pc:sldChg>
      <pc:sldChg chg="del">
        <pc:chgData name="Venkatesh Patil" userId="d9f36aa470552ec6" providerId="LiveId" clId="{1F0C1C64-C04D-48CB-8711-4A66D116FFE7}" dt="2024-01-11T18:55:39.276" v="26013" actId="47"/>
        <pc:sldMkLst>
          <pc:docMk/>
          <pc:sldMk cId="829700675" sldId="1126"/>
        </pc:sldMkLst>
      </pc:sldChg>
      <pc:sldChg chg="del">
        <pc:chgData name="Venkatesh Patil" userId="d9f36aa470552ec6" providerId="LiveId" clId="{1F0C1C64-C04D-48CB-8711-4A66D116FFE7}" dt="2024-01-11T18:55:39.889" v="26014" actId="47"/>
        <pc:sldMkLst>
          <pc:docMk/>
          <pc:sldMk cId="2314113441" sldId="1127"/>
        </pc:sldMkLst>
      </pc:sldChg>
      <pc:sldChg chg="del">
        <pc:chgData name="Venkatesh Patil" userId="d9f36aa470552ec6" providerId="LiveId" clId="{1F0C1C64-C04D-48CB-8711-4A66D116FFE7}" dt="2024-01-11T18:55:40.246" v="26015" actId="47"/>
        <pc:sldMkLst>
          <pc:docMk/>
          <pc:sldMk cId="746960940" sldId="1128"/>
        </pc:sldMkLst>
      </pc:sldChg>
      <pc:sldChg chg="del">
        <pc:chgData name="Venkatesh Patil" userId="d9f36aa470552ec6" providerId="LiveId" clId="{1F0C1C64-C04D-48CB-8711-4A66D116FFE7}" dt="2024-01-11T18:55:40.859" v="26016" actId="47"/>
        <pc:sldMkLst>
          <pc:docMk/>
          <pc:sldMk cId="2597146120" sldId="1129"/>
        </pc:sldMkLst>
      </pc:sldChg>
      <pc:sldChg chg="del">
        <pc:chgData name="Venkatesh Patil" userId="d9f36aa470552ec6" providerId="LiveId" clId="{1F0C1C64-C04D-48CB-8711-4A66D116FFE7}" dt="2024-01-11T18:55:41.485" v="26017" actId="47"/>
        <pc:sldMkLst>
          <pc:docMk/>
          <pc:sldMk cId="2600513688" sldId="1130"/>
        </pc:sldMkLst>
      </pc:sldChg>
      <pc:sldChg chg="del">
        <pc:chgData name="Venkatesh Patil" userId="d9f36aa470552ec6" providerId="LiveId" clId="{1F0C1C64-C04D-48CB-8711-4A66D116FFE7}" dt="2024-01-11T18:55:41.973" v="26018" actId="47"/>
        <pc:sldMkLst>
          <pc:docMk/>
          <pc:sldMk cId="3429780888" sldId="1131"/>
        </pc:sldMkLst>
      </pc:sldChg>
      <pc:sldChg chg="del">
        <pc:chgData name="Venkatesh Patil" userId="d9f36aa470552ec6" providerId="LiveId" clId="{1F0C1C64-C04D-48CB-8711-4A66D116FFE7}" dt="2024-01-11T18:55:42.447" v="26019" actId="47"/>
        <pc:sldMkLst>
          <pc:docMk/>
          <pc:sldMk cId="210828422" sldId="1132"/>
        </pc:sldMkLst>
      </pc:sldChg>
      <pc:sldChg chg="del">
        <pc:chgData name="Venkatesh Patil" userId="d9f36aa470552ec6" providerId="LiveId" clId="{1F0C1C64-C04D-48CB-8711-4A66D116FFE7}" dt="2024-01-11T18:55:43.077" v="26020" actId="47"/>
        <pc:sldMkLst>
          <pc:docMk/>
          <pc:sldMk cId="1731599932" sldId="1133"/>
        </pc:sldMkLst>
      </pc:sldChg>
      <pc:sldChg chg="del">
        <pc:chgData name="Venkatesh Patil" userId="d9f36aa470552ec6" providerId="LiveId" clId="{1F0C1C64-C04D-48CB-8711-4A66D116FFE7}" dt="2024-01-11T18:55:43.637" v="26021" actId="47"/>
        <pc:sldMkLst>
          <pc:docMk/>
          <pc:sldMk cId="1482507615" sldId="1134"/>
        </pc:sldMkLst>
      </pc:sldChg>
      <pc:sldChg chg="del">
        <pc:chgData name="Venkatesh Patil" userId="d9f36aa470552ec6" providerId="LiveId" clId="{1F0C1C64-C04D-48CB-8711-4A66D116FFE7}" dt="2024-01-11T18:55:44.259" v="26022" actId="47"/>
        <pc:sldMkLst>
          <pc:docMk/>
          <pc:sldMk cId="3641422848" sldId="1135"/>
        </pc:sldMkLst>
      </pc:sldChg>
      <pc:sldChg chg="del">
        <pc:chgData name="Venkatesh Patil" userId="d9f36aa470552ec6" providerId="LiveId" clId="{1F0C1C64-C04D-48CB-8711-4A66D116FFE7}" dt="2024-01-11T18:55:44.853" v="26023" actId="47"/>
        <pc:sldMkLst>
          <pc:docMk/>
          <pc:sldMk cId="415180678" sldId="1136"/>
        </pc:sldMkLst>
      </pc:sldChg>
      <pc:sldChg chg="del">
        <pc:chgData name="Venkatesh Patil" userId="d9f36aa470552ec6" providerId="LiveId" clId="{1F0C1C64-C04D-48CB-8711-4A66D116FFE7}" dt="2024-01-11T18:55:45.415" v="26024" actId="47"/>
        <pc:sldMkLst>
          <pc:docMk/>
          <pc:sldMk cId="2065910010" sldId="1137"/>
        </pc:sldMkLst>
      </pc:sldChg>
      <pc:sldChg chg="del">
        <pc:chgData name="Venkatesh Patil" userId="d9f36aa470552ec6" providerId="LiveId" clId="{1F0C1C64-C04D-48CB-8711-4A66D116FFE7}" dt="2024-01-11T18:55:45.987" v="26025" actId="47"/>
        <pc:sldMkLst>
          <pc:docMk/>
          <pc:sldMk cId="587432965" sldId="1138"/>
        </pc:sldMkLst>
      </pc:sldChg>
      <pc:sldChg chg="del">
        <pc:chgData name="Venkatesh Patil" userId="d9f36aa470552ec6" providerId="LiveId" clId="{1F0C1C64-C04D-48CB-8711-4A66D116FFE7}" dt="2024-01-11T18:55:46.617" v="26026" actId="47"/>
        <pc:sldMkLst>
          <pc:docMk/>
          <pc:sldMk cId="1687548375" sldId="1139"/>
        </pc:sldMkLst>
      </pc:sldChg>
      <pc:sldChg chg="del">
        <pc:chgData name="Venkatesh Patil" userId="d9f36aa470552ec6" providerId="LiveId" clId="{1F0C1C64-C04D-48CB-8711-4A66D116FFE7}" dt="2024-01-11T18:55:47.150" v="26027" actId="47"/>
        <pc:sldMkLst>
          <pc:docMk/>
          <pc:sldMk cId="3249847503" sldId="1140"/>
        </pc:sldMkLst>
      </pc:sldChg>
      <pc:sldChg chg="del">
        <pc:chgData name="Venkatesh Patil" userId="d9f36aa470552ec6" providerId="LiveId" clId="{1F0C1C64-C04D-48CB-8711-4A66D116FFE7}" dt="2024-01-11T18:55:47.779" v="26028" actId="47"/>
        <pc:sldMkLst>
          <pc:docMk/>
          <pc:sldMk cId="1150855518" sldId="1141"/>
        </pc:sldMkLst>
      </pc:sldChg>
      <pc:sldChg chg="del">
        <pc:chgData name="Venkatesh Patil" userId="d9f36aa470552ec6" providerId="LiveId" clId="{1F0C1C64-C04D-48CB-8711-4A66D116FFE7}" dt="2024-01-11T18:55:48.386" v="26029" actId="47"/>
        <pc:sldMkLst>
          <pc:docMk/>
          <pc:sldMk cId="3989182318" sldId="1142"/>
        </pc:sldMkLst>
      </pc:sldChg>
      <pc:sldChg chg="del">
        <pc:chgData name="Venkatesh Patil" userId="d9f36aa470552ec6" providerId="LiveId" clId="{1F0C1C64-C04D-48CB-8711-4A66D116FFE7}" dt="2024-01-11T18:55:49.346" v="26030" actId="47"/>
        <pc:sldMkLst>
          <pc:docMk/>
          <pc:sldMk cId="2456432255" sldId="1143"/>
        </pc:sldMkLst>
      </pc:sldChg>
      <pc:sldChg chg="del">
        <pc:chgData name="Venkatesh Patil" userId="d9f36aa470552ec6" providerId="LiveId" clId="{1F0C1C64-C04D-48CB-8711-4A66D116FFE7}" dt="2024-01-11T18:55:49.989" v="26031" actId="47"/>
        <pc:sldMkLst>
          <pc:docMk/>
          <pc:sldMk cId="3254448288" sldId="1144"/>
        </pc:sldMkLst>
      </pc:sldChg>
      <pc:sldChg chg="del">
        <pc:chgData name="Venkatesh Patil" userId="d9f36aa470552ec6" providerId="LiveId" clId="{1F0C1C64-C04D-48CB-8711-4A66D116FFE7}" dt="2024-01-11T18:55:33.651" v="25998" actId="47"/>
        <pc:sldMkLst>
          <pc:docMk/>
          <pc:sldMk cId="2535949431" sldId="1145"/>
        </pc:sldMkLst>
      </pc:sldChg>
      <pc:sldChg chg="modSp add mod ord">
        <pc:chgData name="Venkatesh Patil" userId="d9f36aa470552ec6" providerId="LiveId" clId="{1F0C1C64-C04D-48CB-8711-4A66D116FFE7}" dt="2024-01-12T22:37:01.550" v="30525" actId="20577"/>
        <pc:sldMkLst>
          <pc:docMk/>
          <pc:sldMk cId="2800828978" sldId="1146"/>
        </pc:sldMkLst>
        <pc:spChg chg="mod">
          <ac:chgData name="Venkatesh Patil" userId="d9f36aa470552ec6" providerId="LiveId" clId="{1F0C1C64-C04D-48CB-8711-4A66D116FFE7}" dt="2024-01-12T22:34:13.461" v="30197" actId="20577"/>
          <ac:spMkLst>
            <pc:docMk/>
            <pc:sldMk cId="2800828978" sldId="1146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2T22:37:01.550" v="30525" actId="20577"/>
          <ac:spMkLst>
            <pc:docMk/>
            <pc:sldMk cId="2800828978" sldId="1146"/>
            <ac:spMk id="3" creationId="{E2B2E24C-621E-60FD-8622-E48AFEA72431}"/>
          </ac:spMkLst>
        </pc:spChg>
      </pc:sldChg>
      <pc:sldChg chg="addSp modSp add del mod">
        <pc:chgData name="Venkatesh Patil" userId="d9f36aa470552ec6" providerId="LiveId" clId="{1F0C1C64-C04D-48CB-8711-4A66D116FFE7}" dt="2024-01-12T22:30:39.639" v="29957" actId="47"/>
        <pc:sldMkLst>
          <pc:docMk/>
          <pc:sldMk cId="1293204132" sldId="1147"/>
        </pc:sldMkLst>
        <pc:spChg chg="mod">
          <ac:chgData name="Venkatesh Patil" userId="d9f36aa470552ec6" providerId="LiveId" clId="{1F0C1C64-C04D-48CB-8711-4A66D116FFE7}" dt="2024-01-11T16:48:35.097" v="21556" actId="20577"/>
          <ac:spMkLst>
            <pc:docMk/>
            <pc:sldMk cId="1293204132" sldId="1147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0T17:05:21.896" v="11144" actId="20577"/>
          <ac:spMkLst>
            <pc:docMk/>
            <pc:sldMk cId="1293204132" sldId="1147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1T16:47:08.552" v="21547" actId="1076"/>
          <ac:spMkLst>
            <pc:docMk/>
            <pc:sldMk cId="1293204132" sldId="1147"/>
            <ac:spMk id="8" creationId="{DC1D9DD5-031C-6A6B-C2D5-A60732DAB34D}"/>
          </ac:spMkLst>
        </pc:spChg>
        <pc:picChg chg="add mod">
          <ac:chgData name="Venkatesh Patil" userId="d9f36aa470552ec6" providerId="LiveId" clId="{1F0C1C64-C04D-48CB-8711-4A66D116FFE7}" dt="2024-01-08T19:45:05.033" v="1795" actId="1076"/>
          <ac:picMkLst>
            <pc:docMk/>
            <pc:sldMk cId="1293204132" sldId="1147"/>
            <ac:picMk id="9" creationId="{6E82277F-C3D7-B08C-7FBD-1BC51C97F673}"/>
          </ac:picMkLst>
        </pc:picChg>
      </pc:sldChg>
      <pc:sldChg chg="addSp delSp modSp add del mod">
        <pc:chgData name="Venkatesh Patil" userId="d9f36aa470552ec6" providerId="LiveId" clId="{1F0C1C64-C04D-48CB-8711-4A66D116FFE7}" dt="2024-01-12T22:31:53.094" v="30055" actId="47"/>
        <pc:sldMkLst>
          <pc:docMk/>
          <pc:sldMk cId="3143489910" sldId="1148"/>
        </pc:sldMkLst>
        <pc:spChg chg="mod">
          <ac:chgData name="Venkatesh Patil" userId="d9f36aa470552ec6" providerId="LiveId" clId="{1F0C1C64-C04D-48CB-8711-4A66D116FFE7}" dt="2024-01-08T19:51:17.963" v="1940" actId="20577"/>
          <ac:spMkLst>
            <pc:docMk/>
            <pc:sldMk cId="3143489910" sldId="1148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0T17:10:33.956" v="11196" actId="20577"/>
          <ac:spMkLst>
            <pc:docMk/>
            <pc:sldMk cId="3143489910" sldId="1148"/>
            <ac:spMk id="3" creationId="{E2B2E24C-621E-60FD-8622-E48AFEA72431}"/>
          </ac:spMkLst>
        </pc:spChg>
        <pc:grpChg chg="add mod">
          <ac:chgData name="Venkatesh Patil" userId="d9f36aa470552ec6" providerId="LiveId" clId="{1F0C1C64-C04D-48CB-8711-4A66D116FFE7}" dt="2024-01-10T17:08:51.061" v="11162" actId="164"/>
          <ac:grpSpMkLst>
            <pc:docMk/>
            <pc:sldMk cId="3143489910" sldId="1148"/>
            <ac:grpSpMk id="20" creationId="{7EE608DF-2891-E960-CAED-9D25CA8A1271}"/>
          </ac:grpSpMkLst>
        </pc:grpChg>
        <pc:grpChg chg="add mod">
          <ac:chgData name="Venkatesh Patil" userId="d9f36aa470552ec6" providerId="LiveId" clId="{1F0C1C64-C04D-48CB-8711-4A66D116FFE7}" dt="2024-01-10T17:10:49.601" v="11198" actId="1076"/>
          <ac:grpSpMkLst>
            <pc:docMk/>
            <pc:sldMk cId="3143489910" sldId="1148"/>
            <ac:grpSpMk id="21" creationId="{27BB92D1-4780-FE7D-0993-E0D85CCB1911}"/>
          </ac:grpSpMkLst>
        </pc:grpChg>
        <pc:picChg chg="mod">
          <ac:chgData name="Venkatesh Patil" userId="d9f36aa470552ec6" providerId="LiveId" clId="{1F0C1C64-C04D-48CB-8711-4A66D116FFE7}" dt="2024-01-10T17:10:45.721" v="11197" actId="164"/>
          <ac:picMkLst>
            <pc:docMk/>
            <pc:sldMk cId="3143489910" sldId="1148"/>
            <ac:picMk id="9" creationId="{6E82277F-C3D7-B08C-7FBD-1BC51C97F673}"/>
          </ac:picMkLst>
        </pc:picChg>
        <pc:picChg chg="add mod">
          <ac:chgData name="Venkatesh Patil" userId="d9f36aa470552ec6" providerId="LiveId" clId="{1F0C1C64-C04D-48CB-8711-4A66D116FFE7}" dt="2024-01-10T17:08:51.061" v="11162" actId="164"/>
          <ac:picMkLst>
            <pc:docMk/>
            <pc:sldMk cId="3143489910" sldId="1148"/>
            <ac:picMk id="12" creationId="{21683B86-6BEC-83B9-AA8E-349171F2CCFC}"/>
          </ac:picMkLst>
        </pc:picChg>
        <pc:inkChg chg="add mod">
          <ac:chgData name="Venkatesh Patil" userId="d9f36aa470552ec6" providerId="LiveId" clId="{1F0C1C64-C04D-48CB-8711-4A66D116FFE7}" dt="2024-01-10T17:10:45.721" v="11197" actId="164"/>
          <ac:inkMkLst>
            <pc:docMk/>
            <pc:sldMk cId="3143489910" sldId="1148"/>
            <ac:inkMk id="8" creationId="{FCD504C6-ED91-A3FA-B2FB-8A32C9EE38A0}"/>
          </ac:inkMkLst>
        </pc:inkChg>
        <pc:inkChg chg="add mod">
          <ac:chgData name="Venkatesh Patil" userId="d9f36aa470552ec6" providerId="LiveId" clId="{1F0C1C64-C04D-48CB-8711-4A66D116FFE7}" dt="2024-01-10T17:10:45.721" v="11197" actId="164"/>
          <ac:inkMkLst>
            <pc:docMk/>
            <pc:sldMk cId="3143489910" sldId="1148"/>
            <ac:inkMk id="10" creationId="{6EF7DB03-117E-3110-6747-59FDE0B9857F}"/>
          </ac:inkMkLst>
        </pc:inkChg>
        <pc:inkChg chg="add del">
          <ac:chgData name="Venkatesh Patil" userId="d9f36aa470552ec6" providerId="LiveId" clId="{1F0C1C64-C04D-48CB-8711-4A66D116FFE7}" dt="2024-01-10T17:08:00.599" v="11154" actId="478"/>
          <ac:inkMkLst>
            <pc:docMk/>
            <pc:sldMk cId="3143489910" sldId="1148"/>
            <ac:inkMk id="13" creationId="{B2A35CD4-80E5-D2C5-E1D7-2015A9EF706E}"/>
          </ac:inkMkLst>
        </pc:inkChg>
        <pc:inkChg chg="add del">
          <ac:chgData name="Venkatesh Patil" userId="d9f36aa470552ec6" providerId="LiveId" clId="{1F0C1C64-C04D-48CB-8711-4A66D116FFE7}" dt="2024-01-10T17:08:03.617" v="11155" actId="478"/>
          <ac:inkMkLst>
            <pc:docMk/>
            <pc:sldMk cId="3143489910" sldId="1148"/>
            <ac:inkMk id="14" creationId="{002EC2CD-E1BD-4A5F-A6C6-EAAEB5D87954}"/>
          </ac:inkMkLst>
        </pc:inkChg>
        <pc:inkChg chg="add del">
          <ac:chgData name="Venkatesh Patil" userId="d9f36aa470552ec6" providerId="LiveId" clId="{1F0C1C64-C04D-48CB-8711-4A66D116FFE7}" dt="2024-01-10T17:08:04.311" v="11156" actId="478"/>
          <ac:inkMkLst>
            <pc:docMk/>
            <pc:sldMk cId="3143489910" sldId="1148"/>
            <ac:inkMk id="15" creationId="{431A535A-3DE8-08DC-8D2D-703A1073E931}"/>
          </ac:inkMkLst>
        </pc:inkChg>
        <pc:inkChg chg="add del">
          <ac:chgData name="Venkatesh Patil" userId="d9f36aa470552ec6" providerId="LiveId" clId="{1F0C1C64-C04D-48CB-8711-4A66D116FFE7}" dt="2024-01-10T17:08:26.134" v="11158" actId="9405"/>
          <ac:inkMkLst>
            <pc:docMk/>
            <pc:sldMk cId="3143489910" sldId="1148"/>
            <ac:inkMk id="16" creationId="{E0731432-AD1E-C332-DD07-A13FCC17B1D1}"/>
          </ac:inkMkLst>
        </pc:inkChg>
        <pc:inkChg chg="add mod">
          <ac:chgData name="Venkatesh Patil" userId="d9f36aa470552ec6" providerId="LiveId" clId="{1F0C1C64-C04D-48CB-8711-4A66D116FFE7}" dt="2024-01-10T17:08:51.061" v="11162" actId="164"/>
          <ac:inkMkLst>
            <pc:docMk/>
            <pc:sldMk cId="3143489910" sldId="1148"/>
            <ac:inkMk id="17" creationId="{842C9F18-15BD-DC15-D13D-80F0146C98CE}"/>
          </ac:inkMkLst>
        </pc:inkChg>
        <pc:inkChg chg="add mod">
          <ac:chgData name="Venkatesh Patil" userId="d9f36aa470552ec6" providerId="LiveId" clId="{1F0C1C64-C04D-48CB-8711-4A66D116FFE7}" dt="2024-01-10T17:08:51.061" v="11162" actId="164"/>
          <ac:inkMkLst>
            <pc:docMk/>
            <pc:sldMk cId="3143489910" sldId="1148"/>
            <ac:inkMk id="18" creationId="{A32590CC-D90D-1356-7EFC-9B9D781C0880}"/>
          </ac:inkMkLst>
        </pc:inkChg>
        <pc:inkChg chg="add mod">
          <ac:chgData name="Venkatesh Patil" userId="d9f36aa470552ec6" providerId="LiveId" clId="{1F0C1C64-C04D-48CB-8711-4A66D116FFE7}" dt="2024-01-10T17:08:51.061" v="11162" actId="164"/>
          <ac:inkMkLst>
            <pc:docMk/>
            <pc:sldMk cId="3143489910" sldId="1148"/>
            <ac:inkMk id="19" creationId="{18F3FA16-9D8D-A4E1-832F-BA3FF6C55990}"/>
          </ac:inkMkLst>
        </pc:inkChg>
      </pc:sldChg>
      <pc:sldChg chg="delSp modSp add del mod">
        <pc:chgData name="Venkatesh Patil" userId="d9f36aa470552ec6" providerId="LiveId" clId="{1F0C1C64-C04D-48CB-8711-4A66D116FFE7}" dt="2024-01-12T22:32:47.282" v="30145" actId="47"/>
        <pc:sldMkLst>
          <pc:docMk/>
          <pc:sldMk cId="1725646892" sldId="1149"/>
        </pc:sldMkLst>
        <pc:spChg chg="mod">
          <ac:chgData name="Venkatesh Patil" userId="d9f36aa470552ec6" providerId="LiveId" clId="{1F0C1C64-C04D-48CB-8711-4A66D116FFE7}" dt="2024-01-08T20:08:53.925" v="2744" actId="20577"/>
          <ac:spMkLst>
            <pc:docMk/>
            <pc:sldMk cId="1725646892" sldId="1149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6:52:34.140" v="21610" actId="20577"/>
          <ac:spMkLst>
            <pc:docMk/>
            <pc:sldMk cId="1725646892" sldId="1149"/>
            <ac:spMk id="3" creationId="{E2B2E24C-621E-60FD-8622-E48AFEA72431}"/>
          </ac:spMkLst>
        </pc:spChg>
        <pc:picChg chg="mod">
          <ac:chgData name="Venkatesh Patil" userId="d9f36aa470552ec6" providerId="LiveId" clId="{1F0C1C64-C04D-48CB-8711-4A66D116FFE7}" dt="2024-01-08T20:12:10.978" v="2824" actId="1076"/>
          <ac:picMkLst>
            <pc:docMk/>
            <pc:sldMk cId="1725646892" sldId="1149"/>
            <ac:picMk id="9" creationId="{6E82277F-C3D7-B08C-7FBD-1BC51C97F673}"/>
          </ac:picMkLst>
        </pc:picChg>
        <pc:inkChg chg="del">
          <ac:chgData name="Venkatesh Patil" userId="d9f36aa470552ec6" providerId="LiveId" clId="{1F0C1C64-C04D-48CB-8711-4A66D116FFE7}" dt="2024-01-08T20:12:19.916" v="2827" actId="478"/>
          <ac:inkMkLst>
            <pc:docMk/>
            <pc:sldMk cId="1725646892" sldId="1149"/>
            <ac:inkMk id="8" creationId="{FCD504C6-ED91-A3FA-B2FB-8A32C9EE38A0}"/>
          </ac:inkMkLst>
        </pc:inkChg>
        <pc:inkChg chg="del mod">
          <ac:chgData name="Venkatesh Patil" userId="d9f36aa470552ec6" providerId="LiveId" clId="{1F0C1C64-C04D-48CB-8711-4A66D116FFE7}" dt="2024-01-08T20:12:19.107" v="2826" actId="478"/>
          <ac:inkMkLst>
            <pc:docMk/>
            <pc:sldMk cId="1725646892" sldId="1149"/>
            <ac:inkMk id="10" creationId="{6EF7DB03-117E-3110-6747-59FDE0B9857F}"/>
          </ac:inkMkLst>
        </pc:inkChg>
      </pc:sldChg>
      <pc:sldChg chg="modSp add mod ord">
        <pc:chgData name="Venkatesh Patil" userId="d9f36aa470552ec6" providerId="LiveId" clId="{1F0C1C64-C04D-48CB-8711-4A66D116FFE7}" dt="2024-01-12T22:32:41.455" v="30144"/>
        <pc:sldMkLst>
          <pc:docMk/>
          <pc:sldMk cId="2887955489" sldId="1150"/>
        </pc:sldMkLst>
        <pc:spChg chg="mod">
          <ac:chgData name="Venkatesh Patil" userId="d9f36aa470552ec6" providerId="LiveId" clId="{1F0C1C64-C04D-48CB-8711-4A66D116FFE7}" dt="2024-01-12T22:32:34.528" v="30142" actId="14100"/>
          <ac:spMkLst>
            <pc:docMk/>
            <pc:sldMk cId="2887955489" sldId="1150"/>
            <ac:spMk id="13314" creationId="{00000000-0000-0000-0000-000000000000}"/>
          </ac:spMkLst>
        </pc:spChg>
      </pc:sldChg>
      <pc:sldChg chg="addSp delSp modSp add del mod">
        <pc:chgData name="Venkatesh Patil" userId="d9f36aa470552ec6" providerId="LiveId" clId="{1F0C1C64-C04D-48CB-8711-4A66D116FFE7}" dt="2024-01-12T22:33:01.111" v="30146" actId="47"/>
        <pc:sldMkLst>
          <pc:docMk/>
          <pc:sldMk cId="1131824458" sldId="1151"/>
        </pc:sldMkLst>
        <pc:spChg chg="mod">
          <ac:chgData name="Venkatesh Patil" userId="d9f36aa470552ec6" providerId="LiveId" clId="{1F0C1C64-C04D-48CB-8711-4A66D116FFE7}" dt="2024-01-11T16:54:09.360" v="21633" actId="20577"/>
          <ac:spMkLst>
            <pc:docMk/>
            <pc:sldMk cId="1131824458" sldId="1151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08T20:22:50.518" v="3647" actId="478"/>
          <ac:spMkLst>
            <pc:docMk/>
            <pc:sldMk cId="1131824458" sldId="1151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08T20:22:53.330" v="3648" actId="478"/>
          <ac:spMkLst>
            <pc:docMk/>
            <pc:sldMk cId="1131824458" sldId="1151"/>
            <ac:spMk id="10" creationId="{2DF0BD7F-9598-5A68-9BDE-35D182F7BA9A}"/>
          </ac:spMkLst>
        </pc:spChg>
        <pc:picChg chg="add mod">
          <ac:chgData name="Venkatesh Patil" userId="d9f36aa470552ec6" providerId="LiveId" clId="{1F0C1C64-C04D-48CB-8711-4A66D116FFE7}" dt="2024-01-10T18:50:26.156" v="11565" actId="1440"/>
          <ac:picMkLst>
            <pc:docMk/>
            <pc:sldMk cId="1131824458" sldId="1151"/>
            <ac:picMk id="12" creationId="{D5F6F52A-0F77-5438-04F5-98A08CD94327}"/>
          </ac:picMkLst>
        </pc:picChg>
      </pc:sldChg>
      <pc:sldChg chg="modSp add del mod">
        <pc:chgData name="Venkatesh Patil" userId="d9f36aa470552ec6" providerId="LiveId" clId="{1F0C1C64-C04D-48CB-8711-4A66D116FFE7}" dt="2024-01-12T22:33:16.482" v="30150" actId="47"/>
        <pc:sldMkLst>
          <pc:docMk/>
          <pc:sldMk cId="3808252409" sldId="1152"/>
        </pc:sldMkLst>
        <pc:spChg chg="mod">
          <ac:chgData name="Venkatesh Patil" userId="d9f36aa470552ec6" providerId="LiveId" clId="{1F0C1C64-C04D-48CB-8711-4A66D116FFE7}" dt="2024-01-10T17:16:43.211" v="11440" actId="20577"/>
          <ac:spMkLst>
            <pc:docMk/>
            <pc:sldMk cId="3808252409" sldId="1152"/>
            <ac:spMk id="3" creationId="{E2B2E24C-621E-60FD-8622-E48AFEA72431}"/>
          </ac:spMkLst>
        </pc:spChg>
      </pc:sldChg>
      <pc:sldChg chg="modSp add del mod">
        <pc:chgData name="Venkatesh Patil" userId="d9f36aa470552ec6" providerId="LiveId" clId="{1F0C1C64-C04D-48CB-8711-4A66D116FFE7}" dt="2024-01-12T22:33:25.778" v="30155" actId="47"/>
        <pc:sldMkLst>
          <pc:docMk/>
          <pc:sldMk cId="3360752993" sldId="1153"/>
        </pc:sldMkLst>
        <pc:spChg chg="mod">
          <ac:chgData name="Venkatesh Patil" userId="d9f36aa470552ec6" providerId="LiveId" clId="{1F0C1C64-C04D-48CB-8711-4A66D116FFE7}" dt="2024-01-10T18:36:30.456" v="11456" actId="207"/>
          <ac:spMkLst>
            <pc:docMk/>
            <pc:sldMk cId="3360752993" sldId="1153"/>
            <ac:spMk id="3" creationId="{E2B2E24C-621E-60FD-8622-E48AFEA72431}"/>
          </ac:spMkLst>
        </pc:spChg>
      </pc:sldChg>
      <pc:sldChg chg="addSp delSp modSp add del mod">
        <pc:chgData name="Venkatesh Patil" userId="d9f36aa470552ec6" providerId="LiveId" clId="{1F0C1C64-C04D-48CB-8711-4A66D116FFE7}" dt="2024-01-09T07:56:06.237" v="7971" actId="47"/>
        <pc:sldMkLst>
          <pc:docMk/>
          <pc:sldMk cId="2754920638" sldId="1154"/>
        </pc:sldMkLst>
        <pc:spChg chg="mod">
          <ac:chgData name="Venkatesh Patil" userId="d9f36aa470552ec6" providerId="LiveId" clId="{1F0C1C64-C04D-48CB-8711-4A66D116FFE7}" dt="2024-01-08T20:42:29.929" v="5281" actId="20577"/>
          <ac:spMkLst>
            <pc:docMk/>
            <pc:sldMk cId="2754920638" sldId="1154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08T20:43:44.665" v="5432" actId="20577"/>
          <ac:spMkLst>
            <pc:docMk/>
            <pc:sldMk cId="2754920638" sldId="1154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08T20:45:56.819" v="5444" actId="478"/>
          <ac:spMkLst>
            <pc:docMk/>
            <pc:sldMk cId="2754920638" sldId="1154"/>
            <ac:spMk id="13" creationId="{7B6047F2-7EB9-C642-394C-A67B1379849C}"/>
          </ac:spMkLst>
        </pc:spChg>
        <pc:spChg chg="add mod">
          <ac:chgData name="Venkatesh Patil" userId="d9f36aa470552ec6" providerId="LiveId" clId="{1F0C1C64-C04D-48CB-8711-4A66D116FFE7}" dt="2024-01-08T20:47:42.262" v="5505" actId="164"/>
          <ac:spMkLst>
            <pc:docMk/>
            <pc:sldMk cId="2754920638" sldId="1154"/>
            <ac:spMk id="14" creationId="{FF5271E2-1C86-E68C-6488-263E5C48F37F}"/>
          </ac:spMkLst>
        </pc:spChg>
        <pc:spChg chg="add mod">
          <ac:chgData name="Venkatesh Patil" userId="d9f36aa470552ec6" providerId="LiveId" clId="{1F0C1C64-C04D-48CB-8711-4A66D116FFE7}" dt="2024-01-08T20:54:40.841" v="5805" actId="1076"/>
          <ac:spMkLst>
            <pc:docMk/>
            <pc:sldMk cId="2754920638" sldId="1154"/>
            <ac:spMk id="16" creationId="{C36CA5A8-E518-3658-7FAD-8EB15C2C1BAC}"/>
          </ac:spMkLst>
        </pc:spChg>
        <pc:grpChg chg="add del mod">
          <ac:chgData name="Venkatesh Patil" userId="d9f36aa470552ec6" providerId="LiveId" clId="{1F0C1C64-C04D-48CB-8711-4A66D116FFE7}" dt="2024-01-08T20:51:28.020" v="5619" actId="478"/>
          <ac:grpSpMkLst>
            <pc:docMk/>
            <pc:sldMk cId="2754920638" sldId="1154"/>
            <ac:grpSpMk id="15" creationId="{229CA6C2-74D2-7241-F625-2631173E8FA5}"/>
          </ac:grpSpMkLst>
        </pc:grpChg>
        <pc:picChg chg="add mod">
          <ac:chgData name="Venkatesh Patil" userId="d9f36aa470552ec6" providerId="LiveId" clId="{1F0C1C64-C04D-48CB-8711-4A66D116FFE7}" dt="2024-01-08T20:54:46.627" v="5806" actId="1076"/>
          <ac:picMkLst>
            <pc:docMk/>
            <pc:sldMk cId="2754920638" sldId="1154"/>
            <ac:picMk id="10" creationId="{D8A324CA-8507-9ECB-148E-D26001FBC3B8}"/>
          </ac:picMkLst>
        </pc:picChg>
        <pc:picChg chg="add mod">
          <ac:chgData name="Venkatesh Patil" userId="d9f36aa470552ec6" providerId="LiveId" clId="{1F0C1C64-C04D-48CB-8711-4A66D116FFE7}" dt="2024-01-08T20:47:42.262" v="5505" actId="164"/>
          <ac:picMkLst>
            <pc:docMk/>
            <pc:sldMk cId="2754920638" sldId="1154"/>
            <ac:picMk id="12" creationId="{52B963A7-EBBF-6DD7-AE16-33873183FDA0}"/>
          </ac:picMkLst>
        </pc:picChg>
        <pc:picChg chg="add mod">
          <ac:chgData name="Venkatesh Patil" userId="d9f36aa470552ec6" providerId="LiveId" clId="{1F0C1C64-C04D-48CB-8711-4A66D116FFE7}" dt="2024-01-08T20:51:42.491" v="5624" actId="1076"/>
          <ac:picMkLst>
            <pc:docMk/>
            <pc:sldMk cId="2754920638" sldId="1154"/>
            <ac:picMk id="18" creationId="{A1B2412C-4CC2-946E-1892-5136A6A10418}"/>
          </ac:picMkLst>
        </pc:picChg>
      </pc:sldChg>
      <pc:sldChg chg="modSp add del mod">
        <pc:chgData name="Venkatesh Patil" userId="d9f36aa470552ec6" providerId="LiveId" clId="{1F0C1C64-C04D-48CB-8711-4A66D116FFE7}" dt="2024-01-12T22:33:29.648" v="30157" actId="47"/>
        <pc:sldMkLst>
          <pc:docMk/>
          <pc:sldMk cId="2411941921" sldId="1155"/>
        </pc:sldMkLst>
        <pc:spChg chg="mod">
          <ac:chgData name="Venkatesh Patil" userId="d9f36aa470552ec6" providerId="LiveId" clId="{1F0C1C64-C04D-48CB-8711-4A66D116FFE7}" dt="2024-01-08T21:00:05.813" v="5851" actId="20577"/>
          <ac:spMkLst>
            <pc:docMk/>
            <pc:sldMk cId="2411941921" sldId="1155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0T18:37:46.397" v="11498" actId="207"/>
          <ac:spMkLst>
            <pc:docMk/>
            <pc:sldMk cId="2411941921" sldId="1155"/>
            <ac:spMk id="3" creationId="{E2B2E24C-621E-60FD-8622-E48AFEA72431}"/>
          </ac:spMkLst>
        </pc:spChg>
        <pc:spChg chg="mod">
          <ac:chgData name="Venkatesh Patil" userId="d9f36aa470552ec6" providerId="LiveId" clId="{1F0C1C64-C04D-48CB-8711-4A66D116FFE7}" dt="2024-01-10T18:38:51.979" v="11504" actId="207"/>
          <ac:spMkLst>
            <pc:docMk/>
            <pc:sldMk cId="2411941921" sldId="1155"/>
            <ac:spMk id="16" creationId="{C36CA5A8-E518-3658-7FAD-8EB15C2C1BAC}"/>
          </ac:spMkLst>
        </pc:spChg>
        <pc:picChg chg="mod">
          <ac:chgData name="Venkatesh Patil" userId="d9f36aa470552ec6" providerId="LiveId" clId="{1F0C1C64-C04D-48CB-8711-4A66D116FFE7}" dt="2024-01-10T18:38:13.191" v="11502" actId="1076"/>
          <ac:picMkLst>
            <pc:docMk/>
            <pc:sldMk cId="2411941921" sldId="1155"/>
            <ac:picMk id="10" creationId="{D8A324CA-8507-9ECB-148E-D26001FBC3B8}"/>
          </ac:picMkLst>
        </pc:picChg>
        <pc:picChg chg="mod">
          <ac:chgData name="Venkatesh Patil" userId="d9f36aa470552ec6" providerId="LiveId" clId="{1F0C1C64-C04D-48CB-8711-4A66D116FFE7}" dt="2024-01-10T18:38:17.632" v="11503" actId="14100"/>
          <ac:picMkLst>
            <pc:docMk/>
            <pc:sldMk cId="2411941921" sldId="1155"/>
            <ac:picMk id="18" creationId="{A1B2412C-4CC2-946E-1892-5136A6A10418}"/>
          </ac:picMkLst>
        </pc:picChg>
      </pc:sldChg>
      <pc:sldChg chg="addSp delSp modSp add del mod">
        <pc:chgData name="Venkatesh Patil" userId="d9f36aa470552ec6" providerId="LiveId" clId="{1F0C1C64-C04D-48CB-8711-4A66D116FFE7}" dt="2024-01-12T22:35:23.353" v="30329" actId="47"/>
        <pc:sldMkLst>
          <pc:docMk/>
          <pc:sldMk cId="1849047144" sldId="1156"/>
        </pc:sldMkLst>
        <pc:spChg chg="mod">
          <ac:chgData name="Venkatesh Patil" userId="d9f36aa470552ec6" providerId="LiveId" clId="{1F0C1C64-C04D-48CB-8711-4A66D116FFE7}" dt="2024-01-09T01:11:32.339" v="7288" actId="20577"/>
          <ac:spMkLst>
            <pc:docMk/>
            <pc:sldMk cId="1849047144" sldId="1156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6:55:49.069" v="21634" actId="33524"/>
          <ac:spMkLst>
            <pc:docMk/>
            <pc:sldMk cId="1849047144" sldId="1156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08T21:02:04.025" v="5982" actId="478"/>
          <ac:spMkLst>
            <pc:docMk/>
            <pc:sldMk cId="1849047144" sldId="1156"/>
            <ac:spMk id="14" creationId="{3E5F5415-FEAD-A48E-60CD-70ED50823BC9}"/>
          </ac:spMkLst>
        </pc:spChg>
        <pc:spChg chg="add mod">
          <ac:chgData name="Venkatesh Patil" userId="d9f36aa470552ec6" providerId="LiveId" clId="{1F0C1C64-C04D-48CB-8711-4A66D116FFE7}" dt="2024-01-09T00:39:26.982" v="7266" actId="1076"/>
          <ac:spMkLst>
            <pc:docMk/>
            <pc:sldMk cId="1849047144" sldId="1156"/>
            <ac:spMk id="15" creationId="{B1D9A1CD-4CEB-B87F-8E6E-96524F353C3A}"/>
          </ac:spMkLst>
        </pc:spChg>
        <pc:spChg chg="del">
          <ac:chgData name="Venkatesh Patil" userId="d9f36aa470552ec6" providerId="LiveId" clId="{1F0C1C64-C04D-48CB-8711-4A66D116FFE7}" dt="2024-01-08T20:57:15.908" v="5812" actId="478"/>
          <ac:spMkLst>
            <pc:docMk/>
            <pc:sldMk cId="1849047144" sldId="1156"/>
            <ac:spMk id="16" creationId="{C36CA5A8-E518-3658-7FAD-8EB15C2C1BAC}"/>
          </ac:spMkLst>
        </pc:spChg>
        <pc:spChg chg="add del mod">
          <ac:chgData name="Venkatesh Patil" userId="d9f36aa470552ec6" providerId="LiveId" clId="{1F0C1C64-C04D-48CB-8711-4A66D116FFE7}" dt="2024-01-09T00:12:37.725" v="6645" actId="478"/>
          <ac:spMkLst>
            <pc:docMk/>
            <pc:sldMk cId="1849047144" sldId="1156"/>
            <ac:spMk id="17" creationId="{8F9F7DE2-08FA-88D3-C354-B14664A0D4DA}"/>
          </ac:spMkLst>
        </pc:spChg>
        <pc:picChg chg="del">
          <ac:chgData name="Venkatesh Patil" userId="d9f36aa470552ec6" providerId="LiveId" clId="{1F0C1C64-C04D-48CB-8711-4A66D116FFE7}" dt="2024-01-09T01:11:36.286" v="7289" actId="478"/>
          <ac:picMkLst>
            <pc:docMk/>
            <pc:sldMk cId="1849047144" sldId="1156"/>
            <ac:picMk id="9" creationId="{6E82277F-C3D7-B08C-7FBD-1BC51C97F673}"/>
          </ac:picMkLst>
        </pc:picChg>
        <pc:picChg chg="del">
          <ac:chgData name="Venkatesh Patil" userId="d9f36aa470552ec6" providerId="LiveId" clId="{1F0C1C64-C04D-48CB-8711-4A66D116FFE7}" dt="2024-01-08T20:57:17.559" v="5814" actId="478"/>
          <ac:picMkLst>
            <pc:docMk/>
            <pc:sldMk cId="1849047144" sldId="1156"/>
            <ac:picMk id="10" creationId="{D8A324CA-8507-9ECB-148E-D26001FBC3B8}"/>
          </ac:picMkLst>
        </pc:picChg>
        <pc:picChg chg="add del mod">
          <ac:chgData name="Venkatesh Patil" userId="d9f36aa470552ec6" providerId="LiveId" clId="{1F0C1C64-C04D-48CB-8711-4A66D116FFE7}" dt="2024-01-09T00:12:33.332" v="6643" actId="478"/>
          <ac:picMkLst>
            <pc:docMk/>
            <pc:sldMk cId="1849047144" sldId="1156"/>
            <ac:picMk id="11" creationId="{F54EA320-186E-877D-3CD8-A230CACA559E}"/>
          </ac:picMkLst>
        </pc:picChg>
        <pc:picChg chg="add del mod">
          <ac:chgData name="Venkatesh Patil" userId="d9f36aa470552ec6" providerId="LiveId" clId="{1F0C1C64-C04D-48CB-8711-4A66D116FFE7}" dt="2024-01-09T00:12:34.308" v="6644" actId="478"/>
          <ac:picMkLst>
            <pc:docMk/>
            <pc:sldMk cId="1849047144" sldId="1156"/>
            <ac:picMk id="13" creationId="{6BE943B9-DE1C-1D01-2BBA-E415541B3AB7}"/>
          </ac:picMkLst>
        </pc:picChg>
        <pc:picChg chg="del">
          <ac:chgData name="Venkatesh Patil" userId="d9f36aa470552ec6" providerId="LiveId" clId="{1F0C1C64-C04D-48CB-8711-4A66D116FFE7}" dt="2024-01-08T20:57:16.539" v="5813" actId="478"/>
          <ac:picMkLst>
            <pc:docMk/>
            <pc:sldMk cId="1849047144" sldId="1156"/>
            <ac:picMk id="18" creationId="{A1B2412C-4CC2-946E-1892-5136A6A10418}"/>
          </ac:picMkLst>
        </pc:picChg>
        <pc:picChg chg="add mod">
          <ac:chgData name="Venkatesh Patil" userId="d9f36aa470552ec6" providerId="LiveId" clId="{1F0C1C64-C04D-48CB-8711-4A66D116FFE7}" dt="2024-01-09T00:27:33.963" v="7204" actId="1076"/>
          <ac:picMkLst>
            <pc:docMk/>
            <pc:sldMk cId="1849047144" sldId="1156"/>
            <ac:picMk id="20" creationId="{5FC05754-B049-AA45-0CE3-43712FEF1B01}"/>
          </ac:picMkLst>
        </pc:picChg>
      </pc:sldChg>
      <pc:sldChg chg="addSp modSp add del mod ord">
        <pc:chgData name="Venkatesh Patil" userId="d9f36aa470552ec6" providerId="LiveId" clId="{1F0C1C64-C04D-48CB-8711-4A66D116FFE7}" dt="2024-01-12T22:33:30.978" v="30158" actId="47"/>
        <pc:sldMkLst>
          <pc:docMk/>
          <pc:sldMk cId="3729043774" sldId="1157"/>
        </pc:sldMkLst>
        <pc:spChg chg="add mod">
          <ac:chgData name="Venkatesh Patil" userId="d9f36aa470552ec6" providerId="LiveId" clId="{1F0C1C64-C04D-48CB-8711-4A66D116FFE7}" dt="2024-01-09T00:08:26.331" v="6482" actId="14100"/>
          <ac:spMkLst>
            <pc:docMk/>
            <pc:sldMk cId="3729043774" sldId="1157"/>
            <ac:spMk id="8" creationId="{12E05C60-2E73-98F0-5F1B-B6206B0FE761}"/>
          </ac:spMkLst>
        </pc:spChg>
        <pc:spChg chg="mod">
          <ac:chgData name="Venkatesh Patil" userId="d9f36aa470552ec6" providerId="LiveId" clId="{1F0C1C64-C04D-48CB-8711-4A66D116FFE7}" dt="2024-01-09T00:07:58.339" v="6477" actId="14100"/>
          <ac:spMkLst>
            <pc:docMk/>
            <pc:sldMk cId="3729043774" sldId="1157"/>
            <ac:spMk id="15" creationId="{B1D9A1CD-4CEB-B87F-8E6E-96524F353C3A}"/>
          </ac:spMkLst>
        </pc:spChg>
        <pc:spChg chg="mod">
          <ac:chgData name="Venkatesh Patil" userId="d9f36aa470552ec6" providerId="LiveId" clId="{1F0C1C64-C04D-48CB-8711-4A66D116FFE7}" dt="2024-01-09T00:09:36.557" v="6487" actId="14100"/>
          <ac:spMkLst>
            <pc:docMk/>
            <pc:sldMk cId="3729043774" sldId="1157"/>
            <ac:spMk id="17" creationId="{8F9F7DE2-08FA-88D3-C354-B14664A0D4DA}"/>
          </ac:spMkLst>
        </pc:spChg>
        <pc:grpChg chg="add mod">
          <ac:chgData name="Venkatesh Patil" userId="d9f36aa470552ec6" providerId="LiveId" clId="{1F0C1C64-C04D-48CB-8711-4A66D116FFE7}" dt="2024-01-09T00:05:42.308" v="6459" actId="164"/>
          <ac:grpSpMkLst>
            <pc:docMk/>
            <pc:sldMk cId="3729043774" sldId="1157"/>
            <ac:grpSpMk id="10" creationId="{65FBF841-9E43-E82E-ACBE-C6032F2D1E1D}"/>
          </ac:grpSpMkLst>
        </pc:grpChg>
        <pc:picChg chg="mod">
          <ac:chgData name="Venkatesh Patil" userId="d9f36aa470552ec6" providerId="LiveId" clId="{1F0C1C64-C04D-48CB-8711-4A66D116FFE7}" dt="2024-01-09T00:09:14.459" v="6483" actId="1076"/>
          <ac:picMkLst>
            <pc:docMk/>
            <pc:sldMk cId="3729043774" sldId="1157"/>
            <ac:picMk id="11" creationId="{F54EA320-186E-877D-3CD8-A230CACA559E}"/>
          </ac:picMkLst>
        </pc:picChg>
        <pc:picChg chg="mod">
          <ac:chgData name="Venkatesh Patil" userId="d9f36aa470552ec6" providerId="LiveId" clId="{1F0C1C64-C04D-48CB-8711-4A66D116FFE7}" dt="2024-01-09T00:05:50.446" v="6461" actId="1076"/>
          <ac:picMkLst>
            <pc:docMk/>
            <pc:sldMk cId="3729043774" sldId="1157"/>
            <ac:picMk id="13" creationId="{6BE943B9-DE1C-1D01-2BBA-E415541B3AB7}"/>
          </ac:picMkLst>
        </pc:picChg>
      </pc:sldChg>
      <pc:sldChg chg="modSp add del mod ord">
        <pc:chgData name="Venkatesh Patil" userId="d9f36aa470552ec6" providerId="LiveId" clId="{1F0C1C64-C04D-48CB-8711-4A66D116FFE7}" dt="2024-01-12T22:33:33.341" v="30159" actId="47"/>
        <pc:sldMkLst>
          <pc:docMk/>
          <pc:sldMk cId="1589411334" sldId="1158"/>
        </pc:sldMkLst>
        <pc:spChg chg="mod">
          <ac:chgData name="Venkatesh Patil" userId="d9f36aa470552ec6" providerId="LiveId" clId="{1F0C1C64-C04D-48CB-8711-4A66D116FFE7}" dt="2024-01-10T18:40:13.722" v="11505" actId="255"/>
          <ac:spMkLst>
            <pc:docMk/>
            <pc:sldMk cId="1589411334" sldId="1158"/>
            <ac:spMk id="13314" creationId="{00000000-0000-0000-0000-000000000000}"/>
          </ac:spMkLst>
        </pc:spChg>
      </pc:sldChg>
      <pc:sldChg chg="addSp delSp modSp add del mod">
        <pc:chgData name="Venkatesh Patil" userId="d9f36aa470552ec6" providerId="LiveId" clId="{1F0C1C64-C04D-48CB-8711-4A66D116FFE7}" dt="2024-01-12T22:36:31.080" v="30449" actId="47"/>
        <pc:sldMkLst>
          <pc:docMk/>
          <pc:sldMk cId="2505409193" sldId="1159"/>
        </pc:sldMkLst>
        <pc:spChg chg="mod">
          <ac:chgData name="Venkatesh Patil" userId="d9f36aa470552ec6" providerId="LiveId" clId="{1F0C1C64-C04D-48CB-8711-4A66D116FFE7}" dt="2024-01-11T16:56:29.578" v="21636" actId="113"/>
          <ac:spMkLst>
            <pc:docMk/>
            <pc:sldMk cId="2505409193" sldId="1159"/>
            <ac:spMk id="3" creationId="{E2B2E24C-621E-60FD-8622-E48AFEA72431}"/>
          </ac:spMkLst>
        </pc:spChg>
        <pc:spChg chg="del">
          <ac:chgData name="Venkatesh Patil" userId="d9f36aa470552ec6" providerId="LiveId" clId="{1F0C1C64-C04D-48CB-8711-4A66D116FFE7}" dt="2024-01-09T01:14:16.273" v="7292" actId="478"/>
          <ac:spMkLst>
            <pc:docMk/>
            <pc:sldMk cId="2505409193" sldId="1159"/>
            <ac:spMk id="15" creationId="{B1D9A1CD-4CEB-B87F-8E6E-96524F353C3A}"/>
          </ac:spMkLst>
        </pc:spChg>
        <pc:grpChg chg="add del mod">
          <ac:chgData name="Venkatesh Patil" userId="d9f36aa470552ec6" providerId="LiveId" clId="{1F0C1C64-C04D-48CB-8711-4A66D116FFE7}" dt="2024-01-09T08:08:38.064" v="7980" actId="478"/>
          <ac:grpSpMkLst>
            <pc:docMk/>
            <pc:sldMk cId="2505409193" sldId="1159"/>
            <ac:grpSpMk id="14" creationId="{7BBCE75F-CC5C-81A7-1D99-5B457927B849}"/>
          </ac:grpSpMkLst>
        </pc:grpChg>
        <pc:picChg chg="add mod topLvl">
          <ac:chgData name="Venkatesh Patil" userId="d9f36aa470552ec6" providerId="LiveId" clId="{1F0C1C64-C04D-48CB-8711-4A66D116FFE7}" dt="2024-01-09T08:25:17.512" v="9117" actId="1076"/>
          <ac:picMkLst>
            <pc:docMk/>
            <pc:sldMk cId="2505409193" sldId="1159"/>
            <ac:picMk id="9" creationId="{E8F6754F-6381-7AEE-B416-D1E2EEA7F9A6}"/>
          </ac:picMkLst>
        </pc:picChg>
        <pc:picChg chg="add del mod">
          <ac:chgData name="Venkatesh Patil" userId="d9f36aa470552ec6" providerId="LiveId" clId="{1F0C1C64-C04D-48CB-8711-4A66D116FFE7}" dt="2024-01-09T08:08:32.618" v="7977" actId="478"/>
          <ac:picMkLst>
            <pc:docMk/>
            <pc:sldMk cId="2505409193" sldId="1159"/>
            <ac:picMk id="11" creationId="{3C0CDBAA-5B13-DEC3-BCD8-DC9EB8951297}"/>
          </ac:picMkLst>
        </pc:picChg>
        <pc:picChg chg="add del mod topLvl">
          <ac:chgData name="Venkatesh Patil" userId="d9f36aa470552ec6" providerId="LiveId" clId="{1F0C1C64-C04D-48CB-8711-4A66D116FFE7}" dt="2024-01-09T08:08:38.064" v="7980" actId="478"/>
          <ac:picMkLst>
            <pc:docMk/>
            <pc:sldMk cId="2505409193" sldId="1159"/>
            <ac:picMk id="13" creationId="{173CB6F6-9B9D-DB8C-4515-D30F1E013DC9}"/>
          </ac:picMkLst>
        </pc:picChg>
        <pc:picChg chg="del">
          <ac:chgData name="Venkatesh Patil" userId="d9f36aa470552ec6" providerId="LiveId" clId="{1F0C1C64-C04D-48CB-8711-4A66D116FFE7}" dt="2024-01-09T01:14:17.046" v="7293" actId="478"/>
          <ac:picMkLst>
            <pc:docMk/>
            <pc:sldMk cId="2505409193" sldId="1159"/>
            <ac:picMk id="20" creationId="{5FC05754-B049-AA45-0CE3-43712FEF1B01}"/>
          </ac:picMkLst>
        </pc:picChg>
      </pc:sldChg>
      <pc:sldChg chg="delSp modSp add del mod">
        <pc:chgData name="Venkatesh Patil" userId="d9f36aa470552ec6" providerId="LiveId" clId="{1F0C1C64-C04D-48CB-8711-4A66D116FFE7}" dt="2024-01-12T22:37:14.702" v="30534" actId="47"/>
        <pc:sldMkLst>
          <pc:docMk/>
          <pc:sldMk cId="560104787" sldId="1160"/>
        </pc:sldMkLst>
        <pc:spChg chg="mod">
          <ac:chgData name="Venkatesh Patil" userId="d9f36aa470552ec6" providerId="LiveId" clId="{1F0C1C64-C04D-48CB-8711-4A66D116FFE7}" dt="2024-01-10T20:02:45.089" v="14216" actId="20577"/>
          <ac:spMkLst>
            <pc:docMk/>
            <pc:sldMk cId="560104787" sldId="1160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7:02:40.861" v="21640" actId="255"/>
          <ac:spMkLst>
            <pc:docMk/>
            <pc:sldMk cId="560104787" sldId="1160"/>
            <ac:spMk id="3" creationId="{E2B2E24C-621E-60FD-8622-E48AFEA72431}"/>
          </ac:spMkLst>
        </pc:spChg>
        <pc:grpChg chg="del">
          <ac:chgData name="Venkatesh Patil" userId="d9f36aa470552ec6" providerId="LiveId" clId="{1F0C1C64-C04D-48CB-8711-4A66D116FFE7}" dt="2024-01-10T20:02:49.349" v="14217" actId="478"/>
          <ac:grpSpMkLst>
            <pc:docMk/>
            <pc:sldMk cId="560104787" sldId="1160"/>
            <ac:grpSpMk id="14" creationId="{7BBCE75F-CC5C-81A7-1D99-5B457927B849}"/>
          </ac:grpSpMkLst>
        </pc:grpChg>
      </pc:sldChg>
      <pc:sldChg chg="addSp delSp modSp add del mod">
        <pc:chgData name="Venkatesh Patil" userId="d9f36aa470552ec6" providerId="LiveId" clId="{1F0C1C64-C04D-48CB-8711-4A66D116FFE7}" dt="2024-01-12T22:37:05.812" v="30526" actId="47"/>
        <pc:sldMkLst>
          <pc:docMk/>
          <pc:sldMk cId="3336668821" sldId="1161"/>
        </pc:sldMkLst>
        <pc:spChg chg="mod">
          <ac:chgData name="Venkatesh Patil" userId="d9f36aa470552ec6" providerId="LiveId" clId="{1F0C1C64-C04D-48CB-8711-4A66D116FFE7}" dt="2024-01-11T16:56:52.891" v="21638" actId="113"/>
          <ac:spMkLst>
            <pc:docMk/>
            <pc:sldMk cId="3336668821" sldId="1161"/>
            <ac:spMk id="3" creationId="{E2B2E24C-621E-60FD-8622-E48AFEA72431}"/>
          </ac:spMkLst>
        </pc:spChg>
        <pc:grpChg chg="add mod">
          <ac:chgData name="Venkatesh Patil" userId="d9f36aa470552ec6" providerId="LiveId" clId="{1F0C1C64-C04D-48CB-8711-4A66D116FFE7}" dt="2024-01-09T08:43:58.315" v="9905" actId="1076"/>
          <ac:grpSpMkLst>
            <pc:docMk/>
            <pc:sldMk cId="3336668821" sldId="1161"/>
            <ac:grpSpMk id="13" creationId="{470F5347-DAA6-4DE7-13CD-5CDBE72246CE}"/>
          </ac:grpSpMkLst>
        </pc:grpChg>
        <pc:picChg chg="del mod">
          <ac:chgData name="Venkatesh Patil" userId="d9f36aa470552ec6" providerId="LiveId" clId="{1F0C1C64-C04D-48CB-8711-4A66D116FFE7}" dt="2024-01-09T08:44:19.382" v="9910" actId="478"/>
          <ac:picMkLst>
            <pc:docMk/>
            <pc:sldMk cId="3336668821" sldId="1161"/>
            <ac:picMk id="9" creationId="{E8F6754F-6381-7AEE-B416-D1E2EEA7F9A6}"/>
          </ac:picMkLst>
        </pc:picChg>
        <pc:picChg chg="add mod">
          <ac:chgData name="Venkatesh Patil" userId="d9f36aa470552ec6" providerId="LiveId" clId="{1F0C1C64-C04D-48CB-8711-4A66D116FFE7}" dt="2024-01-09T08:44:10.531" v="9908" actId="1440"/>
          <ac:picMkLst>
            <pc:docMk/>
            <pc:sldMk cId="3336668821" sldId="1161"/>
            <ac:picMk id="10" creationId="{736C5943-7D16-F8DE-89F2-4E86EF7BA6EB}"/>
          </ac:picMkLst>
        </pc:picChg>
        <pc:picChg chg="add mod">
          <ac:chgData name="Venkatesh Patil" userId="d9f36aa470552ec6" providerId="LiveId" clId="{1F0C1C64-C04D-48CB-8711-4A66D116FFE7}" dt="2024-01-09T08:44:10.531" v="9908" actId="1440"/>
          <ac:picMkLst>
            <pc:docMk/>
            <pc:sldMk cId="3336668821" sldId="1161"/>
            <ac:picMk id="12" creationId="{65C1865D-8485-CB99-CD02-93E4B87AA440}"/>
          </ac:picMkLst>
        </pc:picChg>
        <pc:picChg chg="add mod">
          <ac:chgData name="Venkatesh Patil" userId="d9f36aa470552ec6" providerId="LiveId" clId="{1F0C1C64-C04D-48CB-8711-4A66D116FFE7}" dt="2024-01-09T08:51:52.101" v="10263" actId="14100"/>
          <ac:picMkLst>
            <pc:docMk/>
            <pc:sldMk cId="3336668821" sldId="1161"/>
            <ac:picMk id="15" creationId="{06FC277F-399A-031F-F1BB-7604223454FF}"/>
          </ac:picMkLst>
        </pc:picChg>
        <pc:picChg chg="add mod">
          <ac:chgData name="Venkatesh Patil" userId="d9f36aa470552ec6" providerId="LiveId" clId="{1F0C1C64-C04D-48CB-8711-4A66D116FFE7}" dt="2024-01-09T08:44:08.060" v="9907" actId="1440"/>
          <ac:picMkLst>
            <pc:docMk/>
            <pc:sldMk cId="3336668821" sldId="1161"/>
            <ac:picMk id="17" creationId="{8BDAEC87-BF84-56A7-46BB-EEA8D391AEC2}"/>
          </ac:picMkLst>
        </pc:picChg>
      </pc:sldChg>
      <pc:sldChg chg="addSp delSp modSp add del mod modNotesTx">
        <pc:chgData name="Venkatesh Patil" userId="d9f36aa470552ec6" providerId="LiveId" clId="{1F0C1C64-C04D-48CB-8711-4A66D116FFE7}" dt="2024-01-12T22:37:08.528" v="30529" actId="47"/>
        <pc:sldMkLst>
          <pc:docMk/>
          <pc:sldMk cId="4090311844" sldId="1162"/>
        </pc:sldMkLst>
        <pc:spChg chg="mod">
          <ac:chgData name="Venkatesh Patil" userId="d9f36aa470552ec6" providerId="LiveId" clId="{1F0C1C64-C04D-48CB-8711-4A66D116FFE7}" dt="2024-01-09T08:52:48.893" v="10301" actId="20577"/>
          <ac:spMkLst>
            <pc:docMk/>
            <pc:sldMk cId="4090311844" sldId="1162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09T08:55:05.742" v="10326" actId="14"/>
          <ac:spMkLst>
            <pc:docMk/>
            <pc:sldMk cId="4090311844" sldId="1162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0T19:40:58.245" v="13218" actId="1076"/>
          <ac:spMkLst>
            <pc:docMk/>
            <pc:sldMk cId="4090311844" sldId="1162"/>
            <ac:spMk id="19" creationId="{F5526F0A-0DC4-AB86-46DF-9990F7D2277C}"/>
          </ac:spMkLst>
        </pc:spChg>
        <pc:grpChg chg="del">
          <ac:chgData name="Venkatesh Patil" userId="d9f36aa470552ec6" providerId="LiveId" clId="{1F0C1C64-C04D-48CB-8711-4A66D116FFE7}" dt="2024-01-09T08:52:52.354" v="10303" actId="478"/>
          <ac:grpSpMkLst>
            <pc:docMk/>
            <pc:sldMk cId="4090311844" sldId="1162"/>
            <ac:grpSpMk id="13" creationId="{470F5347-DAA6-4DE7-13CD-5CDBE72246CE}"/>
          </ac:grpSpMkLst>
        </pc:grpChg>
        <pc:picChg chg="add del mod">
          <ac:chgData name="Venkatesh Patil" userId="d9f36aa470552ec6" providerId="LiveId" clId="{1F0C1C64-C04D-48CB-8711-4A66D116FFE7}" dt="2024-01-09T08:53:53.724" v="10309" actId="478"/>
          <ac:picMkLst>
            <pc:docMk/>
            <pc:sldMk cId="4090311844" sldId="1162"/>
            <ac:picMk id="9" creationId="{5C22B240-C6FD-997A-FB3E-92D61D41B86F}"/>
          </ac:picMkLst>
        </pc:picChg>
        <pc:picChg chg="add del mod">
          <ac:chgData name="Venkatesh Patil" userId="d9f36aa470552ec6" providerId="LiveId" clId="{1F0C1C64-C04D-48CB-8711-4A66D116FFE7}" dt="2024-01-10T19:37:25.691" v="13003" actId="478"/>
          <ac:picMkLst>
            <pc:docMk/>
            <pc:sldMk cId="4090311844" sldId="1162"/>
            <ac:picMk id="14" creationId="{66EB3DC6-9654-1CE8-0E08-8138714BD52F}"/>
          </ac:picMkLst>
        </pc:picChg>
        <pc:picChg chg="del">
          <ac:chgData name="Venkatesh Patil" userId="d9f36aa470552ec6" providerId="LiveId" clId="{1F0C1C64-C04D-48CB-8711-4A66D116FFE7}" dt="2024-01-09T08:52:51.669" v="10302" actId="478"/>
          <ac:picMkLst>
            <pc:docMk/>
            <pc:sldMk cId="4090311844" sldId="1162"/>
            <ac:picMk id="15" creationId="{06FC277F-399A-031F-F1BB-7604223454FF}"/>
          </ac:picMkLst>
        </pc:picChg>
        <pc:picChg chg="del">
          <ac:chgData name="Venkatesh Patil" userId="d9f36aa470552ec6" providerId="LiveId" clId="{1F0C1C64-C04D-48CB-8711-4A66D116FFE7}" dt="2024-01-09T08:52:53.198" v="10304" actId="478"/>
          <ac:picMkLst>
            <pc:docMk/>
            <pc:sldMk cId="4090311844" sldId="1162"/>
            <ac:picMk id="17" creationId="{8BDAEC87-BF84-56A7-46BB-EEA8D391AEC2}"/>
          </ac:picMkLst>
        </pc:picChg>
        <pc:picChg chg="add mod">
          <ac:chgData name="Venkatesh Patil" userId="d9f36aa470552ec6" providerId="LiveId" clId="{1F0C1C64-C04D-48CB-8711-4A66D116FFE7}" dt="2024-01-10T19:37:24.999" v="13002" actId="14100"/>
          <ac:picMkLst>
            <pc:docMk/>
            <pc:sldMk cId="4090311844" sldId="1162"/>
            <ac:picMk id="18" creationId="{73F598AF-95EA-D533-5A6E-0952AF1297CC}"/>
          </ac:picMkLst>
        </pc:picChg>
      </pc:sldChg>
      <pc:sldChg chg="addSp delSp modSp add del mod ord">
        <pc:chgData name="Venkatesh Patil" userId="d9f36aa470552ec6" providerId="LiveId" clId="{1F0C1C64-C04D-48CB-8711-4A66D116FFE7}" dt="2024-01-12T22:33:19.318" v="30151" actId="47"/>
        <pc:sldMkLst>
          <pc:docMk/>
          <pc:sldMk cId="3424235436" sldId="1163"/>
        </pc:sldMkLst>
        <pc:spChg chg="mod">
          <ac:chgData name="Venkatesh Patil" userId="d9f36aa470552ec6" providerId="LiveId" clId="{1F0C1C64-C04D-48CB-8711-4A66D116FFE7}" dt="2024-01-10T18:49:10.195" v="11563" actId="20577"/>
          <ac:spMkLst>
            <pc:docMk/>
            <pc:sldMk cId="3424235436" sldId="1163"/>
            <ac:spMk id="2" creationId="{99E8BF50-85F7-89D0-EDC7-AEB9D4C67745}"/>
          </ac:spMkLst>
        </pc:spChg>
        <pc:spChg chg="add mod">
          <ac:chgData name="Venkatesh Patil" userId="d9f36aa470552ec6" providerId="LiveId" clId="{1F0C1C64-C04D-48CB-8711-4A66D116FFE7}" dt="2024-01-10T18:55:17.382" v="11957" actId="14100"/>
          <ac:spMkLst>
            <pc:docMk/>
            <pc:sldMk cId="3424235436" sldId="1163"/>
            <ac:spMk id="8" creationId="{68180346-755D-0822-670D-3CE726739F65}"/>
          </ac:spMkLst>
        </pc:spChg>
        <pc:picChg chg="add mod">
          <ac:chgData name="Venkatesh Patil" userId="d9f36aa470552ec6" providerId="LiveId" clId="{1F0C1C64-C04D-48CB-8711-4A66D116FFE7}" dt="2024-01-10T18:50:56.251" v="11567" actId="1076"/>
          <ac:picMkLst>
            <pc:docMk/>
            <pc:sldMk cId="3424235436" sldId="1163"/>
            <ac:picMk id="3" creationId="{7A3C7751-9B67-9237-A9AC-26B946461234}"/>
          </ac:picMkLst>
        </pc:picChg>
        <pc:picChg chg="del">
          <ac:chgData name="Venkatesh Patil" userId="d9f36aa470552ec6" providerId="LiveId" clId="{1F0C1C64-C04D-48CB-8711-4A66D116FFE7}" dt="2024-01-10T18:48:19.562" v="11509" actId="478"/>
          <ac:picMkLst>
            <pc:docMk/>
            <pc:sldMk cId="3424235436" sldId="1163"/>
            <ac:picMk id="12" creationId="{D5F6F52A-0F77-5438-04F5-98A08CD94327}"/>
          </ac:picMkLst>
        </pc:picChg>
      </pc:sldChg>
      <pc:sldChg chg="addSp delSp modSp add del mod">
        <pc:chgData name="Venkatesh Patil" userId="d9f36aa470552ec6" providerId="LiveId" clId="{1F0C1C64-C04D-48CB-8711-4A66D116FFE7}" dt="2024-01-12T22:33:27.595" v="30156" actId="47"/>
        <pc:sldMkLst>
          <pc:docMk/>
          <pc:sldMk cId="449642411" sldId="1164"/>
        </pc:sldMkLst>
        <pc:spChg chg="mod">
          <ac:chgData name="Venkatesh Patil" userId="d9f36aa470552ec6" providerId="LiveId" clId="{1F0C1C64-C04D-48CB-8711-4A66D116FFE7}" dt="2024-01-10T18:56:19.642" v="11977" actId="20577"/>
          <ac:spMkLst>
            <pc:docMk/>
            <pc:sldMk cId="449642411" sldId="1164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10T18:56:29.541" v="11978" actId="478"/>
          <ac:spMkLst>
            <pc:docMk/>
            <pc:sldMk cId="449642411" sldId="1164"/>
            <ac:spMk id="8" creationId="{68180346-755D-0822-670D-3CE726739F65}"/>
          </ac:spMkLst>
        </pc:spChg>
        <pc:spChg chg="add del mod">
          <ac:chgData name="Venkatesh Patil" userId="d9f36aa470552ec6" providerId="LiveId" clId="{1F0C1C64-C04D-48CB-8711-4A66D116FFE7}" dt="2024-01-10T18:56:33.313" v="11979" actId="478"/>
          <ac:spMkLst>
            <pc:docMk/>
            <pc:sldMk cId="449642411" sldId="1164"/>
            <ac:spMk id="11" creationId="{B859A294-6033-2959-4D3B-09D5573EE6B9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2" creationId="{47C991C3-97CC-4060-AD92-2BA26D9E098C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3" creationId="{1A967B8D-11CE-E05D-0B76-347857B882B2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4" creationId="{22554A0B-3D0C-76E6-653E-1535CA2CB92C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5" creationId="{EAFF11FA-7CE4-8126-F338-B3D842E76480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6" creationId="{21CF18B3-A0FF-A8BC-B5EE-E80538F7E30D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7" creationId="{A6CA2C8C-081E-A653-49BD-0273F2591F45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8" creationId="{2555D08B-4576-BC8F-AEF9-FEEBA947F942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19" creationId="{F4E35907-B846-6E60-F5C1-67BA2E40A0AD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20" creationId="{1D7A39C5-CC46-A047-F4F1-32E101BC3ECB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21" creationId="{B12439C3-FB8F-6AD6-CCE6-AD6B020272B8}"/>
          </ac:spMkLst>
        </pc:spChg>
        <pc:spChg chg="add mod">
          <ac:chgData name="Venkatesh Patil" userId="d9f36aa470552ec6" providerId="LiveId" clId="{1F0C1C64-C04D-48CB-8711-4A66D116FFE7}" dt="2024-01-10T19:00:47.441" v="12017" actId="1076"/>
          <ac:spMkLst>
            <pc:docMk/>
            <pc:sldMk cId="449642411" sldId="1164"/>
            <ac:spMk id="22" creationId="{B3CBD25C-506E-B85C-93C1-56789954621F}"/>
          </ac:spMkLst>
        </pc:spChg>
        <pc:spChg chg="add mod">
          <ac:chgData name="Venkatesh Patil" userId="d9f36aa470552ec6" providerId="LiveId" clId="{1F0C1C64-C04D-48CB-8711-4A66D116FFE7}" dt="2024-01-10T19:00:47.441" v="12017" actId="1076"/>
          <ac:spMkLst>
            <pc:docMk/>
            <pc:sldMk cId="449642411" sldId="1164"/>
            <ac:spMk id="23" creationId="{8A850BA4-8C2F-EFA6-8747-20B04344640D}"/>
          </ac:spMkLst>
        </pc:spChg>
        <pc:spChg chg="add mod">
          <ac:chgData name="Venkatesh Patil" userId="d9f36aa470552ec6" providerId="LiveId" clId="{1F0C1C64-C04D-48CB-8711-4A66D116FFE7}" dt="2024-01-10T19:00:47.441" v="12017" actId="1076"/>
          <ac:spMkLst>
            <pc:docMk/>
            <pc:sldMk cId="449642411" sldId="1164"/>
            <ac:spMk id="24" creationId="{7B478543-0840-9FCB-ADCB-BB1EEA31014E}"/>
          </ac:spMkLst>
        </pc:spChg>
        <pc:spChg chg="add mod">
          <ac:chgData name="Venkatesh Patil" userId="d9f36aa470552ec6" providerId="LiveId" clId="{1F0C1C64-C04D-48CB-8711-4A66D116FFE7}" dt="2024-01-10T19:00:47.441" v="12017" actId="1076"/>
          <ac:spMkLst>
            <pc:docMk/>
            <pc:sldMk cId="449642411" sldId="1164"/>
            <ac:spMk id="25" creationId="{A26F9555-188C-22B4-F09E-97052B5887B2}"/>
          </ac:spMkLst>
        </pc:spChg>
        <pc:spChg chg="add mod">
          <ac:chgData name="Venkatesh Patil" userId="d9f36aa470552ec6" providerId="LiveId" clId="{1F0C1C64-C04D-48CB-8711-4A66D116FFE7}" dt="2024-01-10T19:00:47.441" v="12017" actId="1076"/>
          <ac:spMkLst>
            <pc:docMk/>
            <pc:sldMk cId="449642411" sldId="1164"/>
            <ac:spMk id="26" creationId="{E304F2A1-8BEC-054A-F4C3-E78AE2944EE8}"/>
          </ac:spMkLst>
        </pc:spChg>
        <pc:spChg chg="add mod">
          <ac:chgData name="Venkatesh Patil" userId="d9f36aa470552ec6" providerId="LiveId" clId="{1F0C1C64-C04D-48CB-8711-4A66D116FFE7}" dt="2024-01-10T19:00:47.441" v="12017" actId="1076"/>
          <ac:spMkLst>
            <pc:docMk/>
            <pc:sldMk cId="449642411" sldId="1164"/>
            <ac:spMk id="27" creationId="{4A5EC035-A52C-052E-4C65-162BD3A4F64D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28" creationId="{FA31B992-A256-7AD3-E8AE-CDB4CC411277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29" creationId="{F6E344D5-8AAE-6607-DE27-F384036D8855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30" creationId="{28442366-C122-FC54-706B-7220DD641676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31" creationId="{521E462A-F141-B70A-F978-B9DEBE870DC9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32" creationId="{BF61C097-8BBD-1383-EA2D-8D04EFB1C5ED}"/>
          </ac:spMkLst>
        </pc:spChg>
        <pc:spChg chg="add mod">
          <ac:chgData name="Venkatesh Patil" userId="d9f36aa470552ec6" providerId="LiveId" clId="{1F0C1C64-C04D-48CB-8711-4A66D116FFE7}" dt="2024-01-10T19:01:34.595" v="12025" actId="164"/>
          <ac:spMkLst>
            <pc:docMk/>
            <pc:sldMk cId="449642411" sldId="1164"/>
            <ac:spMk id="33" creationId="{C4ACFFA5-9728-97F2-378A-8E68ADFBB581}"/>
          </ac:spMkLst>
        </pc:spChg>
        <pc:spChg chg="add mod">
          <ac:chgData name="Venkatesh Patil" userId="d9f36aa470552ec6" providerId="LiveId" clId="{1F0C1C64-C04D-48CB-8711-4A66D116FFE7}" dt="2024-01-10T19:01:34.595" v="12025" actId="164"/>
          <ac:spMkLst>
            <pc:docMk/>
            <pc:sldMk cId="449642411" sldId="1164"/>
            <ac:spMk id="34" creationId="{2EE100C0-B350-1239-33EB-E0BA5345A8B3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36" creationId="{FADA3E11-1B8B-3A37-854B-F37FA4173EFE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37" creationId="{932110AA-6986-DD16-CF41-D95C0B293E07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39" creationId="{B99873E1-63FF-64B0-0B4F-69F3C7825709}"/>
          </ac:spMkLst>
        </pc:spChg>
        <pc:spChg chg="add mod">
          <ac:chgData name="Venkatesh Patil" userId="d9f36aa470552ec6" providerId="LiveId" clId="{1F0C1C64-C04D-48CB-8711-4A66D116FFE7}" dt="2024-01-10T19:05:31.690" v="12074" actId="1076"/>
          <ac:spMkLst>
            <pc:docMk/>
            <pc:sldMk cId="449642411" sldId="1164"/>
            <ac:spMk id="40" creationId="{D3C8E430-99AF-555C-EEA0-CA784B2099DC}"/>
          </ac:spMkLst>
        </pc:spChg>
        <pc:spChg chg="add mod">
          <ac:chgData name="Venkatesh Patil" userId="d9f36aa470552ec6" providerId="LiveId" clId="{1F0C1C64-C04D-48CB-8711-4A66D116FFE7}" dt="2024-01-10T19:05:31.361" v="12073" actId="1076"/>
          <ac:spMkLst>
            <pc:docMk/>
            <pc:sldMk cId="449642411" sldId="1164"/>
            <ac:spMk id="41" creationId="{16EEC3E7-9B77-4C52-F937-5BDC3A6554E1}"/>
          </ac:spMkLst>
        </pc:spChg>
        <pc:spChg chg="add mod">
          <ac:chgData name="Venkatesh Patil" userId="d9f36aa470552ec6" providerId="LiveId" clId="{1F0C1C64-C04D-48CB-8711-4A66D116FFE7}" dt="2024-01-10T19:05:30.959" v="12072" actId="1076"/>
          <ac:spMkLst>
            <pc:docMk/>
            <pc:sldMk cId="449642411" sldId="1164"/>
            <ac:spMk id="42" creationId="{FB0B4D52-28B9-9957-92A4-CDE99614B2A8}"/>
          </ac:spMkLst>
        </pc:spChg>
        <pc:spChg chg="add mod">
          <ac:chgData name="Venkatesh Patil" userId="d9f36aa470552ec6" providerId="LiveId" clId="{1F0C1C64-C04D-48CB-8711-4A66D116FFE7}" dt="2024-01-10T19:05:30.133" v="12071" actId="1076"/>
          <ac:spMkLst>
            <pc:docMk/>
            <pc:sldMk cId="449642411" sldId="1164"/>
            <ac:spMk id="43" creationId="{E6CC1FD5-31F9-BA61-A1F2-CAE7B27DC00E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44" creationId="{90D83906-150B-2D0E-1ED5-7825E75A9EEA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45" creationId="{FE93633F-8CDA-51E4-A4E4-BBCCF2F434E6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46" creationId="{EC1213F5-6FFF-1BA6-7E8D-4574BFC2C9EF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47" creationId="{18511613-F077-B131-9178-4AC0B2D15B67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48" creationId="{00BFCEDD-0C2F-5D0A-0FAF-B86B1FE98582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49" creationId="{19094CF9-0800-A97E-1A54-595A6AB66337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50" creationId="{D3A70450-12A2-1CDB-E004-62A25501689F}"/>
          </ac:spMkLst>
        </pc:spChg>
        <pc:spChg chg="add mod">
          <ac:chgData name="Venkatesh Patil" userId="d9f36aa470552ec6" providerId="LiveId" clId="{1F0C1C64-C04D-48CB-8711-4A66D116FFE7}" dt="2024-01-10T19:05:24.802" v="12069" actId="1076"/>
          <ac:spMkLst>
            <pc:docMk/>
            <pc:sldMk cId="449642411" sldId="1164"/>
            <ac:spMk id="51" creationId="{271617C7-521C-BB15-844B-9584A5FA6995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53" creationId="{4CA11F5E-1CBB-3424-A2CE-B57E7142A626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54" creationId="{CAB98E8F-FCC3-6D9E-CBBE-95D83A9FEDCF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55" creationId="{2240105D-2A17-A056-BCE9-860E9D4ECFF0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56" creationId="{3525C97B-F1BB-FFC9-7524-2770CD42C817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57" creationId="{1694CE3E-018D-ADA5-47A3-B2491D7E6555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58" creationId="{6434C89A-B43E-A296-52CE-A9D4F7DAC171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59" creationId="{D36F731D-F826-9453-3EF2-85DB04332CCF}"/>
          </ac:spMkLst>
        </pc:spChg>
        <pc:spChg chg="add mod">
          <ac:chgData name="Venkatesh Patil" userId="d9f36aa470552ec6" providerId="LiveId" clId="{1F0C1C64-C04D-48CB-8711-4A66D116FFE7}" dt="2024-01-10T19:05:57.250" v="12084"/>
          <ac:spMkLst>
            <pc:docMk/>
            <pc:sldMk cId="449642411" sldId="1164"/>
            <ac:spMk id="60" creationId="{C7F5A8B2-9E38-9A99-D24D-6211735F2856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1" creationId="{B4537FAD-E72F-5853-3C92-2BB69C177C29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2" creationId="{19F37259-95E7-B1FC-2DB6-C8D888B8B81C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3" creationId="{917F00F5-1F37-D7B2-13F2-AEBF3B6B97B0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4" creationId="{869D933A-2E0B-5705-7230-F7DEE8986D36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5" creationId="{E356CC8D-DEB5-489C-8146-96A504D16E3C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6" creationId="{628A6218-540E-E012-E560-D8E95A76C26D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7" creationId="{DB1DC610-F1CD-85D3-C1A9-F2193558935C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8" creationId="{71D7DEE2-63A2-4E26-BF7B-E7421EE281F5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69" creationId="{AC794E6A-5310-FE93-B2AC-295CA1C08AED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0" creationId="{AC54DF0E-E385-4E1B-3507-96AE53289947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1" creationId="{C09121D2-BB4A-7B80-2D32-2944D1C2A283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2" creationId="{03C81C72-27F1-18D0-BB66-9DAD27556F33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3" creationId="{39DC3FB7-6244-CD9D-5522-DD9E7FE538DE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4" creationId="{65DC1E31-6ACE-A5ED-0D55-318518F68387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5" creationId="{98A2096C-B9BE-8A4B-20B7-6CE7AB51E664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6" creationId="{439632B4-C984-FC23-AC79-6B2ED80767EF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7" creationId="{DCDE9A3A-8159-F5AC-2622-9F89AAA469A5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8" creationId="{B777CDA7-1158-CF43-02F0-67D78E172E95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79" creationId="{B3EFA395-460D-411D-39FC-72E9233050C3}"/>
          </ac:spMkLst>
        </pc:spChg>
        <pc:spChg chg="add del mod">
          <ac:chgData name="Venkatesh Patil" userId="d9f36aa470552ec6" providerId="LiveId" clId="{1F0C1C64-C04D-48CB-8711-4A66D116FFE7}" dt="2024-01-10T19:11:27.695" v="12172" actId="478"/>
          <ac:spMkLst>
            <pc:docMk/>
            <pc:sldMk cId="449642411" sldId="1164"/>
            <ac:spMk id="81" creationId="{444ED9C0-7E64-0ECA-924B-887CED03A0C5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82" creationId="{83DEBC33-25CD-E837-912C-48DBBECF7128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83" creationId="{E5D97883-1D93-97C8-DF8F-94730617328A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84" creationId="{4510D928-0089-F2D2-FAB4-D0DD639C4285}"/>
          </ac:spMkLst>
        </pc:spChg>
        <pc:spChg chg="add mod">
          <ac:chgData name="Venkatesh Patil" userId="d9f36aa470552ec6" providerId="LiveId" clId="{1F0C1C64-C04D-48CB-8711-4A66D116FFE7}" dt="2024-01-10T19:14:57.878" v="12257" actId="164"/>
          <ac:spMkLst>
            <pc:docMk/>
            <pc:sldMk cId="449642411" sldId="1164"/>
            <ac:spMk id="85" creationId="{9A0D3F17-D790-A461-BEE6-CB607102F9D5}"/>
          </ac:spMkLst>
        </pc:spChg>
        <pc:spChg chg="add mod">
          <ac:chgData name="Venkatesh Patil" userId="d9f36aa470552ec6" providerId="LiveId" clId="{1F0C1C64-C04D-48CB-8711-4A66D116FFE7}" dt="2024-01-10T19:15:24.722" v="12260" actId="1076"/>
          <ac:spMkLst>
            <pc:docMk/>
            <pc:sldMk cId="449642411" sldId="1164"/>
            <ac:spMk id="86" creationId="{8A5991CC-3E7E-A26C-3B19-C60C3C090BB3}"/>
          </ac:spMkLst>
        </pc:spChg>
        <pc:spChg chg="add mod">
          <ac:chgData name="Venkatesh Patil" userId="d9f36aa470552ec6" providerId="LiveId" clId="{1F0C1C64-C04D-48CB-8711-4A66D116FFE7}" dt="2024-01-10T19:15:24.722" v="12260" actId="1076"/>
          <ac:spMkLst>
            <pc:docMk/>
            <pc:sldMk cId="449642411" sldId="1164"/>
            <ac:spMk id="87" creationId="{0F898C46-2E59-6A11-F8B6-1D363ADBC1E3}"/>
          </ac:spMkLst>
        </pc:spChg>
        <pc:grpChg chg="add mod">
          <ac:chgData name="Venkatesh Patil" userId="d9f36aa470552ec6" providerId="LiveId" clId="{1F0C1C64-C04D-48CB-8711-4A66D116FFE7}" dt="2024-01-10T19:14:57.878" v="12257" actId="164"/>
          <ac:grpSpMkLst>
            <pc:docMk/>
            <pc:sldMk cId="449642411" sldId="1164"/>
            <ac:grpSpMk id="35" creationId="{08423FB0-6478-67CE-33BF-A420A60B6F37}"/>
          </ac:grpSpMkLst>
        </pc:grpChg>
        <pc:grpChg chg="add mod">
          <ac:chgData name="Venkatesh Patil" userId="d9f36aa470552ec6" providerId="LiveId" clId="{1F0C1C64-C04D-48CB-8711-4A66D116FFE7}" dt="2024-01-10T19:05:24.464" v="12068" actId="164"/>
          <ac:grpSpMkLst>
            <pc:docMk/>
            <pc:sldMk cId="449642411" sldId="1164"/>
            <ac:grpSpMk id="52" creationId="{85D30A9B-8156-284B-7458-B777A8A45837}"/>
          </ac:grpSpMkLst>
        </pc:grpChg>
        <pc:grpChg chg="add mod">
          <ac:chgData name="Venkatesh Patil" userId="d9f36aa470552ec6" providerId="LiveId" clId="{1F0C1C64-C04D-48CB-8711-4A66D116FFE7}" dt="2024-01-10T19:10:50.788" v="12167" actId="164"/>
          <ac:grpSpMkLst>
            <pc:docMk/>
            <pc:sldMk cId="449642411" sldId="1164"/>
            <ac:grpSpMk id="80" creationId="{91296194-C6D6-155E-1FCA-3A44ABCB9083}"/>
          </ac:grpSpMkLst>
        </pc:grpChg>
        <pc:grpChg chg="add mod">
          <ac:chgData name="Venkatesh Patil" userId="d9f36aa470552ec6" providerId="LiveId" clId="{1F0C1C64-C04D-48CB-8711-4A66D116FFE7}" dt="2024-01-10T19:14:57.878" v="12257" actId="164"/>
          <ac:grpSpMkLst>
            <pc:docMk/>
            <pc:sldMk cId="449642411" sldId="1164"/>
            <ac:grpSpMk id="88" creationId="{AC99DF28-C90C-2E8D-1848-A061BAE4272A}"/>
          </ac:grpSpMkLst>
        </pc:grpChg>
        <pc:grpChg chg="add mod">
          <ac:chgData name="Venkatesh Patil" userId="d9f36aa470552ec6" providerId="LiveId" clId="{1F0C1C64-C04D-48CB-8711-4A66D116FFE7}" dt="2024-01-10T19:15:03.655" v="12259" actId="14100"/>
          <ac:grpSpMkLst>
            <pc:docMk/>
            <pc:sldMk cId="449642411" sldId="1164"/>
            <ac:grpSpMk id="89" creationId="{AF8F28AA-5E62-718F-8F44-37C7D035FBA8}"/>
          </ac:grpSpMkLst>
        </pc:grpChg>
        <pc:picChg chg="del">
          <ac:chgData name="Venkatesh Patil" userId="d9f36aa470552ec6" providerId="LiveId" clId="{1F0C1C64-C04D-48CB-8711-4A66D116FFE7}" dt="2024-01-10T18:56:34.238" v="11980" actId="478"/>
          <ac:picMkLst>
            <pc:docMk/>
            <pc:sldMk cId="449642411" sldId="1164"/>
            <ac:picMk id="3" creationId="{7A3C7751-9B67-9237-A9AC-26B946461234}"/>
          </ac:picMkLst>
        </pc:picChg>
      </pc:sldChg>
      <pc:sldChg chg="addSp delSp modSp add del mod ord">
        <pc:chgData name="Venkatesh Patil" userId="d9f36aa470552ec6" providerId="LiveId" clId="{1F0C1C64-C04D-48CB-8711-4A66D116FFE7}" dt="2024-01-10T19:37:40.506" v="13007" actId="47"/>
        <pc:sldMkLst>
          <pc:docMk/>
          <pc:sldMk cId="3202494458" sldId="1165"/>
        </pc:sldMkLst>
        <pc:spChg chg="add mod">
          <ac:chgData name="Venkatesh Patil" userId="d9f36aa470552ec6" providerId="LiveId" clId="{1F0C1C64-C04D-48CB-8711-4A66D116FFE7}" dt="2024-01-10T19:24:13.355" v="12297" actId="12"/>
          <ac:spMkLst>
            <pc:docMk/>
            <pc:sldMk cId="3202494458" sldId="1165"/>
            <ac:spMk id="9" creationId="{9FB0D25B-724C-7A6A-E002-1E416D5C57D5}"/>
          </ac:spMkLst>
        </pc:spChg>
        <pc:picChg chg="mod">
          <ac:chgData name="Venkatesh Patil" userId="d9f36aa470552ec6" providerId="LiveId" clId="{1F0C1C64-C04D-48CB-8711-4A66D116FFE7}" dt="2024-01-10T19:23:50.143" v="12287" actId="1076"/>
          <ac:picMkLst>
            <pc:docMk/>
            <pc:sldMk cId="3202494458" sldId="1165"/>
            <ac:picMk id="14" creationId="{66EB3DC6-9654-1CE8-0E08-8138714BD52F}"/>
          </ac:picMkLst>
        </pc:picChg>
        <pc:picChg chg="del">
          <ac:chgData name="Venkatesh Patil" userId="d9f36aa470552ec6" providerId="LiveId" clId="{1F0C1C64-C04D-48CB-8711-4A66D116FFE7}" dt="2024-01-10T19:23:08.763" v="12283" actId="478"/>
          <ac:picMkLst>
            <pc:docMk/>
            <pc:sldMk cId="3202494458" sldId="1165"/>
            <ac:picMk id="18" creationId="{73F598AF-95EA-D533-5A6E-0952AF1297CC}"/>
          </ac:picMkLst>
        </pc:picChg>
      </pc:sldChg>
      <pc:sldChg chg="addSp delSp modSp add del mod">
        <pc:chgData name="Venkatesh Patil" userId="d9f36aa470552ec6" providerId="LiveId" clId="{1F0C1C64-C04D-48CB-8711-4A66D116FFE7}" dt="2024-01-12T22:37:06.987" v="30527" actId="47"/>
        <pc:sldMkLst>
          <pc:docMk/>
          <pc:sldMk cId="4111916985" sldId="1166"/>
        </pc:sldMkLst>
        <pc:spChg chg="mod">
          <ac:chgData name="Venkatesh Patil" userId="d9f36aa470552ec6" providerId="LiveId" clId="{1F0C1C64-C04D-48CB-8711-4A66D116FFE7}" dt="2024-01-10T19:24:31.654" v="12335" actId="20577"/>
          <ac:spMkLst>
            <pc:docMk/>
            <pc:sldMk cId="4111916985" sldId="1166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0T19:30:11.816" v="12690" actId="207"/>
          <ac:spMkLst>
            <pc:docMk/>
            <pc:sldMk cId="4111916985" sldId="1166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0T19:30:21.757" v="12692" actId="207"/>
          <ac:spMkLst>
            <pc:docMk/>
            <pc:sldMk cId="4111916985" sldId="1166"/>
            <ac:spMk id="9" creationId="{4AB782C1-32B3-AE84-56E5-0CE981BC61DB}"/>
          </ac:spMkLst>
        </pc:spChg>
        <pc:grpChg chg="del">
          <ac:chgData name="Venkatesh Patil" userId="d9f36aa470552ec6" providerId="LiveId" clId="{1F0C1C64-C04D-48CB-8711-4A66D116FFE7}" dt="2024-01-10T19:24:36.573" v="12336" actId="478"/>
          <ac:grpSpMkLst>
            <pc:docMk/>
            <pc:sldMk cId="4111916985" sldId="1166"/>
            <ac:grpSpMk id="13" creationId="{470F5347-DAA6-4DE7-13CD-5CDBE72246CE}"/>
          </ac:grpSpMkLst>
        </pc:grpChg>
        <pc:picChg chg="add mod">
          <ac:chgData name="Venkatesh Patil" userId="d9f36aa470552ec6" providerId="LiveId" clId="{1F0C1C64-C04D-48CB-8711-4A66D116FFE7}" dt="2024-01-10T19:44:21.481" v="13227" actId="14100"/>
          <ac:picMkLst>
            <pc:docMk/>
            <pc:sldMk cId="4111916985" sldId="1166"/>
            <ac:picMk id="8" creationId="{826ABE34-9F15-61F7-A056-683EC09C5872}"/>
          </ac:picMkLst>
        </pc:picChg>
        <pc:picChg chg="del">
          <ac:chgData name="Venkatesh Patil" userId="d9f36aa470552ec6" providerId="LiveId" clId="{1F0C1C64-C04D-48CB-8711-4A66D116FFE7}" dt="2024-01-10T19:24:37.230" v="12337" actId="478"/>
          <ac:picMkLst>
            <pc:docMk/>
            <pc:sldMk cId="4111916985" sldId="1166"/>
            <ac:picMk id="15" creationId="{06FC277F-399A-031F-F1BB-7604223454FF}"/>
          </ac:picMkLst>
        </pc:picChg>
        <pc:picChg chg="del">
          <ac:chgData name="Venkatesh Patil" userId="d9f36aa470552ec6" providerId="LiveId" clId="{1F0C1C64-C04D-48CB-8711-4A66D116FFE7}" dt="2024-01-10T19:24:38.236" v="12338" actId="478"/>
          <ac:picMkLst>
            <pc:docMk/>
            <pc:sldMk cId="4111916985" sldId="1166"/>
            <ac:picMk id="17" creationId="{8BDAEC87-BF84-56A7-46BB-EEA8D391AEC2}"/>
          </ac:picMkLst>
        </pc:picChg>
      </pc:sldChg>
      <pc:sldChg chg="addSp modSp add del mod modAnim">
        <pc:chgData name="Venkatesh Patil" userId="d9f36aa470552ec6" providerId="LiveId" clId="{1F0C1C64-C04D-48CB-8711-4A66D116FFE7}" dt="2024-01-12T22:37:07.624" v="30528" actId="47"/>
        <pc:sldMkLst>
          <pc:docMk/>
          <pc:sldMk cId="3545647868" sldId="1167"/>
        </pc:sldMkLst>
        <pc:spChg chg="mod">
          <ac:chgData name="Venkatesh Patil" userId="d9f36aa470552ec6" providerId="LiveId" clId="{1F0C1C64-C04D-48CB-8711-4A66D116FFE7}" dt="2024-01-10T19:35:03.330" v="12981" actId="14100"/>
          <ac:spMkLst>
            <pc:docMk/>
            <pc:sldMk cId="3545647868" sldId="1167"/>
            <ac:spMk id="9" creationId="{4AB782C1-32B3-AE84-56E5-0CE981BC61DB}"/>
          </ac:spMkLst>
        </pc:spChg>
        <pc:spChg chg="add mod">
          <ac:chgData name="Venkatesh Patil" userId="d9f36aa470552ec6" providerId="LiveId" clId="{1F0C1C64-C04D-48CB-8711-4A66D116FFE7}" dt="2024-01-10T19:44:34.513" v="13230" actId="1076"/>
          <ac:spMkLst>
            <pc:docMk/>
            <pc:sldMk cId="3545647868" sldId="1167"/>
            <ac:spMk id="10" creationId="{C3838ED3-43E2-D414-7722-0BF5D819D9C4}"/>
          </ac:spMkLst>
        </pc:spChg>
        <pc:picChg chg="mod">
          <ac:chgData name="Venkatesh Patil" userId="d9f36aa470552ec6" providerId="LiveId" clId="{1F0C1C64-C04D-48CB-8711-4A66D116FFE7}" dt="2024-01-10T19:44:31.560" v="13229" actId="14100"/>
          <ac:picMkLst>
            <pc:docMk/>
            <pc:sldMk cId="3545647868" sldId="1167"/>
            <ac:picMk id="8" creationId="{826ABE34-9F15-61F7-A056-683EC09C5872}"/>
          </ac:picMkLst>
        </pc:picChg>
      </pc:sldChg>
      <pc:sldChg chg="addSp delSp modSp add del mod">
        <pc:chgData name="Venkatesh Patil" userId="d9f36aa470552ec6" providerId="LiveId" clId="{1F0C1C64-C04D-48CB-8711-4A66D116FFE7}" dt="2024-01-12T22:37:09.276" v="30530" actId="47"/>
        <pc:sldMkLst>
          <pc:docMk/>
          <pc:sldMk cId="1403270765" sldId="1168"/>
        </pc:sldMkLst>
        <pc:spChg chg="mod">
          <ac:chgData name="Venkatesh Patil" userId="d9f36aa470552ec6" providerId="LiveId" clId="{1F0C1C64-C04D-48CB-8711-4A66D116FFE7}" dt="2024-01-10T19:44:59.411" v="13242" actId="20577"/>
          <ac:spMkLst>
            <pc:docMk/>
            <pc:sldMk cId="1403270765" sldId="1168"/>
            <ac:spMk id="3" creationId="{E2B2E24C-621E-60FD-8622-E48AFEA72431}"/>
          </ac:spMkLst>
        </pc:spChg>
        <pc:picChg chg="del">
          <ac:chgData name="Venkatesh Patil" userId="d9f36aa470552ec6" providerId="LiveId" clId="{1F0C1C64-C04D-48CB-8711-4A66D116FFE7}" dt="2024-01-10T19:43:58.768" v="13220" actId="478"/>
          <ac:picMkLst>
            <pc:docMk/>
            <pc:sldMk cId="1403270765" sldId="1168"/>
            <ac:picMk id="8" creationId="{826ABE34-9F15-61F7-A056-683EC09C5872}"/>
          </ac:picMkLst>
        </pc:picChg>
        <pc:picChg chg="add mod">
          <ac:chgData name="Venkatesh Patil" userId="d9f36aa470552ec6" providerId="LiveId" clId="{1F0C1C64-C04D-48CB-8711-4A66D116FFE7}" dt="2024-01-10T19:44:08.156" v="13224" actId="1440"/>
          <ac:picMkLst>
            <pc:docMk/>
            <pc:sldMk cId="1403270765" sldId="1168"/>
            <ac:picMk id="11" creationId="{5CE9CF28-47C3-6359-99F8-70D88433AA01}"/>
          </ac:picMkLst>
        </pc:picChg>
      </pc:sldChg>
      <pc:sldChg chg="modSp add del mod">
        <pc:chgData name="Venkatesh Patil" userId="d9f36aa470552ec6" providerId="LiveId" clId="{1F0C1C64-C04D-48CB-8711-4A66D116FFE7}" dt="2024-01-10T19:38:15.322" v="13025" actId="47"/>
        <pc:sldMkLst>
          <pc:docMk/>
          <pc:sldMk cId="3727422924" sldId="1168"/>
        </pc:sldMkLst>
        <pc:spChg chg="mod">
          <ac:chgData name="Venkatesh Patil" userId="d9f36aa470552ec6" providerId="LiveId" clId="{1F0C1C64-C04D-48CB-8711-4A66D116FFE7}" dt="2024-01-10T19:38:07.695" v="13024" actId="20577"/>
          <ac:spMkLst>
            <pc:docMk/>
            <pc:sldMk cId="3727422924" sldId="1168"/>
            <ac:spMk id="2" creationId="{99E8BF50-85F7-89D0-EDC7-AEB9D4C67745}"/>
          </ac:spMkLst>
        </pc:spChg>
      </pc:sldChg>
      <pc:sldChg chg="addSp delSp modSp add del mod replId addAnim delAnim modAnim">
        <pc:chgData name="Venkatesh Patil" userId="d9f36aa470552ec6" providerId="LiveId" clId="{1F0C1C64-C04D-48CB-8711-4A66D116FFE7}" dt="2024-01-12T22:37:10.070" v="30531" actId="47"/>
        <pc:sldMkLst>
          <pc:docMk/>
          <pc:sldMk cId="223011495" sldId="1169"/>
        </pc:sldMkLst>
        <pc:spChg chg="mod">
          <ac:chgData name="Venkatesh Patil" userId="d9f36aa470552ec6" providerId="LiveId" clId="{1F0C1C64-C04D-48CB-8711-4A66D116FFE7}" dt="2024-01-10T19:45:30.250" v="13255" actId="20577"/>
          <ac:spMkLst>
            <pc:docMk/>
            <pc:sldMk cId="223011495" sldId="1169"/>
            <ac:spMk id="3" creationId="{E2B2E24C-621E-60FD-8622-E48AFEA72431}"/>
          </ac:spMkLst>
        </pc:spChg>
        <pc:spChg chg="mod">
          <ac:chgData name="Venkatesh Patil" userId="d9f36aa470552ec6" providerId="LiveId" clId="{1F0C1C64-C04D-48CB-8711-4A66D116FFE7}" dt="2024-01-10T19:50:04.694" v="13607" actId="27636"/>
          <ac:spMkLst>
            <pc:docMk/>
            <pc:sldMk cId="223011495" sldId="1169"/>
            <ac:spMk id="9" creationId="{4AB782C1-32B3-AE84-56E5-0CE981BC61DB}"/>
          </ac:spMkLst>
        </pc:spChg>
        <pc:spChg chg="add del mod">
          <ac:chgData name="Venkatesh Patil" userId="d9f36aa470552ec6" providerId="LiveId" clId="{1F0C1C64-C04D-48CB-8711-4A66D116FFE7}" dt="2024-01-10T19:53:29.751" v="13662" actId="20577"/>
          <ac:spMkLst>
            <pc:docMk/>
            <pc:sldMk cId="223011495" sldId="1169"/>
            <ac:spMk id="10" creationId="{C3838ED3-43E2-D414-7722-0BF5D819D9C4}"/>
          </ac:spMkLst>
        </pc:spChg>
        <pc:picChg chg="del">
          <ac:chgData name="Venkatesh Patil" userId="d9f36aa470552ec6" providerId="LiveId" clId="{1F0C1C64-C04D-48CB-8711-4A66D116FFE7}" dt="2024-01-10T19:45:21.478" v="13243" actId="478"/>
          <ac:picMkLst>
            <pc:docMk/>
            <pc:sldMk cId="223011495" sldId="1169"/>
            <ac:picMk id="8" creationId="{826ABE34-9F15-61F7-A056-683EC09C5872}"/>
          </ac:picMkLst>
        </pc:picChg>
        <pc:picChg chg="add mod">
          <ac:chgData name="Venkatesh Patil" userId="d9f36aa470552ec6" providerId="LiveId" clId="{1F0C1C64-C04D-48CB-8711-4A66D116FFE7}" dt="2024-01-10T19:45:21.692" v="13244"/>
          <ac:picMkLst>
            <pc:docMk/>
            <pc:sldMk cId="223011495" sldId="1169"/>
            <ac:picMk id="11" creationId="{FEDBCC05-435F-D613-A8A2-7F5F90BFB5B3}"/>
          </ac:picMkLst>
        </pc:picChg>
      </pc:sldChg>
      <pc:sldChg chg="addSp delSp modSp add del mod replId modAnim">
        <pc:chgData name="Venkatesh Patil" userId="d9f36aa470552ec6" providerId="LiveId" clId="{1F0C1C64-C04D-48CB-8711-4A66D116FFE7}" dt="2024-01-12T22:37:12.105" v="30532" actId="47"/>
        <pc:sldMkLst>
          <pc:docMk/>
          <pc:sldMk cId="3204172077" sldId="1170"/>
        </pc:sldMkLst>
        <pc:spChg chg="add mod">
          <ac:chgData name="Venkatesh Patil" userId="d9f36aa470552ec6" providerId="LiveId" clId="{1F0C1C64-C04D-48CB-8711-4A66D116FFE7}" dt="2024-01-10T19:56:37.728" v="14106" actId="20577"/>
          <ac:spMkLst>
            <pc:docMk/>
            <pc:sldMk cId="3204172077" sldId="1170"/>
            <ac:spMk id="11" creationId="{79B4C56B-165B-6E1E-6474-0C3DAFFFBEFC}"/>
          </ac:spMkLst>
        </pc:spChg>
        <pc:spChg chg="add mod">
          <ac:chgData name="Venkatesh Patil" userId="d9f36aa470552ec6" providerId="LiveId" clId="{1F0C1C64-C04D-48CB-8711-4A66D116FFE7}" dt="2024-01-10T19:57:27.250" v="14135" actId="5793"/>
          <ac:spMkLst>
            <pc:docMk/>
            <pc:sldMk cId="3204172077" sldId="1170"/>
            <ac:spMk id="12" creationId="{EFB43368-E875-DD5D-E612-49EEB2C792D5}"/>
          </ac:spMkLst>
        </pc:spChg>
        <pc:spChg chg="add del mod">
          <ac:chgData name="Venkatesh Patil" userId="d9f36aa470552ec6" providerId="LiveId" clId="{1F0C1C64-C04D-48CB-8711-4A66D116FFE7}" dt="2024-01-10T19:57:07.755" v="14109" actId="20577"/>
          <ac:spMkLst>
            <pc:docMk/>
            <pc:sldMk cId="3204172077" sldId="1170"/>
            <ac:spMk id="19" creationId="{F5526F0A-0DC4-AB86-46DF-9990F7D2277C}"/>
          </ac:spMkLst>
        </pc:spChg>
        <pc:picChg chg="add del mod">
          <ac:chgData name="Venkatesh Patil" userId="d9f36aa470552ec6" providerId="LiveId" clId="{1F0C1C64-C04D-48CB-8711-4A66D116FFE7}" dt="2024-01-10T19:53:39.225" v="13664" actId="478"/>
          <ac:picMkLst>
            <pc:docMk/>
            <pc:sldMk cId="3204172077" sldId="1170"/>
            <ac:picMk id="8" creationId="{FA64CE5F-1D3B-C637-8689-39F53F2E24F8}"/>
          </ac:picMkLst>
        </pc:picChg>
        <pc:picChg chg="add del mod">
          <ac:chgData name="Venkatesh Patil" userId="d9f36aa470552ec6" providerId="LiveId" clId="{1F0C1C64-C04D-48CB-8711-4A66D116FFE7}" dt="2024-01-10T19:53:49.969" v="13667" actId="478"/>
          <ac:picMkLst>
            <pc:docMk/>
            <pc:sldMk cId="3204172077" sldId="1170"/>
            <ac:picMk id="10" creationId="{92FAC648-1952-CBDB-10CC-879754D071F2}"/>
          </ac:picMkLst>
        </pc:picChg>
        <pc:picChg chg="del">
          <ac:chgData name="Venkatesh Patil" userId="d9f36aa470552ec6" providerId="LiveId" clId="{1F0C1C64-C04D-48CB-8711-4A66D116FFE7}" dt="2024-01-10T19:50:29.801" v="13610" actId="478"/>
          <ac:picMkLst>
            <pc:docMk/>
            <pc:sldMk cId="3204172077" sldId="1170"/>
            <ac:picMk id="14" creationId="{66EB3DC6-9654-1CE8-0E08-8138714BD52F}"/>
          </ac:picMkLst>
        </pc:picChg>
        <pc:picChg chg="del">
          <ac:chgData name="Venkatesh Patil" userId="d9f36aa470552ec6" providerId="LiveId" clId="{1F0C1C64-C04D-48CB-8711-4A66D116FFE7}" dt="2024-01-10T19:50:40.118" v="13614" actId="478"/>
          <ac:picMkLst>
            <pc:docMk/>
            <pc:sldMk cId="3204172077" sldId="1170"/>
            <ac:picMk id="18" creationId="{73F598AF-95EA-D533-5A6E-0952AF1297CC}"/>
          </ac:picMkLst>
        </pc:picChg>
      </pc:sldChg>
      <pc:sldChg chg="delSp add del mod">
        <pc:chgData name="Venkatesh Patil" userId="d9f36aa470552ec6" providerId="LiveId" clId="{1F0C1C64-C04D-48CB-8711-4A66D116FFE7}" dt="2024-01-12T22:37:13.561" v="30533" actId="47"/>
        <pc:sldMkLst>
          <pc:docMk/>
          <pc:sldMk cId="3320699078" sldId="1171"/>
        </pc:sldMkLst>
        <pc:spChg chg="del">
          <ac:chgData name="Venkatesh Patil" userId="d9f36aa470552ec6" providerId="LiveId" clId="{1F0C1C64-C04D-48CB-8711-4A66D116FFE7}" dt="2024-01-10T19:57:49.196" v="14136" actId="478"/>
          <ac:spMkLst>
            <pc:docMk/>
            <pc:sldMk cId="3320699078" sldId="1171"/>
            <ac:spMk id="19" creationId="{F5526F0A-0DC4-AB86-46DF-9990F7D2277C}"/>
          </ac:spMkLst>
        </pc:spChg>
      </pc:sldChg>
      <pc:sldChg chg="addSp delSp modSp add del mod">
        <pc:chgData name="Venkatesh Patil" userId="d9f36aa470552ec6" providerId="LiveId" clId="{1F0C1C64-C04D-48CB-8711-4A66D116FFE7}" dt="2024-01-12T22:41:43.715" v="30981" actId="47"/>
        <pc:sldMkLst>
          <pc:docMk/>
          <pc:sldMk cId="1894374521" sldId="1172"/>
        </pc:sldMkLst>
        <pc:spChg chg="del">
          <ac:chgData name="Venkatesh Patil" userId="d9f36aa470552ec6" providerId="LiveId" clId="{1F0C1C64-C04D-48CB-8711-4A66D116FFE7}" dt="2024-01-10T20:06:54.161" v="14433" actId="478"/>
          <ac:spMkLst>
            <pc:docMk/>
            <pc:sldMk cId="1894374521" sldId="1172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0T20:06:55.677" v="14434" actId="478"/>
          <ac:spMkLst>
            <pc:docMk/>
            <pc:sldMk cId="1894374521" sldId="1172"/>
            <ac:spMk id="10" creationId="{91C8391B-0124-FF05-27FE-945A9A44E3B8}"/>
          </ac:spMkLst>
        </pc:spChg>
        <pc:grpChg chg="del">
          <ac:chgData name="Venkatesh Patil" userId="d9f36aa470552ec6" providerId="LiveId" clId="{1F0C1C64-C04D-48CB-8711-4A66D116FFE7}" dt="2024-01-10T20:06:56.317" v="14435" actId="478"/>
          <ac:grpSpMkLst>
            <pc:docMk/>
            <pc:sldMk cId="1894374521" sldId="1172"/>
            <ac:grpSpMk id="14" creationId="{7BBCE75F-CC5C-81A7-1D99-5B457927B849}"/>
          </ac:grpSpMkLst>
        </pc:grpChg>
        <pc:picChg chg="add mod">
          <ac:chgData name="Venkatesh Patil" userId="d9f36aa470552ec6" providerId="LiveId" clId="{1F0C1C64-C04D-48CB-8711-4A66D116FFE7}" dt="2024-01-10T20:10:02.474" v="14438" actId="1076"/>
          <ac:picMkLst>
            <pc:docMk/>
            <pc:sldMk cId="1894374521" sldId="1172"/>
            <ac:picMk id="15" creationId="{495AC514-0FF9-B8F2-0213-36CE6BDD01A6}"/>
          </ac:picMkLst>
        </pc:picChg>
      </pc:sldChg>
      <pc:sldChg chg="addSp delSp modSp add del mod">
        <pc:chgData name="Venkatesh Patil" userId="d9f36aa470552ec6" providerId="LiveId" clId="{1F0C1C64-C04D-48CB-8711-4A66D116FFE7}" dt="2024-01-12T22:41:44.612" v="30982" actId="47"/>
        <pc:sldMkLst>
          <pc:docMk/>
          <pc:sldMk cId="3059592986" sldId="1173"/>
        </pc:sldMkLst>
        <pc:spChg chg="mod">
          <ac:chgData name="Venkatesh Patil" userId="d9f36aa470552ec6" providerId="LiveId" clId="{1F0C1C64-C04D-48CB-8711-4A66D116FFE7}" dt="2024-01-10T20:11:10.984" v="14510" actId="20577"/>
          <ac:spMkLst>
            <pc:docMk/>
            <pc:sldMk cId="3059592986" sldId="1173"/>
            <ac:spMk id="2" creationId="{99E8BF50-85F7-89D0-EDC7-AEB9D4C67745}"/>
          </ac:spMkLst>
        </pc:spChg>
        <pc:picChg chg="add mod">
          <ac:chgData name="Venkatesh Patil" userId="d9f36aa470552ec6" providerId="LiveId" clId="{1F0C1C64-C04D-48CB-8711-4A66D116FFE7}" dt="2024-01-10T20:12:09.632" v="14518" actId="1440"/>
          <ac:picMkLst>
            <pc:docMk/>
            <pc:sldMk cId="3059592986" sldId="1173"/>
            <ac:picMk id="8" creationId="{5C1C668A-9C4C-CAB8-5F37-64FC0D68C6E6}"/>
          </ac:picMkLst>
        </pc:picChg>
        <pc:picChg chg="add mod">
          <ac:chgData name="Venkatesh Patil" userId="d9f36aa470552ec6" providerId="LiveId" clId="{1F0C1C64-C04D-48CB-8711-4A66D116FFE7}" dt="2024-01-10T20:12:13.685" v="14519" actId="1440"/>
          <ac:picMkLst>
            <pc:docMk/>
            <pc:sldMk cId="3059592986" sldId="1173"/>
            <ac:picMk id="10" creationId="{43881D26-1D64-6F6E-C0FD-8AC103B2C32A}"/>
          </ac:picMkLst>
        </pc:picChg>
        <pc:picChg chg="del">
          <ac:chgData name="Venkatesh Patil" userId="d9f36aa470552ec6" providerId="LiveId" clId="{1F0C1C64-C04D-48CB-8711-4A66D116FFE7}" dt="2024-01-10T20:11:14.166" v="14511" actId="478"/>
          <ac:picMkLst>
            <pc:docMk/>
            <pc:sldMk cId="3059592986" sldId="1173"/>
            <ac:picMk id="15" creationId="{495AC514-0FF9-B8F2-0213-36CE6BDD01A6}"/>
          </ac:picMkLst>
        </pc:picChg>
      </pc:sldChg>
      <pc:sldChg chg="addSp delSp modSp add del mod">
        <pc:chgData name="Venkatesh Patil" userId="d9f36aa470552ec6" providerId="LiveId" clId="{1F0C1C64-C04D-48CB-8711-4A66D116FFE7}" dt="2024-01-12T22:41:45.326" v="30983" actId="47"/>
        <pc:sldMkLst>
          <pc:docMk/>
          <pc:sldMk cId="712798053" sldId="1174"/>
        </pc:sldMkLst>
        <pc:spChg chg="mod">
          <ac:chgData name="Venkatesh Patil" userId="d9f36aa470552ec6" providerId="LiveId" clId="{1F0C1C64-C04D-48CB-8711-4A66D116FFE7}" dt="2024-01-10T20:13:50.717" v="14554" actId="20577"/>
          <ac:spMkLst>
            <pc:docMk/>
            <pc:sldMk cId="712798053" sldId="1174"/>
            <ac:spMk id="2" creationId="{99E8BF50-85F7-89D0-EDC7-AEB9D4C67745}"/>
          </ac:spMkLst>
        </pc:spChg>
        <pc:spChg chg="add mod">
          <ac:chgData name="Venkatesh Patil" userId="d9f36aa470552ec6" providerId="LiveId" clId="{1F0C1C64-C04D-48CB-8711-4A66D116FFE7}" dt="2024-01-10T20:17:00.368" v="14720" actId="207"/>
          <ac:spMkLst>
            <pc:docMk/>
            <pc:sldMk cId="712798053" sldId="1174"/>
            <ac:spMk id="11" creationId="{B44D4568-A6A8-DBB2-AB21-F4AE9686E29D}"/>
          </ac:spMkLst>
        </pc:spChg>
        <pc:picChg chg="del">
          <ac:chgData name="Venkatesh Patil" userId="d9f36aa470552ec6" providerId="LiveId" clId="{1F0C1C64-C04D-48CB-8711-4A66D116FFE7}" dt="2024-01-10T20:13:53.619" v="14555" actId="478"/>
          <ac:picMkLst>
            <pc:docMk/>
            <pc:sldMk cId="712798053" sldId="1174"/>
            <ac:picMk id="8" creationId="{5C1C668A-9C4C-CAB8-5F37-64FC0D68C6E6}"/>
          </ac:picMkLst>
        </pc:picChg>
        <pc:picChg chg="add mod">
          <ac:chgData name="Venkatesh Patil" userId="d9f36aa470552ec6" providerId="LiveId" clId="{1F0C1C64-C04D-48CB-8711-4A66D116FFE7}" dt="2024-01-10T20:14:14.478" v="14561" actId="1076"/>
          <ac:picMkLst>
            <pc:docMk/>
            <pc:sldMk cId="712798053" sldId="1174"/>
            <ac:picMk id="9" creationId="{8DFDA503-6652-5909-D1A6-8952D7C9AF28}"/>
          </ac:picMkLst>
        </pc:picChg>
        <pc:picChg chg="del">
          <ac:chgData name="Venkatesh Patil" userId="d9f36aa470552ec6" providerId="LiveId" clId="{1F0C1C64-C04D-48CB-8711-4A66D116FFE7}" dt="2024-01-10T20:13:54.516" v="14556" actId="478"/>
          <ac:picMkLst>
            <pc:docMk/>
            <pc:sldMk cId="712798053" sldId="1174"/>
            <ac:picMk id="10" creationId="{43881D26-1D64-6F6E-C0FD-8AC103B2C32A}"/>
          </ac:picMkLst>
        </pc:picChg>
      </pc:sldChg>
      <pc:sldChg chg="addSp modSp add del mod ord">
        <pc:chgData name="Venkatesh Patil" userId="d9f36aa470552ec6" providerId="LiveId" clId="{1F0C1C64-C04D-48CB-8711-4A66D116FFE7}" dt="2024-01-12T22:37:19.267" v="30535" actId="47"/>
        <pc:sldMkLst>
          <pc:docMk/>
          <pc:sldMk cId="2130765805" sldId="1175"/>
        </pc:sldMkLst>
        <pc:spChg chg="add mod">
          <ac:chgData name="Venkatesh Patil" userId="d9f36aa470552ec6" providerId="LiveId" clId="{1F0C1C64-C04D-48CB-8711-4A66D116FFE7}" dt="2024-01-10T20:19:58.036" v="14790" actId="1076"/>
          <ac:spMkLst>
            <pc:docMk/>
            <pc:sldMk cId="2130765805" sldId="1175"/>
            <ac:spMk id="2" creationId="{88547984-92F9-1231-D1C7-A5C80D0AF0DF}"/>
          </ac:spMkLst>
        </pc:spChg>
        <pc:spChg chg="mod">
          <ac:chgData name="Venkatesh Patil" userId="d9f36aa470552ec6" providerId="LiveId" clId="{1F0C1C64-C04D-48CB-8711-4A66D116FFE7}" dt="2024-01-10T20:19:54.181" v="14789" actId="255"/>
          <ac:spMkLst>
            <pc:docMk/>
            <pc:sldMk cId="2130765805" sldId="1175"/>
            <ac:spMk id="13314" creationId="{00000000-0000-0000-0000-000000000000}"/>
          </ac:spMkLst>
        </pc:spChg>
      </pc:sldChg>
      <pc:sldChg chg="modSp add del mod">
        <pc:chgData name="Venkatesh Patil" userId="d9f36aa470552ec6" providerId="LiveId" clId="{1F0C1C64-C04D-48CB-8711-4A66D116FFE7}" dt="2024-01-12T22:41:58.117" v="30984" actId="47"/>
        <pc:sldMkLst>
          <pc:docMk/>
          <pc:sldMk cId="3351613465" sldId="1176"/>
        </pc:sldMkLst>
        <pc:spChg chg="mod">
          <ac:chgData name="Venkatesh Patil" userId="d9f36aa470552ec6" providerId="LiveId" clId="{1F0C1C64-C04D-48CB-8711-4A66D116FFE7}" dt="2024-01-10T20:52:36.675" v="15385" actId="20577"/>
          <ac:spMkLst>
            <pc:docMk/>
            <pc:sldMk cId="3351613465" sldId="1176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0T21:13:08.715" v="16249" actId="20577"/>
          <ac:spMkLst>
            <pc:docMk/>
            <pc:sldMk cId="3351613465" sldId="1176"/>
            <ac:spMk id="3" creationId="{E2B2E24C-621E-60FD-8622-E48AFEA72431}"/>
          </ac:spMkLst>
        </pc:spChg>
      </pc:sldChg>
      <pc:sldChg chg="addSp delSp modSp add del mod modNotesTx">
        <pc:chgData name="Venkatesh Patil" userId="d9f36aa470552ec6" providerId="LiveId" clId="{1F0C1C64-C04D-48CB-8711-4A66D116FFE7}" dt="2024-01-11T17:30:26.289" v="22635" actId="47"/>
        <pc:sldMkLst>
          <pc:docMk/>
          <pc:sldMk cId="35725588" sldId="1177"/>
        </pc:sldMkLst>
        <pc:spChg chg="mod">
          <ac:chgData name="Venkatesh Patil" userId="d9f36aa470552ec6" providerId="LiveId" clId="{1F0C1C64-C04D-48CB-8711-4A66D116FFE7}" dt="2024-01-10T20:55:20.580" v="15414" actId="20577"/>
          <ac:spMkLst>
            <pc:docMk/>
            <pc:sldMk cId="35725588" sldId="1177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10T20:55:26.642" v="15418" actId="478"/>
          <ac:spMkLst>
            <pc:docMk/>
            <pc:sldMk cId="35725588" sldId="1177"/>
            <ac:spMk id="41" creationId="{0F79550C-3DA6-EA2A-5434-8B4BCF38AF9A}"/>
          </ac:spMkLst>
        </pc:spChg>
        <pc:spChg chg="del mod">
          <ac:chgData name="Venkatesh Patil" userId="d9f36aa470552ec6" providerId="LiveId" clId="{1F0C1C64-C04D-48CB-8711-4A66D116FFE7}" dt="2024-01-10T20:55:29.086" v="15421" actId="478"/>
          <ac:spMkLst>
            <pc:docMk/>
            <pc:sldMk cId="35725588" sldId="1177"/>
            <ac:spMk id="42" creationId="{043CC51F-5C9F-3179-4C67-CB77A4B48E11}"/>
          </ac:spMkLst>
        </pc:spChg>
        <pc:spChg chg="del">
          <ac:chgData name="Venkatesh Patil" userId="d9f36aa470552ec6" providerId="LiveId" clId="{1F0C1C64-C04D-48CB-8711-4A66D116FFE7}" dt="2024-01-10T20:55:27.611" v="15419" actId="478"/>
          <ac:spMkLst>
            <pc:docMk/>
            <pc:sldMk cId="35725588" sldId="1177"/>
            <ac:spMk id="43" creationId="{A8609790-6C8B-7647-34E5-A2A932C77CF7}"/>
          </ac:spMkLst>
        </pc:spChg>
        <pc:spChg chg="del mod">
          <ac:chgData name="Venkatesh Patil" userId="d9f36aa470552ec6" providerId="LiveId" clId="{1F0C1C64-C04D-48CB-8711-4A66D116FFE7}" dt="2024-01-10T20:55:32.823" v="15423" actId="478"/>
          <ac:spMkLst>
            <pc:docMk/>
            <pc:sldMk cId="35725588" sldId="1177"/>
            <ac:spMk id="44" creationId="{B1E18A60-A41B-3F09-5EE2-5169362CD014}"/>
          </ac:spMkLst>
        </pc:spChg>
        <pc:spChg chg="del">
          <ac:chgData name="Venkatesh Patil" userId="d9f36aa470552ec6" providerId="LiveId" clId="{1F0C1C64-C04D-48CB-8711-4A66D116FFE7}" dt="2024-01-10T20:55:34.178" v="15424" actId="478"/>
          <ac:spMkLst>
            <pc:docMk/>
            <pc:sldMk cId="35725588" sldId="1177"/>
            <ac:spMk id="51" creationId="{5688020B-B1F2-87A8-BDC1-A3DB59DAE56F}"/>
          </ac:spMkLst>
        </pc:spChg>
        <pc:spChg chg="del">
          <ac:chgData name="Venkatesh Patil" userId="d9f36aa470552ec6" providerId="LiveId" clId="{1F0C1C64-C04D-48CB-8711-4A66D116FFE7}" dt="2024-01-10T20:55:35.844" v="15425" actId="478"/>
          <ac:spMkLst>
            <pc:docMk/>
            <pc:sldMk cId="35725588" sldId="1177"/>
            <ac:spMk id="52" creationId="{7C878EF3-0972-A0EF-DF63-BBD7073D2022}"/>
          </ac:spMkLst>
        </pc:spChg>
        <pc:spChg chg="del">
          <ac:chgData name="Venkatesh Patil" userId="d9f36aa470552ec6" providerId="LiveId" clId="{1F0C1C64-C04D-48CB-8711-4A66D116FFE7}" dt="2024-01-10T20:55:37.044" v="15426" actId="478"/>
          <ac:spMkLst>
            <pc:docMk/>
            <pc:sldMk cId="35725588" sldId="1177"/>
            <ac:spMk id="54" creationId="{2D184DDD-BFF8-C57F-4208-9D753FE8F070}"/>
          </ac:spMkLst>
        </pc:spChg>
        <pc:picChg chg="add del mod">
          <ac:chgData name="Venkatesh Patil" userId="d9f36aa470552ec6" providerId="LiveId" clId="{1F0C1C64-C04D-48CB-8711-4A66D116FFE7}" dt="2024-01-10T21:01:18.109" v="15438" actId="478"/>
          <ac:picMkLst>
            <pc:docMk/>
            <pc:sldMk cId="35725588" sldId="1177"/>
            <ac:picMk id="3" creationId="{ED2A693D-9519-FA68-6498-F496EFFD7F33}"/>
          </ac:picMkLst>
        </pc:picChg>
        <pc:picChg chg="add del mod">
          <ac:chgData name="Venkatesh Patil" userId="d9f36aa470552ec6" providerId="LiveId" clId="{1F0C1C64-C04D-48CB-8711-4A66D116FFE7}" dt="2024-01-10T21:01:26.005" v="15442" actId="478"/>
          <ac:picMkLst>
            <pc:docMk/>
            <pc:sldMk cId="35725588" sldId="1177"/>
            <ac:picMk id="9" creationId="{588E0A70-B327-4340-2011-CA448E8415D7}"/>
          </ac:picMkLst>
        </pc:picChg>
        <pc:picChg chg="add mod">
          <ac:chgData name="Venkatesh Patil" userId="d9f36aa470552ec6" providerId="LiveId" clId="{1F0C1C64-C04D-48CB-8711-4A66D116FFE7}" dt="2024-01-10T21:03:55.729" v="15445" actId="1076"/>
          <ac:picMkLst>
            <pc:docMk/>
            <pc:sldMk cId="35725588" sldId="1177"/>
            <ac:picMk id="11" creationId="{E150D0EB-FCDC-140A-E3D5-9772737B3F85}"/>
          </ac:picMkLst>
        </pc:picChg>
        <pc:picChg chg="del">
          <ac:chgData name="Venkatesh Patil" userId="d9f36aa470552ec6" providerId="LiveId" clId="{1F0C1C64-C04D-48CB-8711-4A66D116FFE7}" dt="2024-01-10T20:55:24.347" v="15415" actId="478"/>
          <ac:picMkLst>
            <pc:docMk/>
            <pc:sldMk cId="35725588" sldId="1177"/>
            <ac:picMk id="35" creationId="{AA906002-DD26-A27E-AA5E-16987F1F965A}"/>
          </ac:picMkLst>
        </pc:picChg>
        <pc:picChg chg="del">
          <ac:chgData name="Venkatesh Patil" userId="d9f36aa470552ec6" providerId="LiveId" clId="{1F0C1C64-C04D-48CB-8711-4A66D116FFE7}" dt="2024-01-10T20:55:25.285" v="15416" actId="478"/>
          <ac:picMkLst>
            <pc:docMk/>
            <pc:sldMk cId="35725588" sldId="1177"/>
            <ac:picMk id="37" creationId="{C6CBAAD1-18A0-382D-F689-DBC96028AC88}"/>
          </ac:picMkLst>
        </pc:picChg>
      </pc:sldChg>
      <pc:sldChg chg="addSp delSp modSp add del mod">
        <pc:chgData name="Venkatesh Patil" userId="d9f36aa470552ec6" providerId="LiveId" clId="{1F0C1C64-C04D-48CB-8711-4A66D116FFE7}" dt="2024-01-13T17:43:04.738" v="39188" actId="47"/>
        <pc:sldMkLst>
          <pc:docMk/>
          <pc:sldMk cId="1788132800" sldId="1178"/>
        </pc:sldMkLst>
        <pc:spChg chg="mod">
          <ac:chgData name="Venkatesh Patil" userId="d9f36aa470552ec6" providerId="LiveId" clId="{1F0C1C64-C04D-48CB-8711-4A66D116FFE7}" dt="2024-01-10T21:13:23.694" v="16256" actId="20577"/>
          <ac:spMkLst>
            <pc:docMk/>
            <pc:sldMk cId="1788132800" sldId="1178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2T22:47:39.973" v="31108" actId="207"/>
          <ac:spMkLst>
            <pc:docMk/>
            <pc:sldMk cId="1788132800" sldId="1178"/>
            <ac:spMk id="3" creationId="{E2B2E24C-621E-60FD-8622-E48AFEA72431}"/>
          </ac:spMkLst>
        </pc:spChg>
        <pc:grpChg chg="add mod">
          <ac:chgData name="Venkatesh Patil" userId="d9f36aa470552ec6" providerId="LiveId" clId="{1F0C1C64-C04D-48CB-8711-4A66D116FFE7}" dt="2024-01-12T22:46:53.250" v="31104" actId="164"/>
          <ac:grpSpMkLst>
            <pc:docMk/>
            <pc:sldMk cId="1788132800" sldId="1178"/>
            <ac:grpSpMk id="15" creationId="{E311691B-187F-A755-5810-D61110CDC4BA}"/>
          </ac:grpSpMkLst>
        </pc:grpChg>
        <pc:picChg chg="add mod ord">
          <ac:chgData name="Venkatesh Patil" userId="d9f36aa470552ec6" providerId="LiveId" clId="{1F0C1C64-C04D-48CB-8711-4A66D116FFE7}" dt="2024-01-12T22:46:53.250" v="31104" actId="164"/>
          <ac:picMkLst>
            <pc:docMk/>
            <pc:sldMk cId="1788132800" sldId="1178"/>
            <ac:picMk id="9" creationId="{53CA394B-1723-17DF-9206-30D72D6A4266}"/>
          </ac:picMkLst>
        </pc:picChg>
        <pc:picChg chg="add mod">
          <ac:chgData name="Venkatesh Patil" userId="d9f36aa470552ec6" providerId="LiveId" clId="{1F0C1C64-C04D-48CB-8711-4A66D116FFE7}" dt="2024-01-12T22:46:53.250" v="31104" actId="164"/>
          <ac:picMkLst>
            <pc:docMk/>
            <pc:sldMk cId="1788132800" sldId="1178"/>
            <ac:picMk id="10" creationId="{83781F04-5A2C-6ADD-0FB4-6E76D4E76B60}"/>
          </ac:picMkLst>
        </pc:picChg>
        <pc:picChg chg="add del mod">
          <ac:chgData name="Venkatesh Patil" userId="d9f36aa470552ec6" providerId="LiveId" clId="{1F0C1C64-C04D-48CB-8711-4A66D116FFE7}" dt="2024-01-12T22:45:55.047" v="31094" actId="478"/>
          <ac:picMkLst>
            <pc:docMk/>
            <pc:sldMk cId="1788132800" sldId="1178"/>
            <ac:picMk id="12" creationId="{C57215C5-74DE-F995-D535-03B58B4289F9}"/>
          </ac:picMkLst>
        </pc:picChg>
        <pc:picChg chg="add mod">
          <ac:chgData name="Venkatesh Patil" userId="d9f36aa470552ec6" providerId="LiveId" clId="{1F0C1C64-C04D-48CB-8711-4A66D116FFE7}" dt="2024-01-12T22:46:53.250" v="31104" actId="164"/>
          <ac:picMkLst>
            <pc:docMk/>
            <pc:sldMk cId="1788132800" sldId="1178"/>
            <ac:picMk id="14" creationId="{7BD1731B-4881-64DE-2870-91D265323EEC}"/>
          </ac:picMkLst>
        </pc:picChg>
      </pc:sldChg>
      <pc:sldChg chg="addSp delSp modSp add mod ord modAnim">
        <pc:chgData name="Venkatesh Patil" userId="d9f36aa470552ec6" providerId="LiveId" clId="{1F0C1C64-C04D-48CB-8711-4A66D116FFE7}" dt="2024-01-13T17:47:34.811" v="39311"/>
        <pc:sldMkLst>
          <pc:docMk/>
          <pc:sldMk cId="2766038184" sldId="1179"/>
        </pc:sldMkLst>
        <pc:spChg chg="mod">
          <ac:chgData name="Venkatesh Patil" userId="d9f36aa470552ec6" providerId="LiveId" clId="{1F0C1C64-C04D-48CB-8711-4A66D116FFE7}" dt="2024-01-12T22:50:03.801" v="31380" actId="20577"/>
          <ac:spMkLst>
            <pc:docMk/>
            <pc:sldMk cId="2766038184" sldId="1179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17:47:25.524" v="39310" actId="20577"/>
          <ac:spMkLst>
            <pc:docMk/>
            <pc:sldMk cId="2766038184" sldId="1179"/>
            <ac:spMk id="3" creationId="{E2B2E24C-621E-60FD-8622-E48AFEA72431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8" creationId="{ABFA261C-28E3-369F-2341-9D6A5F018BD5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9" creationId="{C63E5A01-BD1A-39DD-E662-AC96EED29692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10" creationId="{3D7FCDC9-29E3-4E49-8321-15A96AB487D2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11" creationId="{99D24E58-4EA8-A5B9-89A4-3F378A549930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12" creationId="{201C1EE9-2EAE-608E-6F34-744C4DA4B5AF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13" creationId="{BCB7B1DB-5942-B2CA-FC2A-0B12455DFDE5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14" creationId="{0BB35DD5-A7C8-1E78-261B-6511BC8358D2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15" creationId="{7610DA67-AF0A-C63D-22A6-9EAB85A24B64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16" creationId="{A34520A3-50C7-95AC-B731-8AEECA88C79E}"/>
          </ac:spMkLst>
        </pc:spChg>
        <pc:spChg chg="add del">
          <ac:chgData name="Venkatesh Patil" userId="d9f36aa470552ec6" providerId="LiveId" clId="{1F0C1C64-C04D-48CB-8711-4A66D116FFE7}" dt="2024-01-13T00:04:32.009" v="31532" actId="11529"/>
          <ac:spMkLst>
            <pc:docMk/>
            <pc:sldMk cId="2766038184" sldId="1179"/>
            <ac:spMk id="17" creationId="{399D22F1-187A-3183-52CD-3B9B1BFB97BA}"/>
          </ac:spMkLst>
        </pc:spChg>
        <pc:spChg chg="add del mod">
          <ac:chgData name="Venkatesh Patil" userId="d9f36aa470552ec6" providerId="LiveId" clId="{1F0C1C64-C04D-48CB-8711-4A66D116FFE7}" dt="2024-01-13T00:04:59.338" v="31535" actId="478"/>
          <ac:spMkLst>
            <pc:docMk/>
            <pc:sldMk cId="2766038184" sldId="1179"/>
            <ac:spMk id="18" creationId="{1E6C97F2-1805-75C8-ABB3-7A24ACC6F980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24" creationId="{1DF26E41-F5EB-AD9B-9DDC-55C5CC6F8275}"/>
          </ac:spMkLst>
        </pc:spChg>
        <pc:spChg chg="add del">
          <ac:chgData name="Venkatesh Patil" userId="d9f36aa470552ec6" providerId="LiveId" clId="{1F0C1C64-C04D-48CB-8711-4A66D116FFE7}" dt="2024-01-13T00:06:14.435" v="31544" actId="11529"/>
          <ac:spMkLst>
            <pc:docMk/>
            <pc:sldMk cId="2766038184" sldId="1179"/>
            <ac:spMk id="25" creationId="{F402CF9C-D9B9-6045-2426-B6A222BBF76F}"/>
          </ac:spMkLst>
        </pc:spChg>
        <pc:spChg chg="add mod topLvl">
          <ac:chgData name="Venkatesh Patil" userId="d9f36aa470552ec6" providerId="LiveId" clId="{1F0C1C64-C04D-48CB-8711-4A66D116FFE7}" dt="2024-01-13T17:45:24.960" v="39239" actId="165"/>
          <ac:spMkLst>
            <pc:docMk/>
            <pc:sldMk cId="2766038184" sldId="1179"/>
            <ac:spMk id="26" creationId="{E35CF8C8-6E4D-2C90-390B-5E7B7B0E21AD}"/>
          </ac:spMkLst>
        </pc:spChg>
        <pc:spChg chg="add">
          <ac:chgData name="Venkatesh Patil" userId="d9f36aa470552ec6" providerId="LiveId" clId="{1F0C1C64-C04D-48CB-8711-4A66D116FFE7}" dt="2024-01-13T00:10:52.989" v="31733" actId="11529"/>
          <ac:spMkLst>
            <pc:docMk/>
            <pc:sldMk cId="2766038184" sldId="1179"/>
            <ac:spMk id="28" creationId="{C7FA9693-1AAA-ADC5-ED6C-72A9E2DC7665}"/>
          </ac:spMkLst>
        </pc:spChg>
        <pc:spChg chg="add mod topLvl">
          <ac:chgData name="Venkatesh Patil" userId="d9f36aa470552ec6" providerId="LiveId" clId="{1F0C1C64-C04D-48CB-8711-4A66D116FFE7}" dt="2024-01-13T17:45:17.974" v="39238" actId="165"/>
          <ac:spMkLst>
            <pc:docMk/>
            <pc:sldMk cId="2766038184" sldId="1179"/>
            <ac:spMk id="29" creationId="{D3F84762-4DC5-DAB8-DA86-F148C452084D}"/>
          </ac:spMkLst>
        </pc:spChg>
        <pc:grpChg chg="add del mod topLvl">
          <ac:chgData name="Venkatesh Patil" userId="d9f36aa470552ec6" providerId="LiveId" clId="{1F0C1C64-C04D-48CB-8711-4A66D116FFE7}" dt="2024-01-13T17:45:24.960" v="39239" actId="165"/>
          <ac:grpSpMkLst>
            <pc:docMk/>
            <pc:sldMk cId="2766038184" sldId="1179"/>
            <ac:grpSpMk id="27" creationId="{BDD0B635-8FB3-EF31-B79C-2149D74940AB}"/>
          </ac:grpSpMkLst>
        </pc:grpChg>
        <pc:grpChg chg="add del mod">
          <ac:chgData name="Venkatesh Patil" userId="d9f36aa470552ec6" providerId="LiveId" clId="{1F0C1C64-C04D-48CB-8711-4A66D116FFE7}" dt="2024-01-13T17:45:17.974" v="39238" actId="165"/>
          <ac:grpSpMkLst>
            <pc:docMk/>
            <pc:sldMk cId="2766038184" sldId="1179"/>
            <ac:grpSpMk id="30" creationId="{E0E47225-C565-2373-82CD-46862BFB2549}"/>
          </ac:grpSpMkLst>
        </pc:grpChg>
        <pc:picChg chg="del">
          <ac:chgData name="Venkatesh Patil" userId="d9f36aa470552ec6" providerId="LiveId" clId="{1F0C1C64-C04D-48CB-8711-4A66D116FFE7}" dt="2024-01-10T21:23:39.490" v="16663" actId="478"/>
          <ac:picMkLst>
            <pc:docMk/>
            <pc:sldMk cId="2766038184" sldId="1179"/>
            <ac:picMk id="9" creationId="{53CA394B-1723-17DF-9206-30D72D6A4266}"/>
          </ac:picMkLst>
        </pc:picChg>
        <pc:cxnChg chg="add del mod">
          <ac:chgData name="Venkatesh Patil" userId="d9f36aa470552ec6" providerId="LiveId" clId="{1F0C1C64-C04D-48CB-8711-4A66D116FFE7}" dt="2024-01-13T00:05:28.215" v="31540" actId="478"/>
          <ac:cxnSpMkLst>
            <pc:docMk/>
            <pc:sldMk cId="2766038184" sldId="1179"/>
            <ac:cxnSpMk id="20" creationId="{B183B132-9FAB-59DA-62D7-EBF1C832B214}"/>
          </ac:cxnSpMkLst>
        </pc:cxnChg>
      </pc:sldChg>
      <pc:sldChg chg="add del">
        <pc:chgData name="Venkatesh Patil" userId="d9f36aa470552ec6" providerId="LiveId" clId="{1F0C1C64-C04D-48CB-8711-4A66D116FFE7}" dt="2024-01-11T18:55:04.393" v="25981" actId="47"/>
        <pc:sldMkLst>
          <pc:docMk/>
          <pc:sldMk cId="656868957" sldId="1180"/>
        </pc:sldMkLst>
      </pc:sldChg>
      <pc:sldChg chg="addSp delSp modSp add del mod">
        <pc:chgData name="Venkatesh Patil" userId="d9f36aa470552ec6" providerId="LiveId" clId="{1F0C1C64-C04D-48CB-8711-4A66D116FFE7}" dt="2024-01-12T22:47:49.205" v="31109" actId="47"/>
        <pc:sldMkLst>
          <pc:docMk/>
          <pc:sldMk cId="2947726369" sldId="1181"/>
        </pc:sldMkLst>
        <pc:spChg chg="mod">
          <ac:chgData name="Venkatesh Patil" userId="d9f36aa470552ec6" providerId="LiveId" clId="{1F0C1C64-C04D-48CB-8711-4A66D116FFE7}" dt="2024-01-10T22:15:03.467" v="17025" actId="20577"/>
          <ac:spMkLst>
            <pc:docMk/>
            <pc:sldMk cId="2947726369" sldId="1181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10T22:15:10.791" v="17027" actId="478"/>
          <ac:spMkLst>
            <pc:docMk/>
            <pc:sldMk cId="2947726369" sldId="1181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0T22:15:14.673" v="17028" actId="478"/>
          <ac:spMkLst>
            <pc:docMk/>
            <pc:sldMk cId="2947726369" sldId="1181"/>
            <ac:spMk id="10" creationId="{84F36541-5467-B019-B35C-5BE57941A199}"/>
          </ac:spMkLst>
        </pc:spChg>
        <pc:spChg chg="add del mod">
          <ac:chgData name="Venkatesh Patil" userId="d9f36aa470552ec6" providerId="LiveId" clId="{1F0C1C64-C04D-48CB-8711-4A66D116FFE7}" dt="2024-01-10T22:19:32.482" v="17213" actId="478"/>
          <ac:spMkLst>
            <pc:docMk/>
            <pc:sldMk cId="2947726369" sldId="1181"/>
            <ac:spMk id="11" creationId="{29B56F56-20F9-2004-568A-D43BDFF53F5C}"/>
          </ac:spMkLst>
        </pc:spChg>
        <pc:spChg chg="add del mod">
          <ac:chgData name="Venkatesh Patil" userId="d9f36aa470552ec6" providerId="LiveId" clId="{1F0C1C64-C04D-48CB-8711-4A66D116FFE7}" dt="2024-01-10T22:16:26.387" v="17087" actId="478"/>
          <ac:spMkLst>
            <pc:docMk/>
            <pc:sldMk cId="2947726369" sldId="1181"/>
            <ac:spMk id="14" creationId="{2138679B-B392-1734-99E4-50C11B66BDA3}"/>
          </ac:spMkLst>
        </pc:spChg>
        <pc:spChg chg="add del mod">
          <ac:chgData name="Venkatesh Patil" userId="d9f36aa470552ec6" providerId="LiveId" clId="{1F0C1C64-C04D-48CB-8711-4A66D116FFE7}" dt="2024-01-10T22:19:31.197" v="17212" actId="478"/>
          <ac:spMkLst>
            <pc:docMk/>
            <pc:sldMk cId="2947726369" sldId="1181"/>
            <ac:spMk id="15" creationId="{D8ADD61C-032D-3111-0C9A-844CFACCA671}"/>
          </ac:spMkLst>
        </pc:spChg>
        <pc:spChg chg="add del mod">
          <ac:chgData name="Venkatesh Patil" userId="d9f36aa470552ec6" providerId="LiveId" clId="{1F0C1C64-C04D-48CB-8711-4A66D116FFE7}" dt="2024-01-10T22:19:30.153" v="17211" actId="478"/>
          <ac:spMkLst>
            <pc:docMk/>
            <pc:sldMk cId="2947726369" sldId="1181"/>
            <ac:spMk id="16" creationId="{F09F5289-F8AC-1D5C-FBD8-5528B39D38A0}"/>
          </ac:spMkLst>
        </pc:spChg>
        <pc:spChg chg="add del mod">
          <ac:chgData name="Venkatesh Patil" userId="d9f36aa470552ec6" providerId="LiveId" clId="{1F0C1C64-C04D-48CB-8711-4A66D116FFE7}" dt="2024-01-10T22:19:28.926" v="17210" actId="478"/>
          <ac:spMkLst>
            <pc:docMk/>
            <pc:sldMk cId="2947726369" sldId="1181"/>
            <ac:spMk id="17" creationId="{839CE244-1C4B-6C18-7B37-BA103B1A7E64}"/>
          </ac:spMkLst>
        </pc:spChg>
        <pc:spChg chg="add del mod">
          <ac:chgData name="Venkatesh Patil" userId="d9f36aa470552ec6" providerId="LiveId" clId="{1F0C1C64-C04D-48CB-8711-4A66D116FFE7}" dt="2024-01-10T22:19:26.749" v="17208" actId="478"/>
          <ac:spMkLst>
            <pc:docMk/>
            <pc:sldMk cId="2947726369" sldId="1181"/>
            <ac:spMk id="18" creationId="{50B56971-AF16-98DF-61CD-119764DAEC90}"/>
          </ac:spMkLst>
        </pc:spChg>
        <pc:picChg chg="del">
          <ac:chgData name="Venkatesh Patil" userId="d9f36aa470552ec6" providerId="LiveId" clId="{1F0C1C64-C04D-48CB-8711-4A66D116FFE7}" dt="2024-01-10T22:15:05.652" v="17026" actId="478"/>
          <ac:picMkLst>
            <pc:docMk/>
            <pc:sldMk cId="2947726369" sldId="1181"/>
            <ac:picMk id="9" creationId="{53CA394B-1723-17DF-9206-30D72D6A4266}"/>
          </ac:picMkLst>
        </pc:picChg>
        <pc:picChg chg="add del">
          <ac:chgData name="Venkatesh Patil" userId="d9f36aa470552ec6" providerId="LiveId" clId="{1F0C1C64-C04D-48CB-8711-4A66D116FFE7}" dt="2024-01-10T22:16:01.664" v="17081" actId="478"/>
          <ac:picMkLst>
            <pc:docMk/>
            <pc:sldMk cId="2947726369" sldId="1181"/>
            <ac:picMk id="13" creationId="{BF2A5452-1008-AFA1-830B-E9D7F60F2601}"/>
          </ac:picMkLst>
        </pc:picChg>
        <pc:picChg chg="add mod">
          <ac:chgData name="Venkatesh Patil" userId="d9f36aa470552ec6" providerId="LiveId" clId="{1F0C1C64-C04D-48CB-8711-4A66D116FFE7}" dt="2024-01-10T22:21:49.142" v="17336"/>
          <ac:picMkLst>
            <pc:docMk/>
            <pc:sldMk cId="2947726369" sldId="1181"/>
            <ac:picMk id="20" creationId="{D401B280-626F-0C45-7F1C-0A56E6282F0E}"/>
          </ac:picMkLst>
        </pc:picChg>
      </pc:sldChg>
      <pc:sldChg chg="addSp delSp modSp add del mod modAnim">
        <pc:chgData name="Venkatesh Patil" userId="d9f36aa470552ec6" providerId="LiveId" clId="{1F0C1C64-C04D-48CB-8711-4A66D116FFE7}" dt="2024-01-13T04:08:55.542" v="39094" actId="47"/>
        <pc:sldMkLst>
          <pc:docMk/>
          <pc:sldMk cId="1008854178" sldId="1182"/>
        </pc:sldMkLst>
        <pc:spChg chg="mod">
          <ac:chgData name="Venkatesh Patil" userId="d9f36aa470552ec6" providerId="LiveId" clId="{1F0C1C64-C04D-48CB-8711-4A66D116FFE7}" dt="2024-01-11T02:42:07.150" v="18442" actId="20577"/>
          <ac:spMkLst>
            <pc:docMk/>
            <pc:sldMk cId="1008854178" sldId="1182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02:42:51.497" v="18450" actId="1076"/>
          <ac:spMkLst>
            <pc:docMk/>
            <pc:sldMk cId="1008854178" sldId="1182"/>
            <ac:spMk id="9" creationId="{F263E0DE-2866-0530-D948-7B8F02981BF2}"/>
          </ac:spMkLst>
        </pc:spChg>
        <pc:spChg chg="mod">
          <ac:chgData name="Venkatesh Patil" userId="d9f36aa470552ec6" providerId="LiveId" clId="{1F0C1C64-C04D-48CB-8711-4A66D116FFE7}" dt="2024-01-11T02:42:25.007" v="18444"/>
          <ac:spMkLst>
            <pc:docMk/>
            <pc:sldMk cId="1008854178" sldId="1182"/>
            <ac:spMk id="13" creationId="{6EDAFAB8-0FAE-80DA-BF53-864D7254C3BB}"/>
          </ac:spMkLst>
        </pc:spChg>
        <pc:spChg chg="mod">
          <ac:chgData name="Venkatesh Patil" userId="d9f36aa470552ec6" providerId="LiveId" clId="{1F0C1C64-C04D-48CB-8711-4A66D116FFE7}" dt="2024-01-11T02:42:25.007" v="18444"/>
          <ac:spMkLst>
            <pc:docMk/>
            <pc:sldMk cId="1008854178" sldId="1182"/>
            <ac:spMk id="14" creationId="{5AA41BCF-67CA-6767-49D7-D74ACED0C95E}"/>
          </ac:spMkLst>
        </pc:spChg>
        <pc:spChg chg="mod">
          <ac:chgData name="Venkatesh Patil" userId="d9f36aa470552ec6" providerId="LiveId" clId="{1F0C1C64-C04D-48CB-8711-4A66D116FFE7}" dt="2024-01-11T02:42:58.851" v="18454"/>
          <ac:spMkLst>
            <pc:docMk/>
            <pc:sldMk cId="1008854178" sldId="1182"/>
            <ac:spMk id="17" creationId="{7E853777-3C52-7621-B2AC-D22C33AE3098}"/>
          </ac:spMkLst>
        </pc:spChg>
        <pc:spChg chg="mod">
          <ac:chgData name="Venkatesh Patil" userId="d9f36aa470552ec6" providerId="LiveId" clId="{1F0C1C64-C04D-48CB-8711-4A66D116FFE7}" dt="2024-01-11T02:42:58.851" v="18454"/>
          <ac:spMkLst>
            <pc:docMk/>
            <pc:sldMk cId="1008854178" sldId="1182"/>
            <ac:spMk id="22" creationId="{CD2A8F4F-CB75-52FC-2340-2A842D2B33CF}"/>
          </ac:spMkLst>
        </pc:spChg>
        <pc:spChg chg="mod">
          <ac:chgData name="Venkatesh Patil" userId="d9f36aa470552ec6" providerId="LiveId" clId="{1F0C1C64-C04D-48CB-8711-4A66D116FFE7}" dt="2024-01-11T02:42:58.851" v="18454"/>
          <ac:spMkLst>
            <pc:docMk/>
            <pc:sldMk cId="1008854178" sldId="1182"/>
            <ac:spMk id="23" creationId="{CA003B61-1485-D694-EAAB-C22AC437E6CD}"/>
          </ac:spMkLst>
        </pc:spChg>
        <pc:spChg chg="mod">
          <ac:chgData name="Venkatesh Patil" userId="d9f36aa470552ec6" providerId="LiveId" clId="{1F0C1C64-C04D-48CB-8711-4A66D116FFE7}" dt="2024-01-11T02:43:16.328" v="18458"/>
          <ac:spMkLst>
            <pc:docMk/>
            <pc:sldMk cId="1008854178" sldId="1182"/>
            <ac:spMk id="27" creationId="{24F61041-3A60-0101-865B-F7FD1F582E45}"/>
          </ac:spMkLst>
        </pc:spChg>
        <pc:spChg chg="mod">
          <ac:chgData name="Venkatesh Patil" userId="d9f36aa470552ec6" providerId="LiveId" clId="{1F0C1C64-C04D-48CB-8711-4A66D116FFE7}" dt="2024-01-11T02:43:23.245" v="18460"/>
          <ac:spMkLst>
            <pc:docMk/>
            <pc:sldMk cId="1008854178" sldId="1182"/>
            <ac:spMk id="30" creationId="{8C8D8B41-2D0F-2BAC-205A-28C884A39DAC}"/>
          </ac:spMkLst>
        </pc:spChg>
        <pc:spChg chg="mod">
          <ac:chgData name="Venkatesh Patil" userId="d9f36aa470552ec6" providerId="LiveId" clId="{1F0C1C64-C04D-48CB-8711-4A66D116FFE7}" dt="2024-01-11T02:43:23.245" v="18460"/>
          <ac:spMkLst>
            <pc:docMk/>
            <pc:sldMk cId="1008854178" sldId="1182"/>
            <ac:spMk id="31" creationId="{CC2D8509-2675-DF53-C062-2955C8E9DD95}"/>
          </ac:spMkLst>
        </pc:spChg>
        <pc:grpChg chg="add mod">
          <ac:chgData name="Venkatesh Patil" userId="d9f36aa470552ec6" providerId="LiveId" clId="{1F0C1C64-C04D-48CB-8711-4A66D116FFE7}" dt="2024-01-11T02:42:53.215" v="18452" actId="1076"/>
          <ac:grpSpMkLst>
            <pc:docMk/>
            <pc:sldMk cId="1008854178" sldId="1182"/>
            <ac:grpSpMk id="3" creationId="{39146ABD-D0D1-BF00-6ADA-2A9C1A0FB0D6}"/>
          </ac:grpSpMkLst>
        </pc:grpChg>
        <pc:grpChg chg="add mod">
          <ac:chgData name="Venkatesh Patil" userId="d9f36aa470552ec6" providerId="LiveId" clId="{1F0C1C64-C04D-48CB-8711-4A66D116FFE7}" dt="2024-01-11T02:42:53.215" v="18452" actId="1076"/>
          <ac:grpSpMkLst>
            <pc:docMk/>
            <pc:sldMk cId="1008854178" sldId="1182"/>
            <ac:grpSpMk id="11" creationId="{EFA6C0DB-B197-8501-9C28-7C0E11D07544}"/>
          </ac:grpSpMkLst>
        </pc:grpChg>
        <pc:grpChg chg="add mod">
          <ac:chgData name="Venkatesh Patil" userId="d9f36aa470552ec6" providerId="LiveId" clId="{1F0C1C64-C04D-48CB-8711-4A66D116FFE7}" dt="2024-01-11T02:42:58.851" v="18454"/>
          <ac:grpSpMkLst>
            <pc:docMk/>
            <pc:sldMk cId="1008854178" sldId="1182"/>
            <ac:grpSpMk id="15" creationId="{DEF9AD07-6FA9-4A45-9781-4139227D3A7C}"/>
          </ac:grpSpMkLst>
        </pc:grpChg>
        <pc:grpChg chg="add mod">
          <ac:chgData name="Venkatesh Patil" userId="d9f36aa470552ec6" providerId="LiveId" clId="{1F0C1C64-C04D-48CB-8711-4A66D116FFE7}" dt="2024-01-11T02:42:58.851" v="18454"/>
          <ac:grpSpMkLst>
            <pc:docMk/>
            <pc:sldMk cId="1008854178" sldId="1182"/>
            <ac:grpSpMk id="19" creationId="{ECCEB16C-6043-B13F-E84F-AC2DE5CE3CA6}"/>
          </ac:grpSpMkLst>
        </pc:grpChg>
        <pc:grpChg chg="add mod">
          <ac:chgData name="Venkatesh Patil" userId="d9f36aa470552ec6" providerId="LiveId" clId="{1F0C1C64-C04D-48CB-8711-4A66D116FFE7}" dt="2024-01-11T02:43:18.942" v="18459" actId="1076"/>
          <ac:grpSpMkLst>
            <pc:docMk/>
            <pc:sldMk cId="1008854178" sldId="1182"/>
            <ac:grpSpMk id="25" creationId="{A19EB725-853E-E5C9-2281-5ECAF9311ED6}"/>
          </ac:grpSpMkLst>
        </pc:grpChg>
        <pc:grpChg chg="add mod">
          <ac:chgData name="Venkatesh Patil" userId="d9f36aa470552ec6" providerId="LiveId" clId="{1F0C1C64-C04D-48CB-8711-4A66D116FFE7}" dt="2024-01-11T02:43:33.637" v="18463" actId="1076"/>
          <ac:grpSpMkLst>
            <pc:docMk/>
            <pc:sldMk cId="1008854178" sldId="1182"/>
            <ac:grpSpMk id="28" creationId="{CE87C4BD-659E-D85B-058E-57F7A5E7EBC2}"/>
          </ac:grpSpMkLst>
        </pc:grpChg>
        <pc:picChg chg="mod">
          <ac:chgData name="Venkatesh Patil" userId="d9f36aa470552ec6" providerId="LiveId" clId="{1F0C1C64-C04D-48CB-8711-4A66D116FFE7}" dt="2024-01-11T02:42:25.007" v="18444"/>
          <ac:picMkLst>
            <pc:docMk/>
            <pc:sldMk cId="1008854178" sldId="1182"/>
            <ac:picMk id="8" creationId="{D33FCDF1-D9E0-C710-13E5-A0E98E901E74}"/>
          </ac:picMkLst>
        </pc:picChg>
        <pc:picChg chg="add mod">
          <ac:chgData name="Venkatesh Patil" userId="d9f36aa470552ec6" providerId="LiveId" clId="{1F0C1C64-C04D-48CB-8711-4A66D116FFE7}" dt="2024-01-11T02:42:53.215" v="18452" actId="1076"/>
          <ac:picMkLst>
            <pc:docMk/>
            <pc:sldMk cId="1008854178" sldId="1182"/>
            <ac:picMk id="10" creationId="{926FE53A-3568-3178-7B1A-9A9113CBA5FA}"/>
          </ac:picMkLst>
        </pc:picChg>
        <pc:picChg chg="mod">
          <ac:chgData name="Venkatesh Patil" userId="d9f36aa470552ec6" providerId="LiveId" clId="{1F0C1C64-C04D-48CB-8711-4A66D116FFE7}" dt="2024-01-11T02:42:25.007" v="18444"/>
          <ac:picMkLst>
            <pc:docMk/>
            <pc:sldMk cId="1008854178" sldId="1182"/>
            <ac:picMk id="12" creationId="{94B1AA78-E97D-526B-D7B3-754D051793BA}"/>
          </ac:picMkLst>
        </pc:picChg>
        <pc:picChg chg="mod">
          <ac:chgData name="Venkatesh Patil" userId="d9f36aa470552ec6" providerId="LiveId" clId="{1F0C1C64-C04D-48CB-8711-4A66D116FFE7}" dt="2024-01-11T02:42:58.851" v="18454"/>
          <ac:picMkLst>
            <pc:docMk/>
            <pc:sldMk cId="1008854178" sldId="1182"/>
            <ac:picMk id="16" creationId="{9658BD44-EC59-8352-0E85-3B3A4731BB9C}"/>
          </ac:picMkLst>
        </pc:picChg>
        <pc:picChg chg="add mod">
          <ac:chgData name="Venkatesh Patil" userId="d9f36aa470552ec6" providerId="LiveId" clId="{1F0C1C64-C04D-48CB-8711-4A66D116FFE7}" dt="2024-01-11T02:42:58.851" v="18454"/>
          <ac:picMkLst>
            <pc:docMk/>
            <pc:sldMk cId="1008854178" sldId="1182"/>
            <ac:picMk id="18" creationId="{7F58DD06-C692-2986-4AAF-A80F99DB7615}"/>
          </ac:picMkLst>
        </pc:picChg>
        <pc:picChg chg="del">
          <ac:chgData name="Venkatesh Patil" userId="d9f36aa470552ec6" providerId="LiveId" clId="{1F0C1C64-C04D-48CB-8711-4A66D116FFE7}" dt="2024-01-11T02:42:09.793" v="18443" actId="478"/>
          <ac:picMkLst>
            <pc:docMk/>
            <pc:sldMk cId="1008854178" sldId="1182"/>
            <ac:picMk id="20" creationId="{D401B280-626F-0C45-7F1C-0A56E6282F0E}"/>
          </ac:picMkLst>
        </pc:picChg>
        <pc:picChg chg="mod">
          <ac:chgData name="Venkatesh Patil" userId="d9f36aa470552ec6" providerId="LiveId" clId="{1F0C1C64-C04D-48CB-8711-4A66D116FFE7}" dt="2024-01-11T02:42:58.851" v="18454"/>
          <ac:picMkLst>
            <pc:docMk/>
            <pc:sldMk cId="1008854178" sldId="1182"/>
            <ac:picMk id="21" creationId="{2990CCDE-2C52-D486-BF92-D0A163CE6317}"/>
          </ac:picMkLst>
        </pc:picChg>
        <pc:picChg chg="add mod">
          <ac:chgData name="Venkatesh Patil" userId="d9f36aa470552ec6" providerId="LiveId" clId="{1F0C1C64-C04D-48CB-8711-4A66D116FFE7}" dt="2024-01-11T02:43:11.945" v="18457" actId="1076"/>
          <ac:picMkLst>
            <pc:docMk/>
            <pc:sldMk cId="1008854178" sldId="1182"/>
            <ac:picMk id="24" creationId="{F9E46EE0-50CD-16B4-337F-3C470CE90298}"/>
          </ac:picMkLst>
        </pc:picChg>
        <pc:picChg chg="mod">
          <ac:chgData name="Venkatesh Patil" userId="d9f36aa470552ec6" providerId="LiveId" clId="{1F0C1C64-C04D-48CB-8711-4A66D116FFE7}" dt="2024-01-11T02:43:16.328" v="18458"/>
          <ac:picMkLst>
            <pc:docMk/>
            <pc:sldMk cId="1008854178" sldId="1182"/>
            <ac:picMk id="26" creationId="{5C2705B9-7B5E-16F8-B14B-0F165EB3EAD5}"/>
          </ac:picMkLst>
        </pc:picChg>
        <pc:picChg chg="mod">
          <ac:chgData name="Venkatesh Patil" userId="d9f36aa470552ec6" providerId="LiveId" clId="{1F0C1C64-C04D-48CB-8711-4A66D116FFE7}" dt="2024-01-11T02:43:23.245" v="18460"/>
          <ac:picMkLst>
            <pc:docMk/>
            <pc:sldMk cId="1008854178" sldId="1182"/>
            <ac:picMk id="29" creationId="{5D2F21C1-00D6-B4ED-A9F8-EE4C2FAC0B3E}"/>
          </ac:picMkLst>
        </pc:picChg>
      </pc:sldChg>
      <pc:sldChg chg="addSp delSp modSp add mod delAnim">
        <pc:chgData name="Venkatesh Patil" userId="d9f36aa470552ec6" providerId="LiveId" clId="{1F0C1C64-C04D-48CB-8711-4A66D116FFE7}" dt="2024-01-13T20:49:08.854" v="42226" actId="9405"/>
        <pc:sldMkLst>
          <pc:docMk/>
          <pc:sldMk cId="1979194288" sldId="1183"/>
        </pc:sldMkLst>
        <pc:grpChg chg="add mod">
          <ac:chgData name="Venkatesh Patil" userId="d9f36aa470552ec6" providerId="LiveId" clId="{1F0C1C64-C04D-48CB-8711-4A66D116FFE7}" dt="2024-01-11T02:44:34.814" v="18472" actId="164"/>
          <ac:grpSpMkLst>
            <pc:docMk/>
            <pc:sldMk cId="1979194288" sldId="1183"/>
            <ac:grpSpMk id="9" creationId="{FA05DE96-40C2-BA82-3AA5-84508DEF5B8A}"/>
          </ac:grpSpMkLst>
        </pc:grpChg>
        <pc:grpChg chg="del">
          <ac:chgData name="Venkatesh Patil" userId="d9f36aa470552ec6" providerId="LiveId" clId="{1F0C1C64-C04D-48CB-8711-4A66D116FFE7}" dt="2024-01-11T02:43:48.999" v="18465" actId="478"/>
          <ac:grpSpMkLst>
            <pc:docMk/>
            <pc:sldMk cId="1979194288" sldId="1183"/>
            <ac:grpSpMk id="25" creationId="{A19EB725-853E-E5C9-2281-5ECAF9311ED6}"/>
          </ac:grpSpMkLst>
        </pc:grpChg>
        <pc:grpChg chg="del">
          <ac:chgData name="Venkatesh Patil" userId="d9f36aa470552ec6" providerId="LiveId" clId="{1F0C1C64-C04D-48CB-8711-4A66D116FFE7}" dt="2024-01-11T02:43:51.098" v="18466" actId="478"/>
          <ac:grpSpMkLst>
            <pc:docMk/>
            <pc:sldMk cId="1979194288" sldId="1183"/>
            <ac:grpSpMk id="28" creationId="{CE87C4BD-659E-D85B-058E-57F7A5E7EBC2}"/>
          </ac:grpSpMkLst>
        </pc:grpChg>
        <pc:picChg chg="add mod">
          <ac:chgData name="Venkatesh Patil" userId="d9f36aa470552ec6" providerId="LiveId" clId="{1F0C1C64-C04D-48CB-8711-4A66D116FFE7}" dt="2024-01-11T02:44:34.814" v="18472" actId="164"/>
          <ac:picMkLst>
            <pc:docMk/>
            <pc:sldMk cId="1979194288" sldId="1183"/>
            <ac:picMk id="3" creationId="{ECA6E12C-B489-B863-6E07-DAEED61A5F5E}"/>
          </ac:picMkLst>
        </pc:picChg>
        <pc:picChg chg="del">
          <ac:chgData name="Venkatesh Patil" userId="d9f36aa470552ec6" providerId="LiveId" clId="{1F0C1C64-C04D-48CB-8711-4A66D116FFE7}" dt="2024-01-11T02:43:53.497" v="18467" actId="478"/>
          <ac:picMkLst>
            <pc:docMk/>
            <pc:sldMk cId="1979194288" sldId="1183"/>
            <ac:picMk id="24" creationId="{F9E46EE0-50CD-16B4-337F-3C470CE90298}"/>
          </ac:picMkLst>
        </pc:picChg>
        <pc:inkChg chg="add mod">
          <ac:chgData name="Venkatesh Patil" userId="d9f36aa470552ec6" providerId="LiveId" clId="{1F0C1C64-C04D-48CB-8711-4A66D116FFE7}" dt="2024-01-11T02:44:34.814" v="18472" actId="164"/>
          <ac:inkMkLst>
            <pc:docMk/>
            <pc:sldMk cId="1979194288" sldId="1183"/>
            <ac:inkMk id="8" creationId="{7811EF0A-4D81-29E7-F230-E7B0BD845696}"/>
          </ac:inkMkLst>
        </pc:inkChg>
        <pc:inkChg chg="add">
          <ac:chgData name="Venkatesh Patil" userId="d9f36aa470552ec6" providerId="LiveId" clId="{1F0C1C64-C04D-48CB-8711-4A66D116FFE7}" dt="2024-01-13T20:49:07.817" v="42225" actId="9405"/>
          <ac:inkMkLst>
            <pc:docMk/>
            <pc:sldMk cId="1979194288" sldId="1183"/>
            <ac:inkMk id="10" creationId="{A5F77FD8-A72F-7564-3CE7-412D28F80EE9}"/>
          </ac:inkMkLst>
        </pc:inkChg>
        <pc:inkChg chg="add">
          <ac:chgData name="Venkatesh Patil" userId="d9f36aa470552ec6" providerId="LiveId" clId="{1F0C1C64-C04D-48CB-8711-4A66D116FFE7}" dt="2024-01-13T20:49:08.854" v="42226" actId="9405"/>
          <ac:inkMkLst>
            <pc:docMk/>
            <pc:sldMk cId="1979194288" sldId="1183"/>
            <ac:inkMk id="11" creationId="{6CF3C437-956D-DA65-A66E-1D1F2DD68EC1}"/>
          </ac:inkMkLst>
        </pc:inkChg>
      </pc:sldChg>
      <pc:sldChg chg="addSp delSp modSp add mod">
        <pc:chgData name="Venkatesh Patil" userId="d9f36aa470552ec6" providerId="LiveId" clId="{1F0C1C64-C04D-48CB-8711-4A66D116FFE7}" dt="2024-01-11T02:46:02.989" v="18483" actId="20577"/>
        <pc:sldMkLst>
          <pc:docMk/>
          <pc:sldMk cId="3744782721" sldId="1184"/>
        </pc:sldMkLst>
        <pc:spChg chg="mod">
          <ac:chgData name="Venkatesh Patil" userId="d9f36aa470552ec6" providerId="LiveId" clId="{1F0C1C64-C04D-48CB-8711-4A66D116FFE7}" dt="2024-01-11T02:46:02.989" v="18483" actId="20577"/>
          <ac:spMkLst>
            <pc:docMk/>
            <pc:sldMk cId="3744782721" sldId="1184"/>
            <ac:spMk id="2" creationId="{99E8BF50-85F7-89D0-EDC7-AEB9D4C67745}"/>
          </ac:spMkLst>
        </pc:spChg>
        <pc:grpChg chg="del">
          <ac:chgData name="Venkatesh Patil" userId="d9f36aa470552ec6" providerId="LiveId" clId="{1F0C1C64-C04D-48CB-8711-4A66D116FFE7}" dt="2024-01-11T02:44:55.014" v="18474" actId="478"/>
          <ac:grpSpMkLst>
            <pc:docMk/>
            <pc:sldMk cId="3744782721" sldId="1184"/>
            <ac:grpSpMk id="9" creationId="{FA05DE96-40C2-BA82-3AA5-84508DEF5B8A}"/>
          </ac:grpSpMkLst>
        </pc:grpChg>
        <pc:picChg chg="add mod">
          <ac:chgData name="Venkatesh Patil" userId="d9f36aa470552ec6" providerId="LiveId" clId="{1F0C1C64-C04D-48CB-8711-4A66D116FFE7}" dt="2024-01-11T02:45:07.047" v="18478" actId="14100"/>
          <ac:picMkLst>
            <pc:docMk/>
            <pc:sldMk cId="3744782721" sldId="1184"/>
            <ac:picMk id="10" creationId="{DEB5A8BD-3407-0094-DED0-EC06F55776BA}"/>
          </ac:picMkLst>
        </pc:picChg>
        <pc:picChg chg="add mod">
          <ac:chgData name="Venkatesh Patil" userId="d9f36aa470552ec6" providerId="LiveId" clId="{1F0C1C64-C04D-48CB-8711-4A66D116FFE7}" dt="2024-01-11T02:45:31.399" v="18482" actId="14100"/>
          <ac:picMkLst>
            <pc:docMk/>
            <pc:sldMk cId="3744782721" sldId="1184"/>
            <ac:picMk id="11" creationId="{233D4FA6-C93F-385D-3E15-BDC6A3956DA0}"/>
          </ac:picMkLst>
        </pc:picChg>
      </pc:sldChg>
      <pc:sldChg chg="addSp delSp modSp add mod">
        <pc:chgData name="Venkatesh Patil" userId="d9f36aa470552ec6" providerId="LiveId" clId="{1F0C1C64-C04D-48CB-8711-4A66D116FFE7}" dt="2024-01-11T06:10:51.348" v="21518" actId="14100"/>
        <pc:sldMkLst>
          <pc:docMk/>
          <pc:sldMk cId="1412802413" sldId="1185"/>
        </pc:sldMkLst>
        <pc:spChg chg="add mod">
          <ac:chgData name="Venkatesh Patil" userId="d9f36aa470552ec6" providerId="LiveId" clId="{1F0C1C64-C04D-48CB-8711-4A66D116FFE7}" dt="2024-01-11T06:10:51.348" v="21518" actId="14100"/>
          <ac:spMkLst>
            <pc:docMk/>
            <pc:sldMk cId="1412802413" sldId="1185"/>
            <ac:spMk id="12" creationId="{E6A2E79D-D3BB-D4F2-21B1-89678AE843FB}"/>
          </ac:spMkLst>
        </pc:spChg>
        <pc:picChg chg="add mod">
          <ac:chgData name="Venkatesh Patil" userId="d9f36aa470552ec6" providerId="LiveId" clId="{1F0C1C64-C04D-48CB-8711-4A66D116FFE7}" dt="2024-01-11T06:09:10.156" v="21491" actId="1076"/>
          <ac:picMkLst>
            <pc:docMk/>
            <pc:sldMk cId="1412802413" sldId="1185"/>
            <ac:picMk id="3" creationId="{CEE0B17A-BD4E-8BBD-C35F-C0C0843B8ACF}"/>
          </ac:picMkLst>
        </pc:picChg>
        <pc:picChg chg="add mod">
          <ac:chgData name="Venkatesh Patil" userId="d9f36aa470552ec6" providerId="LiveId" clId="{1F0C1C64-C04D-48CB-8711-4A66D116FFE7}" dt="2024-01-11T06:10:01.005" v="21501" actId="1076"/>
          <ac:picMkLst>
            <pc:docMk/>
            <pc:sldMk cId="1412802413" sldId="1185"/>
            <ac:picMk id="8" creationId="{1DEB0C2C-513F-2974-ADDE-0D597E597ACB}"/>
          </ac:picMkLst>
        </pc:picChg>
        <pc:picChg chg="del">
          <ac:chgData name="Venkatesh Patil" userId="d9f36aa470552ec6" providerId="LiveId" clId="{1F0C1C64-C04D-48CB-8711-4A66D116FFE7}" dt="2024-01-11T02:46:33.899" v="18485" actId="478"/>
          <ac:picMkLst>
            <pc:docMk/>
            <pc:sldMk cId="1412802413" sldId="1185"/>
            <ac:picMk id="10" creationId="{DEB5A8BD-3407-0094-DED0-EC06F55776BA}"/>
          </ac:picMkLst>
        </pc:picChg>
        <pc:picChg chg="del">
          <ac:chgData name="Venkatesh Patil" userId="d9f36aa470552ec6" providerId="LiveId" clId="{1F0C1C64-C04D-48CB-8711-4A66D116FFE7}" dt="2024-01-11T02:46:35.832" v="18486" actId="478"/>
          <ac:picMkLst>
            <pc:docMk/>
            <pc:sldMk cId="1412802413" sldId="1185"/>
            <ac:picMk id="11" creationId="{233D4FA6-C93F-385D-3E15-BDC6A3956DA0}"/>
          </ac:picMkLst>
        </pc:picChg>
      </pc:sldChg>
      <pc:sldChg chg="modSp add del mod ord">
        <pc:chgData name="Venkatesh Patil" userId="d9f36aa470552ec6" providerId="LiveId" clId="{1F0C1C64-C04D-48CB-8711-4A66D116FFE7}" dt="2024-01-12T22:47:56.537" v="31110" actId="47"/>
        <pc:sldMkLst>
          <pc:docMk/>
          <pc:sldMk cId="3494792666" sldId="1186"/>
        </pc:sldMkLst>
        <pc:spChg chg="mod">
          <ac:chgData name="Venkatesh Patil" userId="d9f36aa470552ec6" providerId="LiveId" clId="{1F0C1C64-C04D-48CB-8711-4A66D116FFE7}" dt="2024-01-11T03:00:01.336" v="18552" actId="20577"/>
          <ac:spMkLst>
            <pc:docMk/>
            <pc:sldMk cId="3494792666" sldId="1186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03:41:44.348" v="19341" actId="255"/>
          <ac:spMkLst>
            <pc:docMk/>
            <pc:sldMk cId="3494792666" sldId="1186"/>
            <ac:spMk id="3" creationId="{E2B2E24C-621E-60FD-8622-E48AFEA72431}"/>
          </ac:spMkLst>
        </pc:spChg>
      </pc:sldChg>
      <pc:sldChg chg="modSp add del mod modAnim">
        <pc:chgData name="Venkatesh Patil" userId="d9f36aa470552ec6" providerId="LiveId" clId="{1F0C1C64-C04D-48CB-8711-4A66D116FFE7}" dt="2024-01-13T04:08:51.347" v="39091" actId="47"/>
        <pc:sldMkLst>
          <pc:docMk/>
          <pc:sldMk cId="4038529463" sldId="1187"/>
        </pc:sldMkLst>
        <pc:spChg chg="mod">
          <ac:chgData name="Venkatesh Patil" userId="d9f36aa470552ec6" providerId="LiveId" clId="{1F0C1C64-C04D-48CB-8711-4A66D116FFE7}" dt="2024-01-11T03:57:17.422" v="20101" actId="20577"/>
          <ac:spMkLst>
            <pc:docMk/>
            <pc:sldMk cId="4038529463" sldId="1187"/>
            <ac:spMk id="3" creationId="{E2B2E24C-621E-60FD-8622-E48AFEA72431}"/>
          </ac:spMkLst>
        </pc:spChg>
      </pc:sldChg>
      <pc:sldChg chg="addSp delSp modSp add del mod">
        <pc:chgData name="Venkatesh Patil" userId="d9f36aa470552ec6" providerId="LiveId" clId="{1F0C1C64-C04D-48CB-8711-4A66D116FFE7}" dt="2024-01-11T03:11:46.847" v="18857" actId="47"/>
        <pc:sldMkLst>
          <pc:docMk/>
          <pc:sldMk cId="2756838332" sldId="1188"/>
        </pc:sldMkLst>
        <pc:spChg chg="mod">
          <ac:chgData name="Venkatesh Patil" userId="d9f36aa470552ec6" providerId="LiveId" clId="{1F0C1C64-C04D-48CB-8711-4A66D116FFE7}" dt="2024-01-11T03:01:52.920" v="18583" actId="20577"/>
          <ac:spMkLst>
            <pc:docMk/>
            <pc:sldMk cId="2756838332" sldId="1188"/>
            <ac:spMk id="2" creationId="{99E8BF50-85F7-89D0-EDC7-AEB9D4C67745}"/>
          </ac:spMkLst>
        </pc:spChg>
        <pc:spChg chg="add del mod">
          <ac:chgData name="Venkatesh Patil" userId="d9f36aa470552ec6" providerId="LiveId" clId="{1F0C1C64-C04D-48CB-8711-4A66D116FFE7}" dt="2024-01-11T03:01:47.054" v="18582" actId="6549"/>
          <ac:spMkLst>
            <pc:docMk/>
            <pc:sldMk cId="2756838332" sldId="1188"/>
            <ac:spMk id="3" creationId="{E2B2E24C-621E-60FD-8622-E48AFEA72431}"/>
          </ac:spMkLst>
        </pc:spChg>
        <pc:picChg chg="add del mod ord">
          <ac:chgData name="Venkatesh Patil" userId="d9f36aa470552ec6" providerId="LiveId" clId="{1F0C1C64-C04D-48CB-8711-4A66D116FFE7}" dt="2024-01-11T03:01:45.972" v="18581" actId="22"/>
          <ac:picMkLst>
            <pc:docMk/>
            <pc:sldMk cId="2756838332" sldId="1188"/>
            <ac:picMk id="9" creationId="{62E6EFB5-DE8A-4D1E-0750-031C7D6E64C2}"/>
          </ac:picMkLst>
        </pc:picChg>
      </pc:sldChg>
      <pc:sldChg chg="addSp modSp add del mod ord">
        <pc:chgData name="Venkatesh Patil" userId="d9f36aa470552ec6" providerId="LiveId" clId="{1F0C1C64-C04D-48CB-8711-4A66D116FFE7}" dt="2024-01-13T04:08:54.978" v="39093" actId="47"/>
        <pc:sldMkLst>
          <pc:docMk/>
          <pc:sldMk cId="461323668" sldId="1189"/>
        </pc:sldMkLst>
        <pc:spChg chg="mod">
          <ac:chgData name="Venkatesh Patil" userId="d9f36aa470552ec6" providerId="LiveId" clId="{1F0C1C64-C04D-48CB-8711-4A66D116FFE7}" dt="2024-01-11T03:04:16.523" v="18704" actId="20577"/>
          <ac:spMkLst>
            <pc:docMk/>
            <pc:sldMk cId="461323668" sldId="1189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03:11:20.221" v="18852" actId="1076"/>
          <ac:spMkLst>
            <pc:docMk/>
            <pc:sldMk cId="461323668" sldId="1189"/>
            <ac:spMk id="3" creationId="{E2B2E24C-621E-60FD-8622-E48AFEA72431}"/>
          </ac:spMkLst>
        </pc:spChg>
        <pc:picChg chg="add mod">
          <ac:chgData name="Venkatesh Patil" userId="d9f36aa470552ec6" providerId="LiveId" clId="{1F0C1C64-C04D-48CB-8711-4A66D116FFE7}" dt="2024-01-11T03:11:23.669" v="18853" actId="14100"/>
          <ac:picMkLst>
            <pc:docMk/>
            <pc:sldMk cId="461323668" sldId="1189"/>
            <ac:picMk id="9" creationId="{88CC20DB-BD26-3B3D-758D-1216E9409B5A}"/>
          </ac:picMkLst>
        </pc:picChg>
        <pc:picChg chg="add mod">
          <ac:chgData name="Venkatesh Patil" userId="d9f36aa470552ec6" providerId="LiveId" clId="{1F0C1C64-C04D-48CB-8711-4A66D116FFE7}" dt="2024-01-11T03:11:34.909" v="18856" actId="14100"/>
          <ac:picMkLst>
            <pc:docMk/>
            <pc:sldMk cId="461323668" sldId="1189"/>
            <ac:picMk id="11" creationId="{DCC24BEC-F857-1EEF-70A6-8FB4F1510F7F}"/>
          </ac:picMkLst>
        </pc:picChg>
      </pc:sldChg>
      <pc:sldChg chg="addSp delSp modSp add mod">
        <pc:chgData name="Venkatesh Patil" userId="d9f36aa470552ec6" providerId="LiveId" clId="{1F0C1C64-C04D-48CB-8711-4A66D116FFE7}" dt="2024-01-11T03:22:52.670" v="19339" actId="20577"/>
        <pc:sldMkLst>
          <pc:docMk/>
          <pc:sldMk cId="806137416" sldId="1190"/>
        </pc:sldMkLst>
        <pc:spChg chg="del mod">
          <ac:chgData name="Venkatesh Patil" userId="d9f36aa470552ec6" providerId="LiveId" clId="{1F0C1C64-C04D-48CB-8711-4A66D116FFE7}" dt="2024-01-11T03:13:38.463" v="18862" actId="478"/>
          <ac:spMkLst>
            <pc:docMk/>
            <pc:sldMk cId="806137416" sldId="1190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1T03:13:40.967" v="18863" actId="478"/>
          <ac:spMkLst>
            <pc:docMk/>
            <pc:sldMk cId="806137416" sldId="1190"/>
            <ac:spMk id="10" creationId="{48E20994-BB41-B2D3-84D7-9BA57A7CE468}"/>
          </ac:spMkLst>
        </pc:spChg>
        <pc:spChg chg="add mod">
          <ac:chgData name="Venkatesh Patil" userId="d9f36aa470552ec6" providerId="LiveId" clId="{1F0C1C64-C04D-48CB-8711-4A66D116FFE7}" dt="2024-01-11T03:20:06.646" v="19218" actId="1076"/>
          <ac:spMkLst>
            <pc:docMk/>
            <pc:sldMk cId="806137416" sldId="1190"/>
            <ac:spMk id="11" creationId="{3F67E842-E38D-8F92-670A-96E112B447A5}"/>
          </ac:spMkLst>
        </pc:spChg>
        <pc:spChg chg="add mod">
          <ac:chgData name="Venkatesh Patil" userId="d9f36aa470552ec6" providerId="LiveId" clId="{1F0C1C64-C04D-48CB-8711-4A66D116FFE7}" dt="2024-01-11T03:14:58.830" v="18918" actId="20577"/>
          <ac:spMkLst>
            <pc:docMk/>
            <pc:sldMk cId="806137416" sldId="1190"/>
            <ac:spMk id="12" creationId="{39508A81-4696-B8B5-43DF-45AC1F24D5E8}"/>
          </ac:spMkLst>
        </pc:spChg>
        <pc:spChg chg="add mod">
          <ac:chgData name="Venkatesh Patil" userId="d9f36aa470552ec6" providerId="LiveId" clId="{1F0C1C64-C04D-48CB-8711-4A66D116FFE7}" dt="2024-01-11T03:15:07.371" v="18937" actId="20577"/>
          <ac:spMkLst>
            <pc:docMk/>
            <pc:sldMk cId="806137416" sldId="1190"/>
            <ac:spMk id="13" creationId="{386E460E-2884-C98F-198E-E2A4DB4376A8}"/>
          </ac:spMkLst>
        </pc:spChg>
        <pc:spChg chg="add mod">
          <ac:chgData name="Venkatesh Patil" userId="d9f36aa470552ec6" providerId="LiveId" clId="{1F0C1C64-C04D-48CB-8711-4A66D116FFE7}" dt="2024-01-11T03:18:28.696" v="19204" actId="114"/>
          <ac:spMkLst>
            <pc:docMk/>
            <pc:sldMk cId="806137416" sldId="1190"/>
            <ac:spMk id="14" creationId="{FB89F3FB-76CF-3C6D-2118-DB94A25AC74C}"/>
          </ac:spMkLst>
        </pc:spChg>
        <pc:spChg chg="add mod">
          <ac:chgData name="Venkatesh Patil" userId="d9f36aa470552ec6" providerId="LiveId" clId="{1F0C1C64-C04D-48CB-8711-4A66D116FFE7}" dt="2024-01-11T03:18:21.478" v="19202" actId="114"/>
          <ac:spMkLst>
            <pc:docMk/>
            <pc:sldMk cId="806137416" sldId="1190"/>
            <ac:spMk id="15" creationId="{A6C15956-7958-36EC-3C76-6535E9EEA0C3}"/>
          </ac:spMkLst>
        </pc:spChg>
        <pc:spChg chg="add mod">
          <ac:chgData name="Venkatesh Patil" userId="d9f36aa470552ec6" providerId="LiveId" clId="{1F0C1C64-C04D-48CB-8711-4A66D116FFE7}" dt="2024-01-11T03:20:10.059" v="19219" actId="1076"/>
          <ac:spMkLst>
            <pc:docMk/>
            <pc:sldMk cId="806137416" sldId="1190"/>
            <ac:spMk id="16" creationId="{970FE9B9-6D4A-3275-A86A-F011630A0E7D}"/>
          </ac:spMkLst>
        </pc:spChg>
        <pc:spChg chg="add mod">
          <ac:chgData name="Venkatesh Patil" userId="d9f36aa470552ec6" providerId="LiveId" clId="{1F0C1C64-C04D-48CB-8711-4A66D116FFE7}" dt="2024-01-11T03:22:52.670" v="19339" actId="20577"/>
          <ac:spMkLst>
            <pc:docMk/>
            <pc:sldMk cId="806137416" sldId="1190"/>
            <ac:spMk id="17" creationId="{8118D105-895A-3D71-1B9D-81D0F8BDB439}"/>
          </ac:spMkLst>
        </pc:spChg>
        <pc:picChg chg="del">
          <ac:chgData name="Venkatesh Patil" userId="d9f36aa470552ec6" providerId="LiveId" clId="{1F0C1C64-C04D-48CB-8711-4A66D116FFE7}" dt="2024-01-11T03:13:32.348" v="18859" actId="478"/>
          <ac:picMkLst>
            <pc:docMk/>
            <pc:sldMk cId="806137416" sldId="1190"/>
            <ac:picMk id="9" creationId="{53CA394B-1723-17DF-9206-30D72D6A4266}"/>
          </ac:picMkLst>
        </pc:picChg>
      </pc:sldChg>
      <pc:sldChg chg="addSp delSp modSp add mod modTransition modAnim modNotesTx">
        <pc:chgData name="Venkatesh Patil" userId="d9f36aa470552ec6" providerId="LiveId" clId="{1F0C1C64-C04D-48CB-8711-4A66D116FFE7}" dt="2024-01-13T18:57:02.203" v="41349"/>
        <pc:sldMkLst>
          <pc:docMk/>
          <pc:sldMk cId="1291851991" sldId="1191"/>
        </pc:sldMkLst>
        <pc:spChg chg="mod">
          <ac:chgData name="Venkatesh Patil" userId="d9f36aa470552ec6" providerId="LiveId" clId="{1F0C1C64-C04D-48CB-8711-4A66D116FFE7}" dt="2024-01-13T04:01:18.434" v="39080" actId="20577"/>
          <ac:spMkLst>
            <pc:docMk/>
            <pc:sldMk cId="1291851991" sldId="1191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03:57:14.291" v="38924" actId="1076"/>
          <ac:spMkLst>
            <pc:docMk/>
            <pc:sldMk cId="1291851991" sldId="1191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1T03:45:00.232" v="19360" actId="571"/>
          <ac:spMkLst>
            <pc:docMk/>
            <pc:sldMk cId="1291851991" sldId="1191"/>
            <ac:spMk id="8" creationId="{C35093D2-14DA-E806-70D9-E22A8EBD05EF}"/>
          </ac:spMkLst>
        </pc:spChg>
        <pc:spChg chg="add del mod">
          <ac:chgData name="Venkatesh Patil" userId="d9f36aa470552ec6" providerId="LiveId" clId="{1F0C1C64-C04D-48CB-8711-4A66D116FFE7}" dt="2024-01-13T03:55:16.223" v="38629" actId="478"/>
          <ac:spMkLst>
            <pc:docMk/>
            <pc:sldMk cId="1291851991" sldId="1191"/>
            <ac:spMk id="11" creationId="{FF14AADC-5943-36A7-C6DF-547689F9DD61}"/>
          </ac:spMkLst>
        </pc:spChg>
        <pc:spChg chg="add mod">
          <ac:chgData name="Venkatesh Patil" userId="d9f36aa470552ec6" providerId="LiveId" clId="{1F0C1C64-C04D-48CB-8711-4A66D116FFE7}" dt="2024-01-13T18:55:05.078" v="41267" actId="14100"/>
          <ac:spMkLst>
            <pc:docMk/>
            <pc:sldMk cId="1291851991" sldId="1191"/>
            <ac:spMk id="12" creationId="{161BDFC8-E994-C8D5-0D13-914C67083A73}"/>
          </ac:spMkLst>
        </pc:spChg>
        <pc:spChg chg="add mod">
          <ac:chgData name="Venkatesh Patil" userId="d9f36aa470552ec6" providerId="LiveId" clId="{1F0C1C64-C04D-48CB-8711-4A66D116FFE7}" dt="2024-01-13T18:56:54.890" v="41347" actId="207"/>
          <ac:spMkLst>
            <pc:docMk/>
            <pc:sldMk cId="1291851991" sldId="1191"/>
            <ac:spMk id="13" creationId="{36135E55-714B-5B77-2298-46A7352A5F41}"/>
          </ac:spMkLst>
        </pc:spChg>
        <pc:picChg chg="add mod">
          <ac:chgData name="Venkatesh Patil" userId="d9f36aa470552ec6" providerId="LiveId" clId="{1F0C1C64-C04D-48CB-8711-4A66D116FFE7}" dt="2024-01-13T03:57:16.961" v="38925" actId="1076"/>
          <ac:picMkLst>
            <pc:docMk/>
            <pc:sldMk cId="1291851991" sldId="1191"/>
            <ac:picMk id="9" creationId="{34F06495-50CE-FC4A-791D-E0551DF7B911}"/>
          </ac:picMkLst>
        </pc:picChg>
      </pc:sldChg>
      <pc:sldChg chg="modSp add del mod modAnim">
        <pc:chgData name="Venkatesh Patil" userId="d9f36aa470552ec6" providerId="LiveId" clId="{1F0C1C64-C04D-48CB-8711-4A66D116FFE7}" dt="2024-01-13T04:08:52.205" v="39092" actId="47"/>
        <pc:sldMkLst>
          <pc:docMk/>
          <pc:sldMk cId="1549549245" sldId="1192"/>
        </pc:sldMkLst>
        <pc:spChg chg="mod">
          <ac:chgData name="Venkatesh Patil" userId="d9f36aa470552ec6" providerId="LiveId" clId="{1F0C1C64-C04D-48CB-8711-4A66D116FFE7}" dt="2024-01-11T04:38:22.690" v="21108" actId="114"/>
          <ac:spMkLst>
            <pc:docMk/>
            <pc:sldMk cId="1549549245" sldId="1192"/>
            <ac:spMk id="3" creationId="{E2B2E24C-621E-60FD-8622-E48AFEA72431}"/>
          </ac:spMkLst>
        </pc:spChg>
      </pc:sldChg>
      <pc:sldChg chg="addSp delSp modSp add del mod">
        <pc:chgData name="Venkatesh Patil" userId="d9f36aa470552ec6" providerId="LiveId" clId="{1F0C1C64-C04D-48CB-8711-4A66D116FFE7}" dt="2024-01-11T05:21:13.764" v="21468" actId="47"/>
        <pc:sldMkLst>
          <pc:docMk/>
          <pc:sldMk cId="348301286" sldId="1193"/>
        </pc:sldMkLst>
        <pc:spChg chg="del mod">
          <ac:chgData name="Venkatesh Patil" userId="d9f36aa470552ec6" providerId="LiveId" clId="{1F0C1C64-C04D-48CB-8711-4A66D116FFE7}" dt="2024-01-11T05:09:39.101" v="21111" actId="478"/>
          <ac:spMkLst>
            <pc:docMk/>
            <pc:sldMk cId="348301286" sldId="1193"/>
            <ac:spMk id="2" creationId="{E42BD60D-5E55-7134-84BD-1CF383695861}"/>
          </ac:spMkLst>
        </pc:spChg>
        <pc:spChg chg="add mod">
          <ac:chgData name="Venkatesh Patil" userId="d9f36aa470552ec6" providerId="LiveId" clId="{1F0C1C64-C04D-48CB-8711-4A66D116FFE7}" dt="2024-01-11T05:21:07.942" v="21467" actId="20577"/>
          <ac:spMkLst>
            <pc:docMk/>
            <pc:sldMk cId="348301286" sldId="1193"/>
            <ac:spMk id="13" creationId="{83EC6CEA-3608-880A-D56F-2365FCE5D7C3}"/>
          </ac:spMkLst>
        </pc:spChg>
        <pc:spChg chg="mod">
          <ac:chgData name="Venkatesh Patil" userId="d9f36aa470552ec6" providerId="LiveId" clId="{1F0C1C64-C04D-48CB-8711-4A66D116FFE7}" dt="2024-01-11T05:09:56.006" v="21113" actId="1076"/>
          <ac:spMkLst>
            <pc:docMk/>
            <pc:sldMk cId="348301286" sldId="1193"/>
            <ac:spMk id="13314" creationId="{00000000-0000-0000-0000-000000000000}"/>
          </ac:spMkLst>
        </pc:spChg>
        <pc:grpChg chg="mod">
          <ac:chgData name="Venkatesh Patil" userId="d9f36aa470552ec6" providerId="LiveId" clId="{1F0C1C64-C04D-48CB-8711-4A66D116FFE7}" dt="2024-01-11T05:10:02.422" v="21114" actId="1076"/>
          <ac:grpSpMkLst>
            <pc:docMk/>
            <pc:sldMk cId="348301286" sldId="1193"/>
            <ac:grpSpMk id="6" creationId="{3A1822BA-EC7B-DEBF-9AFC-D02541521D1A}"/>
          </ac:grpSpMkLst>
        </pc:grpChg>
        <pc:picChg chg="add del mod">
          <ac:chgData name="Venkatesh Patil" userId="d9f36aa470552ec6" providerId="LiveId" clId="{1F0C1C64-C04D-48CB-8711-4A66D116FFE7}" dt="2024-01-11T05:13:01.698" v="21126" actId="478"/>
          <ac:picMkLst>
            <pc:docMk/>
            <pc:sldMk cId="348301286" sldId="1193"/>
            <ac:picMk id="10" creationId="{7B9B4A01-A8E5-065B-1064-E8E932445F7A}"/>
          </ac:picMkLst>
        </pc:picChg>
        <pc:picChg chg="add del mod">
          <ac:chgData name="Venkatesh Patil" userId="d9f36aa470552ec6" providerId="LiveId" clId="{1F0C1C64-C04D-48CB-8711-4A66D116FFE7}" dt="2024-01-11T05:12:47.475" v="21124" actId="478"/>
          <ac:picMkLst>
            <pc:docMk/>
            <pc:sldMk cId="348301286" sldId="1193"/>
            <ac:picMk id="12" creationId="{F116A7B9-F289-C6F3-0DE9-588B636C94E0}"/>
          </ac:picMkLst>
        </pc:picChg>
        <pc:picChg chg="add del mod">
          <ac:chgData name="Venkatesh Patil" userId="d9f36aa470552ec6" providerId="LiveId" clId="{1F0C1C64-C04D-48CB-8711-4A66D116FFE7}" dt="2024-01-11T05:10:10.707" v="21117" actId="478"/>
          <ac:picMkLst>
            <pc:docMk/>
            <pc:sldMk cId="348301286" sldId="1193"/>
            <ac:picMk id="1026" creationId="{A7AF4F5C-CF31-46AA-1B15-BABF8FC5B137}"/>
          </ac:picMkLst>
        </pc:picChg>
      </pc:sldChg>
      <pc:sldChg chg="addSp delSp modSp add mod ord">
        <pc:chgData name="Venkatesh Patil" userId="d9f36aa470552ec6" providerId="LiveId" clId="{1F0C1C64-C04D-48CB-8711-4A66D116FFE7}" dt="2024-01-13T17:40:28.604" v="39183" actId="113"/>
        <pc:sldMkLst>
          <pc:docMk/>
          <pc:sldMk cId="2818948554" sldId="1193"/>
        </pc:sldMkLst>
        <pc:spChg chg="mod">
          <ac:chgData name="Venkatesh Patil" userId="d9f36aa470552ec6" providerId="LiveId" clId="{1F0C1C64-C04D-48CB-8711-4A66D116FFE7}" dt="2024-01-11T17:04:20.713" v="21776" actId="20577"/>
          <ac:spMkLst>
            <pc:docMk/>
            <pc:sldMk cId="2818948554" sldId="1193"/>
            <ac:spMk id="2" creationId="{99E8BF50-85F7-89D0-EDC7-AEB9D4C67745}"/>
          </ac:spMkLst>
        </pc:spChg>
        <pc:spChg chg="add mod">
          <ac:chgData name="Venkatesh Patil" userId="d9f36aa470552ec6" providerId="LiveId" clId="{1F0C1C64-C04D-48CB-8711-4A66D116FFE7}" dt="2024-01-13T17:40:28.604" v="39183" actId="113"/>
          <ac:spMkLst>
            <pc:docMk/>
            <pc:sldMk cId="2818948554" sldId="1193"/>
            <ac:spMk id="11" creationId="{95876853-0102-3858-E858-CD6393039607}"/>
          </ac:spMkLst>
        </pc:spChg>
        <pc:spChg chg="add mod">
          <ac:chgData name="Venkatesh Patil" userId="d9f36aa470552ec6" providerId="LiveId" clId="{1F0C1C64-C04D-48CB-8711-4A66D116FFE7}" dt="2024-01-11T17:09:38.509" v="21945" actId="1076"/>
          <ac:spMkLst>
            <pc:docMk/>
            <pc:sldMk cId="2818948554" sldId="1193"/>
            <ac:spMk id="13" creationId="{C0083A4A-2C50-15CC-8BAE-2AF5DEDF4C40}"/>
          </ac:spMkLst>
        </pc:spChg>
        <pc:picChg chg="add mod">
          <ac:chgData name="Venkatesh Patil" userId="d9f36aa470552ec6" providerId="LiveId" clId="{1F0C1C64-C04D-48CB-8711-4A66D116FFE7}" dt="2024-01-11T17:04:41.563" v="21779" actId="1076"/>
          <ac:picMkLst>
            <pc:docMk/>
            <pc:sldMk cId="2818948554" sldId="1193"/>
            <ac:picMk id="8" creationId="{F7F78DFB-B203-F740-7797-1AF6BED53251}"/>
          </ac:picMkLst>
        </pc:picChg>
        <pc:picChg chg="add del mod">
          <ac:chgData name="Venkatesh Patil" userId="d9f36aa470552ec6" providerId="LiveId" clId="{1F0C1C64-C04D-48CB-8711-4A66D116FFE7}" dt="2024-01-11T17:08:21.944" v="21885" actId="478"/>
          <ac:picMkLst>
            <pc:docMk/>
            <pc:sldMk cId="2818948554" sldId="1193"/>
            <ac:picMk id="10" creationId="{1354AF7E-A508-4D52-F2CE-FF9B7545E962}"/>
          </ac:picMkLst>
        </pc:picChg>
        <pc:picChg chg="add mod">
          <ac:chgData name="Venkatesh Patil" userId="d9f36aa470552ec6" providerId="LiveId" clId="{1F0C1C64-C04D-48CB-8711-4A66D116FFE7}" dt="2024-01-11T17:08:54.147" v="21893" actId="1076"/>
          <ac:picMkLst>
            <pc:docMk/>
            <pc:sldMk cId="2818948554" sldId="1193"/>
            <ac:picMk id="12" creationId="{327A010C-2023-99EC-A552-7554026DE431}"/>
          </ac:picMkLst>
        </pc:picChg>
        <pc:picChg chg="del">
          <ac:chgData name="Venkatesh Patil" userId="d9f36aa470552ec6" providerId="LiveId" clId="{1F0C1C64-C04D-48CB-8711-4A66D116FFE7}" dt="2024-01-11T17:03:59.302" v="21768" actId="478"/>
          <ac:picMkLst>
            <pc:docMk/>
            <pc:sldMk cId="2818948554" sldId="1193"/>
            <ac:picMk id="15" creationId="{495AC514-0FF9-B8F2-0213-36CE6BDD01A6}"/>
          </ac:picMkLst>
        </pc:picChg>
      </pc:sldChg>
      <pc:sldChg chg="addSp delSp modSp add mod">
        <pc:chgData name="Venkatesh Patil" userId="d9f36aa470552ec6" providerId="LiveId" clId="{1F0C1C64-C04D-48CB-8711-4A66D116FFE7}" dt="2024-01-11T17:28:10.881" v="22624" actId="255"/>
        <pc:sldMkLst>
          <pc:docMk/>
          <pc:sldMk cId="2022332504" sldId="1194"/>
        </pc:sldMkLst>
        <pc:spChg chg="del">
          <ac:chgData name="Venkatesh Patil" userId="d9f36aa470552ec6" providerId="LiveId" clId="{1F0C1C64-C04D-48CB-8711-4A66D116FFE7}" dt="2024-01-11T17:15:28.259" v="21982" actId="478"/>
          <ac:spMkLst>
            <pc:docMk/>
            <pc:sldMk cId="2022332504" sldId="1194"/>
            <ac:spMk id="2" creationId="{E42BD60D-5E55-7134-84BD-1CF383695861}"/>
          </ac:spMkLst>
        </pc:spChg>
        <pc:spChg chg="add mod">
          <ac:chgData name="Venkatesh Patil" userId="d9f36aa470552ec6" providerId="LiveId" clId="{1F0C1C64-C04D-48CB-8711-4A66D116FFE7}" dt="2024-01-11T17:28:10.881" v="22624" actId="255"/>
          <ac:spMkLst>
            <pc:docMk/>
            <pc:sldMk cId="2022332504" sldId="1194"/>
            <ac:spMk id="11" creationId="{0E60154F-A432-ADA0-7D90-5A162DF72276}"/>
          </ac:spMkLst>
        </pc:spChg>
        <pc:spChg chg="add del mod">
          <ac:chgData name="Venkatesh Patil" userId="d9f36aa470552ec6" providerId="LiveId" clId="{1F0C1C64-C04D-48CB-8711-4A66D116FFE7}" dt="2024-01-11T17:26:46.122" v="22606" actId="478"/>
          <ac:spMkLst>
            <pc:docMk/>
            <pc:sldMk cId="2022332504" sldId="1194"/>
            <ac:spMk id="12" creationId="{CA993FEE-A083-0784-D0B2-00F3C4D7A48C}"/>
          </ac:spMkLst>
        </pc:spChg>
        <pc:spChg chg="add mod">
          <ac:chgData name="Venkatesh Patil" userId="d9f36aa470552ec6" providerId="LiveId" clId="{1F0C1C64-C04D-48CB-8711-4A66D116FFE7}" dt="2024-01-11T17:23:31.235" v="22580" actId="1076"/>
          <ac:spMkLst>
            <pc:docMk/>
            <pc:sldMk cId="2022332504" sldId="1194"/>
            <ac:spMk id="13" creationId="{C5C4F537-33F9-80D9-882F-D70ED1AA302B}"/>
          </ac:spMkLst>
        </pc:spChg>
        <pc:spChg chg="mod">
          <ac:chgData name="Venkatesh Patil" userId="d9f36aa470552ec6" providerId="LiveId" clId="{1F0C1C64-C04D-48CB-8711-4A66D116FFE7}" dt="2024-01-11T17:15:20.854" v="21981" actId="1076"/>
          <ac:spMkLst>
            <pc:docMk/>
            <pc:sldMk cId="2022332504" sldId="1194"/>
            <ac:spMk id="13314" creationId="{00000000-0000-0000-0000-000000000000}"/>
          </ac:spMkLst>
        </pc:spChg>
        <pc:grpChg chg="del">
          <ac:chgData name="Venkatesh Patil" userId="d9f36aa470552ec6" providerId="LiveId" clId="{1F0C1C64-C04D-48CB-8711-4A66D116FFE7}" dt="2024-01-11T17:15:44.873" v="21987" actId="478"/>
          <ac:grpSpMkLst>
            <pc:docMk/>
            <pc:sldMk cId="2022332504" sldId="1194"/>
            <ac:grpSpMk id="6" creationId="{3A1822BA-EC7B-DEBF-9AFC-D02541521D1A}"/>
          </ac:grpSpMkLst>
        </pc:grpChg>
        <pc:picChg chg="add mod">
          <ac:chgData name="Venkatesh Patil" userId="d9f36aa470552ec6" providerId="LiveId" clId="{1F0C1C64-C04D-48CB-8711-4A66D116FFE7}" dt="2024-01-11T17:15:36.712" v="21984" actId="1076"/>
          <ac:picMkLst>
            <pc:docMk/>
            <pc:sldMk cId="2022332504" sldId="1194"/>
            <ac:picMk id="9" creationId="{C52F052E-6357-A423-C8F4-C92AA718D3FF}"/>
          </ac:picMkLst>
        </pc:picChg>
        <pc:picChg chg="add del mod">
          <ac:chgData name="Venkatesh Patil" userId="d9f36aa470552ec6" providerId="LiveId" clId="{1F0C1C64-C04D-48CB-8711-4A66D116FFE7}" dt="2024-01-11T17:26:42.733" v="22605" actId="478"/>
          <ac:picMkLst>
            <pc:docMk/>
            <pc:sldMk cId="2022332504" sldId="1194"/>
            <ac:picMk id="10" creationId="{A830FD36-6C0B-355A-B4E9-E47D8F1397C5}"/>
          </ac:picMkLst>
        </pc:picChg>
      </pc:sldChg>
      <pc:sldChg chg="delSp modSp add mod">
        <pc:chgData name="Venkatesh Patil" userId="d9f36aa470552ec6" providerId="LiveId" clId="{1F0C1C64-C04D-48CB-8711-4A66D116FFE7}" dt="2024-01-11T17:28:36.571" v="22632" actId="20577"/>
        <pc:sldMkLst>
          <pc:docMk/>
          <pc:sldMk cId="1474564055" sldId="1195"/>
        </pc:sldMkLst>
        <pc:spChg chg="mod">
          <ac:chgData name="Venkatesh Patil" userId="d9f36aa470552ec6" providerId="LiveId" clId="{1F0C1C64-C04D-48CB-8711-4A66D116FFE7}" dt="2024-01-11T17:28:36.571" v="22632" actId="20577"/>
          <ac:spMkLst>
            <pc:docMk/>
            <pc:sldMk cId="1474564055" sldId="1195"/>
            <ac:spMk id="11" creationId="{0E60154F-A432-ADA0-7D90-5A162DF72276}"/>
          </ac:spMkLst>
        </pc:spChg>
        <pc:spChg chg="del">
          <ac:chgData name="Venkatesh Patil" userId="d9f36aa470552ec6" providerId="LiveId" clId="{1F0C1C64-C04D-48CB-8711-4A66D116FFE7}" dt="2024-01-11T17:26:59.682" v="22609" actId="478"/>
          <ac:spMkLst>
            <pc:docMk/>
            <pc:sldMk cId="1474564055" sldId="1195"/>
            <ac:spMk id="12" creationId="{CA993FEE-A083-0784-D0B2-00F3C4D7A48C}"/>
          </ac:spMkLst>
        </pc:spChg>
        <pc:picChg chg="del">
          <ac:chgData name="Venkatesh Patil" userId="d9f36aa470552ec6" providerId="LiveId" clId="{1F0C1C64-C04D-48CB-8711-4A66D116FFE7}" dt="2024-01-11T17:26:50.486" v="22607" actId="478"/>
          <ac:picMkLst>
            <pc:docMk/>
            <pc:sldMk cId="1474564055" sldId="1195"/>
            <ac:picMk id="9" creationId="{C52F052E-6357-A423-C8F4-C92AA718D3FF}"/>
          </ac:picMkLst>
        </pc:picChg>
        <pc:picChg chg="mod">
          <ac:chgData name="Venkatesh Patil" userId="d9f36aa470552ec6" providerId="LiveId" clId="{1F0C1C64-C04D-48CB-8711-4A66D116FFE7}" dt="2024-01-11T17:26:56.669" v="22608" actId="1076"/>
          <ac:picMkLst>
            <pc:docMk/>
            <pc:sldMk cId="1474564055" sldId="1195"/>
            <ac:picMk id="10" creationId="{A830FD36-6C0B-355A-B4E9-E47D8F1397C5}"/>
          </ac:picMkLst>
        </pc:picChg>
      </pc:sldChg>
      <pc:sldChg chg="addSp delSp modSp add del mod modAnim">
        <pc:chgData name="Venkatesh Patil" userId="d9f36aa470552ec6" providerId="LiveId" clId="{1F0C1C64-C04D-48CB-8711-4A66D116FFE7}" dt="2024-01-13T04:08:46.280" v="39086" actId="47"/>
        <pc:sldMkLst>
          <pc:docMk/>
          <pc:sldMk cId="3129931936" sldId="1196"/>
        </pc:sldMkLst>
        <pc:spChg chg="mod">
          <ac:chgData name="Venkatesh Patil" userId="d9f36aa470552ec6" providerId="LiveId" clId="{1F0C1C64-C04D-48CB-8711-4A66D116FFE7}" dt="2024-01-11T17:44:05.114" v="22682" actId="20577"/>
          <ac:spMkLst>
            <pc:docMk/>
            <pc:sldMk cId="3129931936" sldId="1196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8:09:08.651" v="23133" actId="14100"/>
          <ac:spMkLst>
            <pc:docMk/>
            <pc:sldMk cId="3129931936" sldId="1196"/>
            <ac:spMk id="3" creationId="{E2B2E24C-621E-60FD-8622-E48AFEA72431}"/>
          </ac:spMkLst>
        </pc:spChg>
        <pc:spChg chg="del mod">
          <ac:chgData name="Venkatesh Patil" userId="d9f36aa470552ec6" providerId="LiveId" clId="{1F0C1C64-C04D-48CB-8711-4A66D116FFE7}" dt="2024-01-11T17:46:51.332" v="22862" actId="478"/>
          <ac:spMkLst>
            <pc:docMk/>
            <pc:sldMk cId="3129931936" sldId="1196"/>
            <ac:spMk id="11" creationId="{A2CC7BF2-200A-724D-F64B-EADB804EB0D7}"/>
          </ac:spMkLst>
        </pc:spChg>
        <pc:spChg chg="mod">
          <ac:chgData name="Venkatesh Patil" userId="d9f36aa470552ec6" providerId="LiveId" clId="{1F0C1C64-C04D-48CB-8711-4A66D116FFE7}" dt="2024-01-11T17:46:31.936" v="22858"/>
          <ac:spMkLst>
            <pc:docMk/>
            <pc:sldMk cId="3129931936" sldId="1196"/>
            <ac:spMk id="12" creationId="{47AF13FB-F139-B06C-1E80-8786318DC3D1}"/>
          </ac:spMkLst>
        </pc:spChg>
        <pc:spChg chg="add del mod">
          <ac:chgData name="Venkatesh Patil" userId="d9f36aa470552ec6" providerId="LiveId" clId="{1F0C1C64-C04D-48CB-8711-4A66D116FFE7}" dt="2024-01-11T17:50:15.786" v="22916" actId="478"/>
          <ac:spMkLst>
            <pc:docMk/>
            <pc:sldMk cId="3129931936" sldId="1196"/>
            <ac:spMk id="13" creationId="{70306B5D-1819-EDB2-05D5-11046CD16615}"/>
          </ac:spMkLst>
        </pc:spChg>
        <pc:spChg chg="add mod">
          <ac:chgData name="Venkatesh Patil" userId="d9f36aa470552ec6" providerId="LiveId" clId="{1F0C1C64-C04D-48CB-8711-4A66D116FFE7}" dt="2024-01-11T18:10:19.434" v="23183" actId="20577"/>
          <ac:spMkLst>
            <pc:docMk/>
            <pc:sldMk cId="3129931936" sldId="1196"/>
            <ac:spMk id="14" creationId="{0CA41750-8999-8B4C-29D7-B84729BF504C}"/>
          </ac:spMkLst>
        </pc:spChg>
        <pc:grpChg chg="add mod">
          <ac:chgData name="Venkatesh Patil" userId="d9f36aa470552ec6" providerId="LiveId" clId="{1F0C1C64-C04D-48CB-8711-4A66D116FFE7}" dt="2024-01-11T18:09:14.529" v="23135" actId="1076"/>
          <ac:grpSpMkLst>
            <pc:docMk/>
            <pc:sldMk cId="3129931936" sldId="1196"/>
            <ac:grpSpMk id="9" creationId="{A7A46DDA-6D1B-6E22-31B3-0200FB201413}"/>
          </ac:grpSpMkLst>
        </pc:grpChg>
        <pc:picChg chg="add mod">
          <ac:chgData name="Venkatesh Patil" userId="d9f36aa470552ec6" providerId="LiveId" clId="{1F0C1C64-C04D-48CB-8711-4A66D116FFE7}" dt="2024-01-11T18:09:10.514" v="23134" actId="1076"/>
          <ac:picMkLst>
            <pc:docMk/>
            <pc:sldMk cId="3129931936" sldId="1196"/>
            <ac:picMk id="8" creationId="{186BF5C0-9FA2-FD86-C8FB-6C8F3B9B1622}"/>
          </ac:picMkLst>
        </pc:picChg>
        <pc:picChg chg="mod">
          <ac:chgData name="Venkatesh Patil" userId="d9f36aa470552ec6" providerId="LiveId" clId="{1F0C1C64-C04D-48CB-8711-4A66D116FFE7}" dt="2024-01-11T17:46:31.936" v="22858"/>
          <ac:picMkLst>
            <pc:docMk/>
            <pc:sldMk cId="3129931936" sldId="1196"/>
            <ac:picMk id="10" creationId="{273859A6-D687-EE32-315C-34C3154F2D19}"/>
          </ac:picMkLst>
        </pc:picChg>
      </pc:sldChg>
      <pc:sldChg chg="addSp delSp modSp add del mod modAnim">
        <pc:chgData name="Venkatesh Patil" userId="d9f36aa470552ec6" providerId="LiveId" clId="{1F0C1C64-C04D-48CB-8711-4A66D116FFE7}" dt="2024-01-13T04:08:47.070" v="39087" actId="47"/>
        <pc:sldMkLst>
          <pc:docMk/>
          <pc:sldMk cId="208736089" sldId="1197"/>
        </pc:sldMkLst>
        <pc:spChg chg="mod">
          <ac:chgData name="Venkatesh Patil" userId="d9f36aa470552ec6" providerId="LiveId" clId="{1F0C1C64-C04D-48CB-8711-4A66D116FFE7}" dt="2024-01-11T18:10:30.784" v="23191" actId="20577"/>
          <ac:spMkLst>
            <pc:docMk/>
            <pc:sldMk cId="208736089" sldId="1197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8:27:39.501" v="24074" actId="20577"/>
          <ac:spMkLst>
            <pc:docMk/>
            <pc:sldMk cId="208736089" sldId="1197"/>
            <ac:spMk id="3" creationId="{E2B2E24C-621E-60FD-8622-E48AFEA72431}"/>
          </ac:spMkLst>
        </pc:spChg>
        <pc:spChg chg="del">
          <ac:chgData name="Venkatesh Patil" userId="d9f36aa470552ec6" providerId="LiveId" clId="{1F0C1C64-C04D-48CB-8711-4A66D116FFE7}" dt="2024-01-11T18:14:36.379" v="23488" actId="478"/>
          <ac:spMkLst>
            <pc:docMk/>
            <pc:sldMk cId="208736089" sldId="1197"/>
            <ac:spMk id="14" creationId="{0CA41750-8999-8B4C-29D7-B84729BF504C}"/>
          </ac:spMkLst>
        </pc:spChg>
        <pc:grpChg chg="mod">
          <ac:chgData name="Venkatesh Patil" userId="d9f36aa470552ec6" providerId="LiveId" clId="{1F0C1C64-C04D-48CB-8711-4A66D116FFE7}" dt="2024-01-11T18:16:31.434" v="23568" actId="1076"/>
          <ac:grpSpMkLst>
            <pc:docMk/>
            <pc:sldMk cId="208736089" sldId="1197"/>
            <ac:grpSpMk id="9" creationId="{A7A46DDA-6D1B-6E22-31B3-0200FB201413}"/>
          </ac:grpSpMkLst>
        </pc:grpChg>
        <pc:picChg chg="del">
          <ac:chgData name="Venkatesh Patil" userId="d9f36aa470552ec6" providerId="LiveId" clId="{1F0C1C64-C04D-48CB-8711-4A66D116FFE7}" dt="2024-01-11T18:12:33.851" v="23340" actId="478"/>
          <ac:picMkLst>
            <pc:docMk/>
            <pc:sldMk cId="208736089" sldId="1197"/>
            <ac:picMk id="8" creationId="{186BF5C0-9FA2-FD86-C8FB-6C8F3B9B1622}"/>
          </ac:picMkLst>
        </pc:picChg>
        <pc:picChg chg="add mod">
          <ac:chgData name="Venkatesh Patil" userId="d9f36aa470552ec6" providerId="LiveId" clId="{1F0C1C64-C04D-48CB-8711-4A66D116FFE7}" dt="2024-01-11T18:14:00.209" v="23487" actId="1076"/>
          <ac:picMkLst>
            <pc:docMk/>
            <pc:sldMk cId="208736089" sldId="1197"/>
            <ac:picMk id="11" creationId="{1B8A3A1F-F1A5-E3F2-CD36-432C358AA13A}"/>
          </ac:picMkLst>
        </pc:picChg>
      </pc:sldChg>
      <pc:sldChg chg="delSp modSp add del mod delAnim">
        <pc:chgData name="Venkatesh Patil" userId="d9f36aa470552ec6" providerId="LiveId" clId="{1F0C1C64-C04D-48CB-8711-4A66D116FFE7}" dt="2024-01-13T04:08:48.204" v="39089" actId="47"/>
        <pc:sldMkLst>
          <pc:docMk/>
          <pc:sldMk cId="1909012186" sldId="1198"/>
        </pc:sldMkLst>
        <pc:spChg chg="mod">
          <ac:chgData name="Venkatesh Patil" userId="d9f36aa470552ec6" providerId="LiveId" clId="{1F0C1C64-C04D-48CB-8711-4A66D116FFE7}" dt="2024-01-11T18:42:35.172" v="25215" actId="20577"/>
          <ac:spMkLst>
            <pc:docMk/>
            <pc:sldMk cId="1909012186" sldId="1198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8:40:16.803" v="25151" actId="21"/>
          <ac:spMkLst>
            <pc:docMk/>
            <pc:sldMk cId="1909012186" sldId="1198"/>
            <ac:spMk id="3" creationId="{E2B2E24C-621E-60FD-8622-E48AFEA72431}"/>
          </ac:spMkLst>
        </pc:spChg>
        <pc:grpChg chg="del">
          <ac:chgData name="Venkatesh Patil" userId="d9f36aa470552ec6" providerId="LiveId" clId="{1F0C1C64-C04D-48CB-8711-4A66D116FFE7}" dt="2024-01-11T18:28:30.924" v="24111" actId="478"/>
          <ac:grpSpMkLst>
            <pc:docMk/>
            <pc:sldMk cId="1909012186" sldId="1198"/>
            <ac:grpSpMk id="9" creationId="{A7A46DDA-6D1B-6E22-31B3-0200FB201413}"/>
          </ac:grpSpMkLst>
        </pc:grpChg>
        <pc:picChg chg="del mod">
          <ac:chgData name="Venkatesh Patil" userId="d9f36aa470552ec6" providerId="LiveId" clId="{1F0C1C64-C04D-48CB-8711-4A66D116FFE7}" dt="2024-01-11T18:33:22.136" v="24598" actId="478"/>
          <ac:picMkLst>
            <pc:docMk/>
            <pc:sldMk cId="1909012186" sldId="1198"/>
            <ac:picMk id="11" creationId="{1B8A3A1F-F1A5-E3F2-CD36-432C358AA13A}"/>
          </ac:picMkLst>
        </pc:picChg>
      </pc:sldChg>
      <pc:sldChg chg="modSp add del mod">
        <pc:chgData name="Venkatesh Patil" userId="d9f36aa470552ec6" providerId="LiveId" clId="{1F0C1C64-C04D-48CB-8711-4A66D116FFE7}" dt="2024-01-11T18:50:21.982" v="25738" actId="47"/>
        <pc:sldMkLst>
          <pc:docMk/>
          <pc:sldMk cId="2494045278" sldId="1199"/>
        </pc:sldMkLst>
        <pc:spChg chg="mod">
          <ac:chgData name="Venkatesh Patil" userId="d9f36aa470552ec6" providerId="LiveId" clId="{1F0C1C64-C04D-48CB-8711-4A66D116FFE7}" dt="2024-01-11T18:40:35.912" v="25165" actId="20577"/>
          <ac:spMkLst>
            <pc:docMk/>
            <pc:sldMk cId="2494045278" sldId="1199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8:41:04.175" v="25202" actId="20577"/>
          <ac:spMkLst>
            <pc:docMk/>
            <pc:sldMk cId="2494045278" sldId="1199"/>
            <ac:spMk id="3" creationId="{E2B2E24C-621E-60FD-8622-E48AFEA72431}"/>
          </ac:spMkLst>
        </pc:spChg>
      </pc:sldChg>
      <pc:sldChg chg="addSp modSp add del mod">
        <pc:chgData name="Venkatesh Patil" userId="d9f36aa470552ec6" providerId="LiveId" clId="{1F0C1C64-C04D-48CB-8711-4A66D116FFE7}" dt="2024-01-13T04:08:48.817" v="39090" actId="47"/>
        <pc:sldMkLst>
          <pc:docMk/>
          <pc:sldMk cId="226818788" sldId="1200"/>
        </pc:sldMkLst>
        <pc:spChg chg="mod">
          <ac:chgData name="Venkatesh Patil" userId="d9f36aa470552ec6" providerId="LiveId" clId="{1F0C1C64-C04D-48CB-8711-4A66D116FFE7}" dt="2024-01-11T18:43:03.542" v="25228" actId="20577"/>
          <ac:spMkLst>
            <pc:docMk/>
            <pc:sldMk cId="226818788" sldId="1200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8:49:41.881" v="25737" actId="5793"/>
          <ac:spMkLst>
            <pc:docMk/>
            <pc:sldMk cId="226818788" sldId="1200"/>
            <ac:spMk id="3" creationId="{E2B2E24C-621E-60FD-8622-E48AFEA72431}"/>
          </ac:spMkLst>
        </pc:spChg>
        <pc:picChg chg="add mod">
          <ac:chgData name="Venkatesh Patil" userId="d9f36aa470552ec6" providerId="LiveId" clId="{1F0C1C64-C04D-48CB-8711-4A66D116FFE7}" dt="2024-01-11T18:47:39.221" v="25505" actId="1076"/>
          <ac:picMkLst>
            <pc:docMk/>
            <pc:sldMk cId="226818788" sldId="1200"/>
            <ac:picMk id="9" creationId="{A1E551A6-2DFC-FC12-31CC-E7DE8362952B}"/>
          </ac:picMkLst>
        </pc:picChg>
      </pc:sldChg>
      <pc:sldChg chg="add del">
        <pc:chgData name="Venkatesh Patil" userId="d9f36aa470552ec6" providerId="LiveId" clId="{1F0C1C64-C04D-48CB-8711-4A66D116FFE7}" dt="2024-01-11T18:51:19.628" v="25742" actId="47"/>
        <pc:sldMkLst>
          <pc:docMk/>
          <pc:sldMk cId="360142066" sldId="1201"/>
        </pc:sldMkLst>
      </pc:sldChg>
      <pc:sldChg chg="delSp modSp add del mod">
        <pc:chgData name="Venkatesh Patil" userId="d9f36aa470552ec6" providerId="LiveId" clId="{1F0C1C64-C04D-48CB-8711-4A66D116FFE7}" dt="2024-01-13T04:08:47.567" v="39088" actId="47"/>
        <pc:sldMkLst>
          <pc:docMk/>
          <pc:sldMk cId="3514767895" sldId="1201"/>
        </pc:sldMkLst>
        <pc:spChg chg="mod">
          <ac:chgData name="Venkatesh Patil" userId="d9f36aa470552ec6" providerId="LiveId" clId="{1F0C1C64-C04D-48CB-8711-4A66D116FFE7}" dt="2024-01-11T18:51:27.011" v="25752" actId="20577"/>
          <ac:spMkLst>
            <pc:docMk/>
            <pc:sldMk cId="3514767895" sldId="1201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18:53:56" v="25978" actId="20577"/>
          <ac:spMkLst>
            <pc:docMk/>
            <pc:sldMk cId="3514767895" sldId="1201"/>
            <ac:spMk id="3" creationId="{E2B2E24C-621E-60FD-8622-E48AFEA72431}"/>
          </ac:spMkLst>
        </pc:spChg>
        <pc:grpChg chg="mod">
          <ac:chgData name="Venkatesh Patil" userId="d9f36aa470552ec6" providerId="LiveId" clId="{1F0C1C64-C04D-48CB-8711-4A66D116FFE7}" dt="2024-01-11T18:54:02.940" v="25980" actId="1076"/>
          <ac:grpSpMkLst>
            <pc:docMk/>
            <pc:sldMk cId="3514767895" sldId="1201"/>
            <ac:grpSpMk id="9" creationId="{A7A46DDA-6D1B-6E22-31B3-0200FB201413}"/>
          </ac:grpSpMkLst>
        </pc:grpChg>
        <pc:picChg chg="del">
          <ac:chgData name="Venkatesh Patil" userId="d9f36aa470552ec6" providerId="LiveId" clId="{1F0C1C64-C04D-48CB-8711-4A66D116FFE7}" dt="2024-01-11T18:54:00.459" v="25979" actId="478"/>
          <ac:picMkLst>
            <pc:docMk/>
            <pc:sldMk cId="3514767895" sldId="1201"/>
            <ac:picMk id="11" creationId="{1B8A3A1F-F1A5-E3F2-CD36-432C358AA13A}"/>
          </ac:picMkLst>
        </pc:picChg>
      </pc:sldChg>
      <pc:sldChg chg="add ord">
        <pc:chgData name="Venkatesh Patil" userId="d9f36aa470552ec6" providerId="LiveId" clId="{1F0C1C64-C04D-48CB-8711-4A66D116FFE7}" dt="2024-01-11T19:52:39.806" v="26161"/>
        <pc:sldMkLst>
          <pc:docMk/>
          <pc:sldMk cId="43108961" sldId="1202"/>
        </pc:sldMkLst>
      </pc:sldChg>
      <pc:sldChg chg="add del">
        <pc:chgData name="Venkatesh Patil" userId="d9f36aa470552ec6" providerId="LiveId" clId="{1F0C1C64-C04D-48CB-8711-4A66D116FFE7}" dt="2024-01-11T19:52:27.858" v="26158" actId="47"/>
        <pc:sldMkLst>
          <pc:docMk/>
          <pc:sldMk cId="3067100026" sldId="1202"/>
        </pc:sldMkLst>
      </pc:sldChg>
      <pc:sldChg chg="modSp add mod ord modShow">
        <pc:chgData name="Venkatesh Patil" userId="d9f36aa470552ec6" providerId="LiveId" clId="{1F0C1C64-C04D-48CB-8711-4A66D116FFE7}" dt="2024-01-11T23:28:25.481" v="27196" actId="20577"/>
        <pc:sldMkLst>
          <pc:docMk/>
          <pc:sldMk cId="2389264002" sldId="1203"/>
        </pc:sldMkLst>
        <pc:spChg chg="mod">
          <ac:chgData name="Venkatesh Patil" userId="d9f36aa470552ec6" providerId="LiveId" clId="{1F0C1C64-C04D-48CB-8711-4A66D116FFE7}" dt="2024-01-11T23:27:23.112" v="27195" actId="20577"/>
          <ac:spMkLst>
            <pc:docMk/>
            <pc:sldMk cId="2389264002" sldId="1203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23:28:25.481" v="27196" actId="20577"/>
          <ac:spMkLst>
            <pc:docMk/>
            <pc:sldMk cId="2389264002" sldId="1203"/>
            <ac:spMk id="3" creationId="{E2B2E24C-621E-60FD-8622-E48AFEA72431}"/>
          </ac:spMkLst>
        </pc:spChg>
      </pc:sldChg>
      <pc:sldChg chg="addSp modSp add mod ord">
        <pc:chgData name="Venkatesh Patil" userId="d9f36aa470552ec6" providerId="LiveId" clId="{1F0C1C64-C04D-48CB-8711-4A66D116FFE7}" dt="2024-01-11T23:48:28.700" v="28380" actId="1076"/>
        <pc:sldMkLst>
          <pc:docMk/>
          <pc:sldMk cId="2358586913" sldId="1204"/>
        </pc:sldMkLst>
        <pc:spChg chg="mod">
          <ac:chgData name="Venkatesh Patil" userId="d9f36aa470552ec6" providerId="LiveId" clId="{1F0C1C64-C04D-48CB-8711-4A66D116FFE7}" dt="2024-01-11T23:44:24.479" v="28259" actId="20577"/>
          <ac:spMkLst>
            <pc:docMk/>
            <pc:sldMk cId="2358586913" sldId="1204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1T23:48:28.700" v="28380" actId="1076"/>
          <ac:spMkLst>
            <pc:docMk/>
            <pc:sldMk cId="2358586913" sldId="1204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1T23:47:34.144" v="28354" actId="21"/>
          <ac:spMkLst>
            <pc:docMk/>
            <pc:sldMk cId="2358586913" sldId="1204"/>
            <ac:spMk id="11" creationId="{C9584168-3BE5-9FAB-D633-CA2B84BCD5C2}"/>
          </ac:spMkLst>
        </pc:spChg>
        <pc:spChg chg="add mod">
          <ac:chgData name="Venkatesh Patil" userId="d9f36aa470552ec6" providerId="LiveId" clId="{1F0C1C64-C04D-48CB-8711-4A66D116FFE7}" dt="2024-01-11T23:48:19.564" v="28379" actId="20577"/>
          <ac:spMkLst>
            <pc:docMk/>
            <pc:sldMk cId="2358586913" sldId="1204"/>
            <ac:spMk id="13" creationId="{401F4C77-1DC8-9005-63F2-153FB8BCFAE5}"/>
          </ac:spMkLst>
        </pc:spChg>
        <pc:picChg chg="add mod">
          <ac:chgData name="Venkatesh Patil" userId="d9f36aa470552ec6" providerId="LiveId" clId="{1F0C1C64-C04D-48CB-8711-4A66D116FFE7}" dt="2024-01-11T23:47:53.468" v="28358" actId="1076"/>
          <ac:picMkLst>
            <pc:docMk/>
            <pc:sldMk cId="2358586913" sldId="1204"/>
            <ac:picMk id="9" creationId="{B0A98D77-D99E-450A-51EF-BF28992EEE73}"/>
          </ac:picMkLst>
        </pc:picChg>
      </pc:sldChg>
      <pc:sldChg chg="addSp delSp modSp add mod">
        <pc:chgData name="Venkatesh Patil" userId="d9f36aa470552ec6" providerId="LiveId" clId="{1F0C1C64-C04D-48CB-8711-4A66D116FFE7}" dt="2024-01-12T00:14:44.985" v="29385" actId="20577"/>
        <pc:sldMkLst>
          <pc:docMk/>
          <pc:sldMk cId="3469651714" sldId="1205"/>
        </pc:sldMkLst>
        <pc:spChg chg="mod">
          <ac:chgData name="Venkatesh Patil" userId="d9f36aa470552ec6" providerId="LiveId" clId="{1F0C1C64-C04D-48CB-8711-4A66D116FFE7}" dt="2024-01-12T00:00:00.208" v="28988" actId="1076"/>
          <ac:spMkLst>
            <pc:docMk/>
            <pc:sldMk cId="3469651714" sldId="1205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2T00:14:44.985" v="29385" actId="20577"/>
          <ac:spMkLst>
            <pc:docMk/>
            <pc:sldMk cId="3469651714" sldId="1205"/>
            <ac:spMk id="8" creationId="{32C0220E-5CF2-9D59-1D80-F6F88B8FD9BE}"/>
          </ac:spMkLst>
        </pc:spChg>
        <pc:spChg chg="mod">
          <ac:chgData name="Venkatesh Patil" userId="d9f36aa470552ec6" providerId="LiveId" clId="{1F0C1C64-C04D-48CB-8711-4A66D116FFE7}" dt="2024-01-12T00:14:31.045" v="29381" actId="20577"/>
          <ac:spMkLst>
            <pc:docMk/>
            <pc:sldMk cId="3469651714" sldId="1205"/>
            <ac:spMk id="11" creationId="{C9584168-3BE5-9FAB-D633-CA2B84BCD5C2}"/>
          </ac:spMkLst>
        </pc:spChg>
        <pc:spChg chg="del">
          <ac:chgData name="Venkatesh Patil" userId="d9f36aa470552ec6" providerId="LiveId" clId="{1F0C1C64-C04D-48CB-8711-4A66D116FFE7}" dt="2024-01-11T23:49:29.174" v="28382" actId="478"/>
          <ac:spMkLst>
            <pc:docMk/>
            <pc:sldMk cId="3469651714" sldId="1205"/>
            <ac:spMk id="13" creationId="{401F4C77-1DC8-9005-63F2-153FB8BCFAE5}"/>
          </ac:spMkLst>
        </pc:spChg>
        <pc:picChg chg="mod">
          <ac:chgData name="Venkatesh Patil" userId="d9f36aa470552ec6" providerId="LiveId" clId="{1F0C1C64-C04D-48CB-8711-4A66D116FFE7}" dt="2024-01-12T00:00:22.919" v="28993" actId="1076"/>
          <ac:picMkLst>
            <pc:docMk/>
            <pc:sldMk cId="3469651714" sldId="1205"/>
            <ac:picMk id="9" creationId="{B0A98D77-D99E-450A-51EF-BF28992EEE73}"/>
          </ac:picMkLst>
        </pc:picChg>
      </pc:sldChg>
      <pc:sldChg chg="new del">
        <pc:chgData name="Venkatesh Patil" userId="d9f36aa470552ec6" providerId="LiveId" clId="{1F0C1C64-C04D-48CB-8711-4A66D116FFE7}" dt="2024-01-12T22:33:22.379" v="30153" actId="47"/>
        <pc:sldMkLst>
          <pc:docMk/>
          <pc:sldMk cId="2424985058" sldId="1206"/>
        </pc:sldMkLst>
      </pc:sldChg>
      <pc:sldChg chg="modSp add mod">
        <pc:chgData name="Venkatesh Patil" userId="d9f36aa470552ec6" providerId="LiveId" clId="{1F0C1C64-C04D-48CB-8711-4A66D116FFE7}" dt="2024-01-13T17:39:01.287" v="39108" actId="114"/>
        <pc:sldMkLst>
          <pc:docMk/>
          <pc:sldMk cId="3882187748" sldId="1206"/>
        </pc:sldMkLst>
        <pc:spChg chg="mod">
          <ac:chgData name="Venkatesh Patil" userId="d9f36aa470552ec6" providerId="LiveId" clId="{1F0C1C64-C04D-48CB-8711-4A66D116FFE7}" dt="2024-01-12T22:37:42.167" v="30552" actId="20577"/>
          <ac:spMkLst>
            <pc:docMk/>
            <pc:sldMk cId="3882187748" sldId="1206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17:39:01.287" v="39108" actId="114"/>
          <ac:spMkLst>
            <pc:docMk/>
            <pc:sldMk cId="3882187748" sldId="1206"/>
            <ac:spMk id="3" creationId="{E2B2E24C-621E-60FD-8622-E48AFEA72431}"/>
          </ac:spMkLst>
        </pc:spChg>
      </pc:sldChg>
      <pc:sldChg chg="new del">
        <pc:chgData name="Venkatesh Patil" userId="d9f36aa470552ec6" providerId="LiveId" clId="{1F0C1C64-C04D-48CB-8711-4A66D116FFE7}" dt="2024-01-12T22:33:23.938" v="30154" actId="47"/>
        <pc:sldMkLst>
          <pc:docMk/>
          <pc:sldMk cId="3150507974" sldId="1207"/>
        </pc:sldMkLst>
      </pc:sldChg>
      <pc:sldChg chg="addSp modSp add mod modShow">
        <pc:chgData name="Venkatesh Patil" userId="d9f36aa470552ec6" providerId="LiveId" clId="{1F0C1C64-C04D-48CB-8711-4A66D116FFE7}" dt="2024-01-13T18:29:06.552" v="40885" actId="729"/>
        <pc:sldMkLst>
          <pc:docMk/>
          <pc:sldMk cId="3562818231" sldId="1207"/>
        </pc:sldMkLst>
        <pc:spChg chg="mod">
          <ac:chgData name="Venkatesh Patil" userId="d9f36aa470552ec6" providerId="LiveId" clId="{1F0C1C64-C04D-48CB-8711-4A66D116FFE7}" dt="2024-01-13T18:28:51.104" v="40883" actId="14100"/>
          <ac:spMkLst>
            <pc:docMk/>
            <pc:sldMk cId="3562818231" sldId="1207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3T18:20:31.494" v="40488" actId="20577"/>
          <ac:spMkLst>
            <pc:docMk/>
            <pc:sldMk cId="3562818231" sldId="1207"/>
            <ac:spMk id="10" creationId="{9CE1B9E4-C977-C9C0-70DA-14EC6D2732EC}"/>
          </ac:spMkLst>
        </pc:spChg>
        <pc:picChg chg="add mod">
          <ac:chgData name="Venkatesh Patil" userId="d9f36aa470552ec6" providerId="LiveId" clId="{1F0C1C64-C04D-48CB-8711-4A66D116FFE7}" dt="2024-01-13T18:28:53.970" v="40884" actId="1076"/>
          <ac:picMkLst>
            <pc:docMk/>
            <pc:sldMk cId="3562818231" sldId="1207"/>
            <ac:picMk id="9" creationId="{CBF2F21E-A36D-D5B8-5470-8D34EF3F9EB8}"/>
          </ac:picMkLst>
        </pc:picChg>
      </pc:sldChg>
      <pc:sldChg chg="new del">
        <pc:chgData name="Venkatesh Patil" userId="d9f36aa470552ec6" providerId="LiveId" clId="{1F0C1C64-C04D-48CB-8711-4A66D116FFE7}" dt="2024-01-12T22:33:20.880" v="30152" actId="47"/>
        <pc:sldMkLst>
          <pc:docMk/>
          <pc:sldMk cId="4084530093" sldId="1208"/>
        </pc:sldMkLst>
      </pc:sldChg>
      <pc:sldChg chg="add del">
        <pc:chgData name="Venkatesh Patil" userId="d9f36aa470552ec6" providerId="LiveId" clId="{1F0C1C64-C04D-48CB-8711-4A66D116FFE7}" dt="2024-01-13T17:44:28.307" v="39235" actId="47"/>
        <pc:sldMkLst>
          <pc:docMk/>
          <pc:sldMk cId="4164348152" sldId="1208"/>
        </pc:sldMkLst>
      </pc:sldChg>
      <pc:sldChg chg="modSp add mod modAnim">
        <pc:chgData name="Venkatesh Patil" userId="d9f36aa470552ec6" providerId="LiveId" clId="{1F0C1C64-C04D-48CB-8711-4A66D116FFE7}" dt="2024-01-13T17:58:30.630" v="39730"/>
        <pc:sldMkLst>
          <pc:docMk/>
          <pc:sldMk cId="2730504246" sldId="1209"/>
        </pc:sldMkLst>
        <pc:spChg chg="mod">
          <ac:chgData name="Venkatesh Patil" userId="d9f36aa470552ec6" providerId="LiveId" clId="{1F0C1C64-C04D-48CB-8711-4A66D116FFE7}" dt="2024-01-13T17:57:20.283" v="39722" actId="20577"/>
          <ac:spMkLst>
            <pc:docMk/>
            <pc:sldMk cId="2730504246" sldId="1209"/>
            <ac:spMk id="3" creationId="{E2B2E24C-621E-60FD-8622-E48AFEA72431}"/>
          </ac:spMkLst>
        </pc:spChg>
      </pc:sldChg>
      <pc:sldChg chg="modSp add mod modAnim">
        <pc:chgData name="Venkatesh Patil" userId="d9f36aa470552ec6" providerId="LiveId" clId="{1F0C1C64-C04D-48CB-8711-4A66D116FFE7}" dt="2024-01-13T01:35:50.348" v="34569" actId="20577"/>
        <pc:sldMkLst>
          <pc:docMk/>
          <pc:sldMk cId="2139203174" sldId="1210"/>
        </pc:sldMkLst>
        <pc:spChg chg="mod">
          <ac:chgData name="Venkatesh Patil" userId="d9f36aa470552ec6" providerId="LiveId" clId="{1F0C1C64-C04D-48CB-8711-4A66D116FFE7}" dt="2024-01-13T00:34:45.087" v="33987" actId="20577"/>
          <ac:spMkLst>
            <pc:docMk/>
            <pc:sldMk cId="2139203174" sldId="1210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01:35:50.348" v="34569" actId="20577"/>
          <ac:spMkLst>
            <pc:docMk/>
            <pc:sldMk cId="2139203174" sldId="1210"/>
            <ac:spMk id="3" creationId="{E2B2E24C-621E-60FD-8622-E48AFEA72431}"/>
          </ac:spMkLst>
        </pc:spChg>
      </pc:sldChg>
      <pc:sldChg chg="addSp delSp modSp add mod addAnim delAnim modAnim">
        <pc:chgData name="Venkatesh Patil" userId="d9f36aa470552ec6" providerId="LiveId" clId="{1F0C1C64-C04D-48CB-8711-4A66D116FFE7}" dt="2024-01-13T18:33:40.266" v="40886"/>
        <pc:sldMkLst>
          <pc:docMk/>
          <pc:sldMk cId="965677607" sldId="1211"/>
        </pc:sldMkLst>
        <pc:spChg chg="mod">
          <ac:chgData name="Venkatesh Patil" userId="d9f36aa470552ec6" providerId="LiveId" clId="{1F0C1C64-C04D-48CB-8711-4A66D116FFE7}" dt="2024-01-13T02:08:16.045" v="35379" actId="20577"/>
          <ac:spMkLst>
            <pc:docMk/>
            <pc:sldMk cId="965677607" sldId="1211"/>
            <ac:spMk id="2" creationId="{99E8BF50-85F7-89D0-EDC7-AEB9D4C67745}"/>
          </ac:spMkLst>
        </pc:spChg>
        <pc:spChg chg="add del mod">
          <ac:chgData name="Venkatesh Patil" userId="d9f36aa470552ec6" providerId="LiveId" clId="{1F0C1C64-C04D-48CB-8711-4A66D116FFE7}" dt="2024-01-13T02:07:08.390" v="35365" actId="478"/>
          <ac:spMkLst>
            <pc:docMk/>
            <pc:sldMk cId="965677607" sldId="1211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3T02:05:34.846" v="35351" actId="478"/>
          <ac:spMkLst>
            <pc:docMk/>
            <pc:sldMk cId="965677607" sldId="1211"/>
            <ac:spMk id="10" creationId="{E94F8473-0D68-9F30-F652-A35B93C181DF}"/>
          </ac:spMkLst>
        </pc:spChg>
        <pc:spChg chg="add del mod">
          <ac:chgData name="Venkatesh Patil" userId="d9f36aa470552ec6" providerId="LiveId" clId="{1F0C1C64-C04D-48CB-8711-4A66D116FFE7}" dt="2024-01-13T02:07:11.141" v="35366" actId="478"/>
          <ac:spMkLst>
            <pc:docMk/>
            <pc:sldMk cId="965677607" sldId="1211"/>
            <ac:spMk id="12" creationId="{8325EFD8-5B2D-548C-3196-F3FFF6966ECF}"/>
          </ac:spMkLst>
        </pc:spChg>
        <pc:spChg chg="add del mod">
          <ac:chgData name="Venkatesh Patil" userId="d9f36aa470552ec6" providerId="LiveId" clId="{1F0C1C64-C04D-48CB-8711-4A66D116FFE7}" dt="2024-01-13T02:11:33.690" v="35397" actId="478"/>
          <ac:spMkLst>
            <pc:docMk/>
            <pc:sldMk cId="965677607" sldId="1211"/>
            <ac:spMk id="14" creationId="{596CDAD3-E20C-DC7D-622E-CBA7A52E26C3}"/>
          </ac:spMkLst>
        </pc:spChg>
        <pc:graphicFrameChg chg="add mod modGraphic">
          <ac:chgData name="Venkatesh Patil" userId="d9f36aa470552ec6" providerId="LiveId" clId="{1F0C1C64-C04D-48CB-8711-4A66D116FFE7}" dt="2024-01-13T18:33:40.266" v="40886"/>
          <ac:graphicFrameMkLst>
            <pc:docMk/>
            <pc:sldMk cId="965677607" sldId="1211"/>
            <ac:graphicFrameMk id="8" creationId="{9DDD5CFA-9163-F63F-7A77-C3865FC4A20E}"/>
          </ac:graphicFrameMkLst>
        </pc:graphicFrameChg>
      </pc:sldChg>
      <pc:sldChg chg="addSp delSp modSp add mod ord">
        <pc:chgData name="Venkatesh Patil" userId="d9f36aa470552ec6" providerId="LiveId" clId="{1F0C1C64-C04D-48CB-8711-4A66D116FFE7}" dt="2024-01-13T03:44:17.637" v="38419" actId="14100"/>
        <pc:sldMkLst>
          <pc:docMk/>
          <pc:sldMk cId="3458155074" sldId="1212"/>
        </pc:sldMkLst>
        <pc:spChg chg="mod">
          <ac:chgData name="Venkatesh Patil" userId="d9f36aa470552ec6" providerId="LiveId" clId="{1F0C1C64-C04D-48CB-8711-4A66D116FFE7}" dt="2024-01-13T03:40:31.768" v="38143" actId="20577"/>
          <ac:spMkLst>
            <pc:docMk/>
            <pc:sldMk cId="3458155074" sldId="1212"/>
            <ac:spMk id="2" creationId="{99E8BF50-85F7-89D0-EDC7-AEB9D4C67745}"/>
          </ac:spMkLst>
        </pc:spChg>
        <pc:spChg chg="add mod">
          <ac:chgData name="Venkatesh Patil" userId="d9f36aa470552ec6" providerId="LiveId" clId="{1F0C1C64-C04D-48CB-8711-4A66D116FFE7}" dt="2024-01-13T03:44:17.637" v="38419" actId="14100"/>
          <ac:spMkLst>
            <pc:docMk/>
            <pc:sldMk cId="3458155074" sldId="1212"/>
            <ac:spMk id="14" creationId="{861B6917-0979-35FB-785A-26F4D663258D}"/>
          </ac:spMkLst>
        </pc:spChg>
        <pc:graphicFrameChg chg="del">
          <ac:chgData name="Venkatesh Patil" userId="d9f36aa470552ec6" providerId="LiveId" clId="{1F0C1C64-C04D-48CB-8711-4A66D116FFE7}" dt="2024-01-13T02:21:05.215" v="35415" actId="478"/>
          <ac:graphicFrameMkLst>
            <pc:docMk/>
            <pc:sldMk cId="3458155074" sldId="1212"/>
            <ac:graphicFrameMk id="8" creationId="{9DDD5CFA-9163-F63F-7A77-C3865FC4A20E}"/>
          </ac:graphicFrameMkLst>
        </pc:graphicFrameChg>
        <pc:picChg chg="add del mod">
          <ac:chgData name="Venkatesh Patil" userId="d9f36aa470552ec6" providerId="LiveId" clId="{1F0C1C64-C04D-48CB-8711-4A66D116FFE7}" dt="2024-01-13T02:12:19.219" v="35401" actId="478"/>
          <ac:picMkLst>
            <pc:docMk/>
            <pc:sldMk cId="3458155074" sldId="1212"/>
            <ac:picMk id="9" creationId="{BCE359D7-1D15-544B-9C3D-86E4DEFC45E9}"/>
          </ac:picMkLst>
        </pc:picChg>
        <pc:picChg chg="add del mod">
          <ac:chgData name="Venkatesh Patil" userId="d9f36aa470552ec6" providerId="LiveId" clId="{1F0C1C64-C04D-48CB-8711-4A66D116FFE7}" dt="2024-01-13T02:18:09.355" v="35404" actId="478"/>
          <ac:picMkLst>
            <pc:docMk/>
            <pc:sldMk cId="3458155074" sldId="1212"/>
            <ac:picMk id="11" creationId="{987AD02B-57D7-7070-3BDE-AD70665C20F9}"/>
          </ac:picMkLst>
        </pc:picChg>
        <pc:picChg chg="add mod">
          <ac:chgData name="Venkatesh Patil" userId="d9f36aa470552ec6" providerId="LiveId" clId="{1F0C1C64-C04D-48CB-8711-4A66D116FFE7}" dt="2024-01-13T03:44:11.284" v="38418" actId="1440"/>
          <ac:picMkLst>
            <pc:docMk/>
            <pc:sldMk cId="3458155074" sldId="1212"/>
            <ac:picMk id="13" creationId="{D2089096-5476-ED09-88E1-0B652492CDE4}"/>
          </ac:picMkLst>
        </pc:picChg>
      </pc:sldChg>
      <pc:sldChg chg="addSp delSp modSp add mod ord modAnim">
        <pc:chgData name="Venkatesh Patil" userId="d9f36aa470552ec6" providerId="LiveId" clId="{1F0C1C64-C04D-48CB-8711-4A66D116FFE7}" dt="2024-01-13T02:30:01.277" v="35851" actId="478"/>
        <pc:sldMkLst>
          <pc:docMk/>
          <pc:sldMk cId="3436986724" sldId="1213"/>
        </pc:sldMkLst>
        <pc:spChg chg="mod">
          <ac:chgData name="Venkatesh Patil" userId="d9f36aa470552ec6" providerId="LiveId" clId="{1F0C1C64-C04D-48CB-8711-4A66D116FFE7}" dt="2024-01-13T02:21:16.002" v="35430" actId="20577"/>
          <ac:spMkLst>
            <pc:docMk/>
            <pc:sldMk cId="3436986724" sldId="1213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02:24:52.686" v="35814" actId="20577"/>
          <ac:spMkLst>
            <pc:docMk/>
            <pc:sldMk cId="3436986724" sldId="1213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3T02:30:01.277" v="35851" actId="478"/>
          <ac:spMkLst>
            <pc:docMk/>
            <pc:sldMk cId="3436986724" sldId="1213"/>
            <ac:spMk id="14" creationId="{2BAF5559-AEE5-103F-98D5-12CB43737498}"/>
          </ac:spMkLst>
        </pc:spChg>
        <pc:picChg chg="add mod">
          <ac:chgData name="Venkatesh Patil" userId="d9f36aa470552ec6" providerId="LiveId" clId="{1F0C1C64-C04D-48CB-8711-4A66D116FFE7}" dt="2024-01-13T02:26:47.242" v="35826" actId="1440"/>
          <ac:picMkLst>
            <pc:docMk/>
            <pc:sldMk cId="3436986724" sldId="1213"/>
            <ac:picMk id="9" creationId="{CAB6D266-1B2E-E01B-5D3F-A91988D6C93F}"/>
          </ac:picMkLst>
        </pc:picChg>
        <pc:picChg chg="add mod">
          <ac:chgData name="Venkatesh Patil" userId="d9f36aa470552ec6" providerId="LiveId" clId="{1F0C1C64-C04D-48CB-8711-4A66D116FFE7}" dt="2024-01-13T02:26:57.119" v="35829" actId="1440"/>
          <ac:picMkLst>
            <pc:docMk/>
            <pc:sldMk cId="3436986724" sldId="1213"/>
            <ac:picMk id="11" creationId="{60ABAB6F-233C-5D74-CFFC-FC8F46FF319B}"/>
          </ac:picMkLst>
        </pc:picChg>
        <pc:picChg chg="add mod">
          <ac:chgData name="Venkatesh Patil" userId="d9f36aa470552ec6" providerId="LiveId" clId="{1F0C1C64-C04D-48CB-8711-4A66D116FFE7}" dt="2024-01-13T02:26:54.045" v="35828" actId="1440"/>
          <ac:picMkLst>
            <pc:docMk/>
            <pc:sldMk cId="3436986724" sldId="1213"/>
            <ac:picMk id="13" creationId="{127E5594-FBA5-3790-AF77-958E9E64502D}"/>
          </ac:picMkLst>
        </pc:picChg>
      </pc:sldChg>
      <pc:sldChg chg="addSp delSp modSp add mod modAnim">
        <pc:chgData name="Venkatesh Patil" userId="d9f36aa470552ec6" providerId="LiveId" clId="{1F0C1C64-C04D-48CB-8711-4A66D116FFE7}" dt="2024-01-13T20:06:40.657" v="42080" actId="478"/>
        <pc:sldMkLst>
          <pc:docMk/>
          <pc:sldMk cId="1047888053" sldId="1214"/>
        </pc:sldMkLst>
        <pc:spChg chg="mod">
          <ac:chgData name="Venkatesh Patil" userId="d9f36aa470552ec6" providerId="LiveId" clId="{1F0C1C64-C04D-48CB-8711-4A66D116FFE7}" dt="2024-01-13T02:32:42.556" v="35875" actId="20577"/>
          <ac:spMkLst>
            <pc:docMk/>
            <pc:sldMk cId="1047888053" sldId="1214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02:36:42.563" v="36270" actId="114"/>
          <ac:spMkLst>
            <pc:docMk/>
            <pc:sldMk cId="1047888053" sldId="1214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3T20:06:40.657" v="42080" actId="478"/>
          <ac:spMkLst>
            <pc:docMk/>
            <pc:sldMk cId="1047888053" sldId="1214"/>
            <ac:spMk id="16" creationId="{FEF93504-D402-3972-8CCF-3AAE555C4A24}"/>
          </ac:spMkLst>
        </pc:spChg>
        <pc:picChg chg="del">
          <ac:chgData name="Venkatesh Patil" userId="d9f36aa470552ec6" providerId="LiveId" clId="{1F0C1C64-C04D-48CB-8711-4A66D116FFE7}" dt="2024-01-13T02:35:35.419" v="36141" actId="478"/>
          <ac:picMkLst>
            <pc:docMk/>
            <pc:sldMk cId="1047888053" sldId="1214"/>
            <ac:picMk id="9" creationId="{CAB6D266-1B2E-E01B-5D3F-A91988D6C93F}"/>
          </ac:picMkLst>
        </pc:picChg>
        <pc:picChg chg="add mod">
          <ac:chgData name="Venkatesh Patil" userId="d9f36aa470552ec6" providerId="LiveId" clId="{1F0C1C64-C04D-48CB-8711-4A66D116FFE7}" dt="2024-01-13T02:38:17.541" v="36276" actId="1440"/>
          <ac:picMkLst>
            <pc:docMk/>
            <pc:sldMk cId="1047888053" sldId="1214"/>
            <ac:picMk id="10" creationId="{4E8AEE72-D06B-DE56-A6B3-48216601303A}"/>
          </ac:picMkLst>
        </pc:picChg>
        <pc:picChg chg="del">
          <ac:chgData name="Venkatesh Patil" userId="d9f36aa470552ec6" providerId="LiveId" clId="{1F0C1C64-C04D-48CB-8711-4A66D116FFE7}" dt="2024-01-13T02:35:36.816" v="36143" actId="478"/>
          <ac:picMkLst>
            <pc:docMk/>
            <pc:sldMk cId="1047888053" sldId="1214"/>
            <ac:picMk id="11" creationId="{60ABAB6F-233C-5D74-CFFC-FC8F46FF319B}"/>
          </ac:picMkLst>
        </pc:picChg>
        <pc:picChg chg="del">
          <ac:chgData name="Venkatesh Patil" userId="d9f36aa470552ec6" providerId="LiveId" clId="{1F0C1C64-C04D-48CB-8711-4A66D116FFE7}" dt="2024-01-13T02:35:36.112" v="36142" actId="478"/>
          <ac:picMkLst>
            <pc:docMk/>
            <pc:sldMk cId="1047888053" sldId="1214"/>
            <ac:picMk id="13" creationId="{127E5594-FBA5-3790-AF77-958E9E64502D}"/>
          </ac:picMkLst>
        </pc:picChg>
        <pc:picChg chg="add mod">
          <ac:chgData name="Venkatesh Patil" userId="d9f36aa470552ec6" providerId="LiveId" clId="{1F0C1C64-C04D-48CB-8711-4A66D116FFE7}" dt="2024-01-13T02:38:51.514" v="36278" actId="1076"/>
          <ac:picMkLst>
            <pc:docMk/>
            <pc:sldMk cId="1047888053" sldId="1214"/>
            <ac:picMk id="14" creationId="{4B6F7632-5614-DA9C-D9EE-3AE12794EB33}"/>
          </ac:picMkLst>
        </pc:picChg>
      </pc:sldChg>
      <pc:sldChg chg="addSp delSp modSp add mod delAnim">
        <pc:chgData name="Venkatesh Patil" userId="d9f36aa470552ec6" providerId="LiveId" clId="{1F0C1C64-C04D-48CB-8711-4A66D116FFE7}" dt="2024-01-13T02:47:46.673" v="36612" actId="164"/>
        <pc:sldMkLst>
          <pc:docMk/>
          <pc:sldMk cId="2068026858" sldId="1215"/>
        </pc:sldMkLst>
        <pc:spChg chg="mod">
          <ac:chgData name="Venkatesh Patil" userId="d9f36aa470552ec6" providerId="LiveId" clId="{1F0C1C64-C04D-48CB-8711-4A66D116FFE7}" dt="2024-01-13T02:39:06.168" v="36308" actId="20577"/>
          <ac:spMkLst>
            <pc:docMk/>
            <pc:sldMk cId="2068026858" sldId="1215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13T02:39:12.881" v="36311" actId="478"/>
          <ac:spMkLst>
            <pc:docMk/>
            <pc:sldMk cId="2068026858" sldId="1215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3T02:39:14.953" v="36312" actId="478"/>
          <ac:spMkLst>
            <pc:docMk/>
            <pc:sldMk cId="2068026858" sldId="1215"/>
            <ac:spMk id="9" creationId="{458C5727-6F81-014A-86A1-01C2E0196389}"/>
          </ac:spMkLst>
        </pc:spChg>
        <pc:spChg chg="add mod">
          <ac:chgData name="Venkatesh Patil" userId="d9f36aa470552ec6" providerId="LiveId" clId="{1F0C1C64-C04D-48CB-8711-4A66D116FFE7}" dt="2024-01-13T02:47:46.673" v="36612" actId="164"/>
          <ac:spMkLst>
            <pc:docMk/>
            <pc:sldMk cId="2068026858" sldId="1215"/>
            <ac:spMk id="13" creationId="{6848F042-05B2-2101-530F-5A9B8C2B449C}"/>
          </ac:spMkLst>
        </pc:spChg>
        <pc:spChg chg="add mod">
          <ac:chgData name="Venkatesh Patil" userId="d9f36aa470552ec6" providerId="LiveId" clId="{1F0C1C64-C04D-48CB-8711-4A66D116FFE7}" dt="2024-01-13T02:47:46.673" v="36612" actId="164"/>
          <ac:spMkLst>
            <pc:docMk/>
            <pc:sldMk cId="2068026858" sldId="1215"/>
            <ac:spMk id="15" creationId="{EC394B8B-0C24-EE40-E1D5-7207AB84A7D7}"/>
          </ac:spMkLst>
        </pc:spChg>
        <pc:spChg chg="add mod">
          <ac:chgData name="Venkatesh Patil" userId="d9f36aa470552ec6" providerId="LiveId" clId="{1F0C1C64-C04D-48CB-8711-4A66D116FFE7}" dt="2024-01-13T02:47:46.673" v="36612" actId="164"/>
          <ac:spMkLst>
            <pc:docMk/>
            <pc:sldMk cId="2068026858" sldId="1215"/>
            <ac:spMk id="16" creationId="{2B595D64-DA65-705B-0D23-4BDC58E344ED}"/>
          </ac:spMkLst>
        </pc:spChg>
        <pc:spChg chg="add mod">
          <ac:chgData name="Venkatesh Patil" userId="d9f36aa470552ec6" providerId="LiveId" clId="{1F0C1C64-C04D-48CB-8711-4A66D116FFE7}" dt="2024-01-13T02:47:46.673" v="36612" actId="164"/>
          <ac:spMkLst>
            <pc:docMk/>
            <pc:sldMk cId="2068026858" sldId="1215"/>
            <ac:spMk id="17" creationId="{C383A1BD-55B2-0077-CF69-22E29829F397}"/>
          </ac:spMkLst>
        </pc:spChg>
        <pc:spChg chg="add mod">
          <ac:chgData name="Venkatesh Patil" userId="d9f36aa470552ec6" providerId="LiveId" clId="{1F0C1C64-C04D-48CB-8711-4A66D116FFE7}" dt="2024-01-13T02:47:46.673" v="36612" actId="164"/>
          <ac:spMkLst>
            <pc:docMk/>
            <pc:sldMk cId="2068026858" sldId="1215"/>
            <ac:spMk id="18" creationId="{27760EE0-0E00-5915-228D-A61B1A95E207}"/>
          </ac:spMkLst>
        </pc:spChg>
        <pc:spChg chg="add mod">
          <ac:chgData name="Venkatesh Patil" userId="d9f36aa470552ec6" providerId="LiveId" clId="{1F0C1C64-C04D-48CB-8711-4A66D116FFE7}" dt="2024-01-13T02:47:46.673" v="36612" actId="164"/>
          <ac:spMkLst>
            <pc:docMk/>
            <pc:sldMk cId="2068026858" sldId="1215"/>
            <ac:spMk id="19" creationId="{4D62187F-8C3A-5484-FC7F-5B14A036B681}"/>
          </ac:spMkLst>
        </pc:spChg>
        <pc:grpChg chg="add mod">
          <ac:chgData name="Venkatesh Patil" userId="d9f36aa470552ec6" providerId="LiveId" clId="{1F0C1C64-C04D-48CB-8711-4A66D116FFE7}" dt="2024-01-13T02:47:46.673" v="36612" actId="164"/>
          <ac:grpSpMkLst>
            <pc:docMk/>
            <pc:sldMk cId="2068026858" sldId="1215"/>
            <ac:grpSpMk id="20" creationId="{F7514AE3-145B-12D8-199F-11C0472D9284}"/>
          </ac:grpSpMkLst>
        </pc:grpChg>
        <pc:picChg chg="del">
          <ac:chgData name="Venkatesh Patil" userId="d9f36aa470552ec6" providerId="LiveId" clId="{1F0C1C64-C04D-48CB-8711-4A66D116FFE7}" dt="2024-01-13T02:39:09.505" v="36309" actId="478"/>
          <ac:picMkLst>
            <pc:docMk/>
            <pc:sldMk cId="2068026858" sldId="1215"/>
            <ac:picMk id="10" creationId="{4E8AEE72-D06B-DE56-A6B3-48216601303A}"/>
          </ac:picMkLst>
        </pc:picChg>
        <pc:picChg chg="add mod">
          <ac:chgData name="Venkatesh Patil" userId="d9f36aa470552ec6" providerId="LiveId" clId="{1F0C1C64-C04D-48CB-8711-4A66D116FFE7}" dt="2024-01-13T02:47:46.673" v="36612" actId="164"/>
          <ac:picMkLst>
            <pc:docMk/>
            <pc:sldMk cId="2068026858" sldId="1215"/>
            <ac:picMk id="12" creationId="{76A2500E-D5C9-7E18-396F-BD0BC96F0B41}"/>
          </ac:picMkLst>
        </pc:picChg>
        <pc:picChg chg="del">
          <ac:chgData name="Venkatesh Patil" userId="d9f36aa470552ec6" providerId="LiveId" clId="{1F0C1C64-C04D-48CB-8711-4A66D116FFE7}" dt="2024-01-13T02:39:10.201" v="36310" actId="478"/>
          <ac:picMkLst>
            <pc:docMk/>
            <pc:sldMk cId="2068026858" sldId="1215"/>
            <ac:picMk id="14" creationId="{4B6F7632-5614-DA9C-D9EE-3AE12794EB33}"/>
          </ac:picMkLst>
        </pc:picChg>
      </pc:sldChg>
      <pc:sldChg chg="addSp delSp modSp add mod ord modNotesTx">
        <pc:chgData name="Venkatesh Patil" userId="d9f36aa470552ec6" providerId="LiveId" clId="{1F0C1C64-C04D-48CB-8711-4A66D116FFE7}" dt="2024-01-13T20:08:48.452" v="42144" actId="20577"/>
        <pc:sldMkLst>
          <pc:docMk/>
          <pc:sldMk cId="2687143780" sldId="1216"/>
        </pc:sldMkLst>
        <pc:spChg chg="mod">
          <ac:chgData name="Venkatesh Patil" userId="d9f36aa470552ec6" providerId="LiveId" clId="{1F0C1C64-C04D-48CB-8711-4A66D116FFE7}" dt="2024-01-13T03:05:12.980" v="37165" actId="20577"/>
          <ac:spMkLst>
            <pc:docMk/>
            <pc:sldMk cId="2687143780" sldId="1216"/>
            <ac:spMk id="2" creationId="{99E8BF50-85F7-89D0-EDC7-AEB9D4C67745}"/>
          </ac:spMkLst>
        </pc:spChg>
        <pc:spChg chg="add mod">
          <ac:chgData name="Venkatesh Patil" userId="d9f36aa470552ec6" providerId="LiveId" clId="{1F0C1C64-C04D-48CB-8711-4A66D116FFE7}" dt="2024-01-13T03:00:54.665" v="37139" actId="164"/>
          <ac:spMkLst>
            <pc:docMk/>
            <pc:sldMk cId="2687143780" sldId="1216"/>
            <ac:spMk id="3" creationId="{AC958EDC-6293-F6AB-8AD9-F551456C96C5}"/>
          </ac:spMkLst>
        </pc:spChg>
        <pc:spChg chg="add mod">
          <ac:chgData name="Venkatesh Patil" userId="d9f36aa470552ec6" providerId="LiveId" clId="{1F0C1C64-C04D-48CB-8711-4A66D116FFE7}" dt="2024-01-13T03:00:54.665" v="37139" actId="164"/>
          <ac:spMkLst>
            <pc:docMk/>
            <pc:sldMk cId="2687143780" sldId="1216"/>
            <ac:spMk id="8" creationId="{F0450238-2279-EF70-C77E-034A8482FED3}"/>
          </ac:spMkLst>
        </pc:spChg>
        <pc:spChg chg="add mod">
          <ac:chgData name="Venkatesh Patil" userId="d9f36aa470552ec6" providerId="LiveId" clId="{1F0C1C64-C04D-48CB-8711-4A66D116FFE7}" dt="2024-01-13T03:00:54.665" v="37139" actId="164"/>
          <ac:spMkLst>
            <pc:docMk/>
            <pc:sldMk cId="2687143780" sldId="1216"/>
            <ac:spMk id="9" creationId="{BBDE5BE8-CB02-EC2E-65FB-7DB416F961B0}"/>
          </ac:spMkLst>
        </pc:spChg>
        <pc:spChg chg="add mod">
          <ac:chgData name="Venkatesh Patil" userId="d9f36aa470552ec6" providerId="LiveId" clId="{1F0C1C64-C04D-48CB-8711-4A66D116FFE7}" dt="2024-01-13T03:00:54.665" v="37139" actId="164"/>
          <ac:spMkLst>
            <pc:docMk/>
            <pc:sldMk cId="2687143780" sldId="1216"/>
            <ac:spMk id="10" creationId="{BD86A69E-DF3D-3A03-CD46-E7E51A17BA6E}"/>
          </ac:spMkLst>
        </pc:spChg>
        <pc:spChg chg="add mod">
          <ac:chgData name="Venkatesh Patil" userId="d9f36aa470552ec6" providerId="LiveId" clId="{1F0C1C64-C04D-48CB-8711-4A66D116FFE7}" dt="2024-01-13T03:00:54.665" v="37139" actId="164"/>
          <ac:spMkLst>
            <pc:docMk/>
            <pc:sldMk cId="2687143780" sldId="1216"/>
            <ac:spMk id="11" creationId="{A4925FC5-511E-AF69-D843-F0559F97AAC5}"/>
          </ac:spMkLst>
        </pc:spChg>
        <pc:spChg chg="mod topLvl">
          <ac:chgData name="Venkatesh Patil" userId="d9f36aa470552ec6" providerId="LiveId" clId="{1F0C1C64-C04D-48CB-8711-4A66D116FFE7}" dt="2024-01-13T03:00:54.665" v="37139" actId="164"/>
          <ac:spMkLst>
            <pc:docMk/>
            <pc:sldMk cId="2687143780" sldId="1216"/>
            <ac:spMk id="13" creationId="{6848F042-05B2-2101-530F-5A9B8C2B449C}"/>
          </ac:spMkLst>
        </pc:spChg>
        <pc:spChg chg="del mod topLvl">
          <ac:chgData name="Venkatesh Patil" userId="d9f36aa470552ec6" providerId="LiveId" clId="{1F0C1C64-C04D-48CB-8711-4A66D116FFE7}" dt="2024-01-13T02:48:51.859" v="36620" actId="478"/>
          <ac:spMkLst>
            <pc:docMk/>
            <pc:sldMk cId="2687143780" sldId="1216"/>
            <ac:spMk id="15" creationId="{EC394B8B-0C24-EE40-E1D5-7207AB84A7D7}"/>
          </ac:spMkLst>
        </pc:spChg>
        <pc:spChg chg="del mod topLvl">
          <ac:chgData name="Venkatesh Patil" userId="d9f36aa470552ec6" providerId="LiveId" clId="{1F0C1C64-C04D-48CB-8711-4A66D116FFE7}" dt="2024-01-13T02:48:57.914" v="36623" actId="478"/>
          <ac:spMkLst>
            <pc:docMk/>
            <pc:sldMk cId="2687143780" sldId="1216"/>
            <ac:spMk id="16" creationId="{2B595D64-DA65-705B-0D23-4BDC58E344ED}"/>
          </ac:spMkLst>
        </pc:spChg>
        <pc:spChg chg="del mod topLvl">
          <ac:chgData name="Venkatesh Patil" userId="d9f36aa470552ec6" providerId="LiveId" clId="{1F0C1C64-C04D-48CB-8711-4A66D116FFE7}" dt="2024-01-13T02:48:50.481" v="36619" actId="478"/>
          <ac:spMkLst>
            <pc:docMk/>
            <pc:sldMk cId="2687143780" sldId="1216"/>
            <ac:spMk id="17" creationId="{C383A1BD-55B2-0077-CF69-22E29829F397}"/>
          </ac:spMkLst>
        </pc:spChg>
        <pc:spChg chg="del mod topLvl">
          <ac:chgData name="Venkatesh Patil" userId="d9f36aa470552ec6" providerId="LiveId" clId="{1F0C1C64-C04D-48CB-8711-4A66D116FFE7}" dt="2024-01-13T02:48:56.576" v="36622" actId="478"/>
          <ac:spMkLst>
            <pc:docMk/>
            <pc:sldMk cId="2687143780" sldId="1216"/>
            <ac:spMk id="18" creationId="{27760EE0-0E00-5915-228D-A61B1A95E207}"/>
          </ac:spMkLst>
        </pc:spChg>
        <pc:spChg chg="del mod topLvl">
          <ac:chgData name="Venkatesh Patil" userId="d9f36aa470552ec6" providerId="LiveId" clId="{1F0C1C64-C04D-48CB-8711-4A66D116FFE7}" dt="2024-01-13T02:48:55.352" v="36621" actId="478"/>
          <ac:spMkLst>
            <pc:docMk/>
            <pc:sldMk cId="2687143780" sldId="1216"/>
            <ac:spMk id="19" creationId="{4D62187F-8C3A-5484-FC7F-5B14A036B681}"/>
          </ac:spMkLst>
        </pc:spChg>
        <pc:grpChg chg="add mod">
          <ac:chgData name="Venkatesh Patil" userId="d9f36aa470552ec6" providerId="LiveId" clId="{1F0C1C64-C04D-48CB-8711-4A66D116FFE7}" dt="2024-01-13T03:00:54.665" v="37139" actId="164"/>
          <ac:grpSpMkLst>
            <pc:docMk/>
            <pc:sldMk cId="2687143780" sldId="1216"/>
            <ac:grpSpMk id="14" creationId="{1C6CFBAF-FE5D-5C26-9D38-D9E3AC54BC38}"/>
          </ac:grpSpMkLst>
        </pc:grpChg>
        <pc:grpChg chg="del">
          <ac:chgData name="Venkatesh Patil" userId="d9f36aa470552ec6" providerId="LiveId" clId="{1F0C1C64-C04D-48CB-8711-4A66D116FFE7}" dt="2024-01-13T02:48:48.065" v="36618" actId="165"/>
          <ac:grpSpMkLst>
            <pc:docMk/>
            <pc:sldMk cId="2687143780" sldId="1216"/>
            <ac:grpSpMk id="20" creationId="{F7514AE3-145B-12D8-199F-11C0472D9284}"/>
          </ac:grpSpMkLst>
        </pc:grpChg>
        <pc:picChg chg="mod topLvl">
          <ac:chgData name="Venkatesh Patil" userId="d9f36aa470552ec6" providerId="LiveId" clId="{1F0C1C64-C04D-48CB-8711-4A66D116FFE7}" dt="2024-01-13T03:00:54.665" v="37139" actId="164"/>
          <ac:picMkLst>
            <pc:docMk/>
            <pc:sldMk cId="2687143780" sldId="1216"/>
            <ac:picMk id="12" creationId="{76A2500E-D5C9-7E18-396F-BD0BC96F0B41}"/>
          </ac:picMkLst>
        </pc:picChg>
      </pc:sldChg>
      <pc:sldChg chg="addSp delSp modSp add mod modAnim">
        <pc:chgData name="Venkatesh Patil" userId="d9f36aa470552ec6" providerId="LiveId" clId="{1F0C1C64-C04D-48CB-8711-4A66D116FFE7}" dt="2024-01-13T03:11:21.554" v="37382" actId="1076"/>
        <pc:sldMkLst>
          <pc:docMk/>
          <pc:sldMk cId="197676313" sldId="1217"/>
        </pc:sldMkLst>
        <pc:spChg chg="mod">
          <ac:chgData name="Venkatesh Patil" userId="d9f36aa470552ec6" providerId="LiveId" clId="{1F0C1C64-C04D-48CB-8711-4A66D116FFE7}" dt="2024-01-13T03:10:50.331" v="37378" actId="20577"/>
          <ac:spMkLst>
            <pc:docMk/>
            <pc:sldMk cId="197676313" sldId="1217"/>
            <ac:spMk id="2" creationId="{99E8BF50-85F7-89D0-EDC7-AEB9D4C67745}"/>
          </ac:spMkLst>
        </pc:spChg>
        <pc:spChg chg="add mod">
          <ac:chgData name="Venkatesh Patil" userId="d9f36aa470552ec6" providerId="LiveId" clId="{1F0C1C64-C04D-48CB-8711-4A66D116FFE7}" dt="2024-01-13T03:11:12.051" v="37380" actId="207"/>
          <ac:spMkLst>
            <pc:docMk/>
            <pc:sldMk cId="197676313" sldId="1217"/>
            <ac:spMk id="19" creationId="{C695BB7D-19CB-71C2-18D3-7D2CAFFEA4F8}"/>
          </ac:spMkLst>
        </pc:spChg>
        <pc:spChg chg="add mod">
          <ac:chgData name="Venkatesh Patil" userId="d9f36aa470552ec6" providerId="LiveId" clId="{1F0C1C64-C04D-48CB-8711-4A66D116FFE7}" dt="2024-01-13T03:11:21.554" v="37382" actId="1076"/>
          <ac:spMkLst>
            <pc:docMk/>
            <pc:sldMk cId="197676313" sldId="1217"/>
            <ac:spMk id="20" creationId="{D51C7C15-2FA0-777E-88FC-7894FB1A6BCD}"/>
          </ac:spMkLst>
        </pc:spChg>
        <pc:grpChg chg="del">
          <ac:chgData name="Venkatesh Patil" userId="d9f36aa470552ec6" providerId="LiveId" clId="{1F0C1C64-C04D-48CB-8711-4A66D116FFE7}" dt="2024-01-13T03:06:10.373" v="37187" actId="478"/>
          <ac:grpSpMkLst>
            <pc:docMk/>
            <pc:sldMk cId="197676313" sldId="1217"/>
            <ac:grpSpMk id="14" creationId="{1C6CFBAF-FE5D-5C26-9D38-D9E3AC54BC38}"/>
          </ac:grpSpMkLst>
        </pc:grpChg>
        <pc:picChg chg="del">
          <ac:chgData name="Venkatesh Patil" userId="d9f36aa470552ec6" providerId="LiveId" clId="{1F0C1C64-C04D-48CB-8711-4A66D116FFE7}" dt="2024-01-13T03:06:08.270" v="37186" actId="478"/>
          <ac:picMkLst>
            <pc:docMk/>
            <pc:sldMk cId="197676313" sldId="1217"/>
            <ac:picMk id="12" creationId="{76A2500E-D5C9-7E18-396F-BD0BC96F0B41}"/>
          </ac:picMkLst>
        </pc:picChg>
        <pc:picChg chg="add mod">
          <ac:chgData name="Venkatesh Patil" userId="d9f36aa470552ec6" providerId="LiveId" clId="{1F0C1C64-C04D-48CB-8711-4A66D116FFE7}" dt="2024-01-13T03:07:09.552" v="37192" actId="1440"/>
          <ac:picMkLst>
            <pc:docMk/>
            <pc:sldMk cId="197676313" sldId="1217"/>
            <ac:picMk id="16" creationId="{D818D3F8-C899-4DC4-D053-3216AD753914}"/>
          </ac:picMkLst>
        </pc:picChg>
        <pc:picChg chg="add mod">
          <ac:chgData name="Venkatesh Patil" userId="d9f36aa470552ec6" providerId="LiveId" clId="{1F0C1C64-C04D-48CB-8711-4A66D116FFE7}" dt="2024-01-13T03:09:06.126" v="37288" actId="1076"/>
          <ac:picMkLst>
            <pc:docMk/>
            <pc:sldMk cId="197676313" sldId="1217"/>
            <ac:picMk id="18" creationId="{A6165CD3-12B0-7963-F604-49674AF6A158}"/>
          </ac:picMkLst>
        </pc:picChg>
      </pc:sldChg>
      <pc:sldChg chg="addSp delSp modSp add mod delAnim modAnim">
        <pc:chgData name="Venkatesh Patil" userId="d9f36aa470552ec6" providerId="LiveId" clId="{1F0C1C64-C04D-48CB-8711-4A66D116FFE7}" dt="2024-01-13T18:37:39.090" v="40900" actId="6549"/>
        <pc:sldMkLst>
          <pc:docMk/>
          <pc:sldMk cId="3567378166" sldId="1218"/>
        </pc:sldMkLst>
        <pc:spChg chg="mod">
          <ac:chgData name="Venkatesh Patil" userId="d9f36aa470552ec6" providerId="LiveId" clId="{1F0C1C64-C04D-48CB-8711-4A66D116FFE7}" dt="2024-01-13T03:18:04.846" v="37608" actId="20577"/>
          <ac:spMkLst>
            <pc:docMk/>
            <pc:sldMk cId="3567378166" sldId="1218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18:37:39.090" v="40900" actId="6549"/>
          <ac:spMkLst>
            <pc:docMk/>
            <pc:sldMk cId="3567378166" sldId="1218"/>
            <ac:spMk id="19" creationId="{C695BB7D-19CB-71C2-18D3-7D2CAFFEA4F8}"/>
          </ac:spMkLst>
        </pc:spChg>
        <pc:spChg chg="mod">
          <ac:chgData name="Venkatesh Patil" userId="d9f36aa470552ec6" providerId="LiveId" clId="{1F0C1C64-C04D-48CB-8711-4A66D116FFE7}" dt="2024-01-13T18:37:36.270" v="40899" actId="6549"/>
          <ac:spMkLst>
            <pc:docMk/>
            <pc:sldMk cId="3567378166" sldId="1218"/>
            <ac:spMk id="20" creationId="{D51C7C15-2FA0-777E-88FC-7894FB1A6BCD}"/>
          </ac:spMkLst>
        </pc:spChg>
        <pc:picChg chg="add del mod">
          <ac:chgData name="Venkatesh Patil" userId="d9f36aa470552ec6" providerId="LiveId" clId="{1F0C1C64-C04D-48CB-8711-4A66D116FFE7}" dt="2024-01-13T03:18:12.408" v="37610" actId="478"/>
          <ac:picMkLst>
            <pc:docMk/>
            <pc:sldMk cId="3567378166" sldId="1218"/>
            <ac:picMk id="8" creationId="{326CB069-0C91-45F7-ECEC-0ED9EF0E003F}"/>
          </ac:picMkLst>
        </pc:picChg>
        <pc:picChg chg="add del mod">
          <ac:chgData name="Venkatesh Patil" userId="d9f36aa470552ec6" providerId="LiveId" clId="{1F0C1C64-C04D-48CB-8711-4A66D116FFE7}" dt="2024-01-13T03:18:13.367" v="37611" actId="478"/>
          <ac:picMkLst>
            <pc:docMk/>
            <pc:sldMk cId="3567378166" sldId="1218"/>
            <ac:picMk id="10" creationId="{AC2C6DDA-55FB-9343-BB4A-B1E338869399}"/>
          </ac:picMkLst>
        </pc:picChg>
        <pc:picChg chg="add mod">
          <ac:chgData name="Venkatesh Patil" userId="d9f36aa470552ec6" providerId="LiveId" clId="{1F0C1C64-C04D-48CB-8711-4A66D116FFE7}" dt="2024-01-13T03:19:12.035" v="37616" actId="1440"/>
          <ac:picMkLst>
            <pc:docMk/>
            <pc:sldMk cId="3567378166" sldId="1218"/>
            <ac:picMk id="12" creationId="{662A194D-5CDF-0DA9-5455-0750C40A1F05}"/>
          </ac:picMkLst>
        </pc:picChg>
        <pc:picChg chg="add mod">
          <ac:chgData name="Venkatesh Patil" userId="d9f36aa470552ec6" providerId="LiveId" clId="{1F0C1C64-C04D-48CB-8711-4A66D116FFE7}" dt="2024-01-13T03:19:14.218" v="37617" actId="1440"/>
          <ac:picMkLst>
            <pc:docMk/>
            <pc:sldMk cId="3567378166" sldId="1218"/>
            <ac:picMk id="14" creationId="{F3D75B8E-66F5-A0CD-D005-90041863776E}"/>
          </ac:picMkLst>
        </pc:picChg>
        <pc:picChg chg="del">
          <ac:chgData name="Venkatesh Patil" userId="d9f36aa470552ec6" providerId="LiveId" clId="{1F0C1C64-C04D-48CB-8711-4A66D116FFE7}" dt="2024-01-13T03:12:13.828" v="37430" actId="478"/>
          <ac:picMkLst>
            <pc:docMk/>
            <pc:sldMk cId="3567378166" sldId="1218"/>
            <ac:picMk id="16" creationId="{D818D3F8-C899-4DC4-D053-3216AD753914}"/>
          </ac:picMkLst>
        </pc:picChg>
        <pc:picChg chg="del">
          <ac:chgData name="Venkatesh Patil" userId="d9f36aa470552ec6" providerId="LiveId" clId="{1F0C1C64-C04D-48CB-8711-4A66D116FFE7}" dt="2024-01-13T03:13:05.621" v="37434" actId="478"/>
          <ac:picMkLst>
            <pc:docMk/>
            <pc:sldMk cId="3567378166" sldId="1218"/>
            <ac:picMk id="18" creationId="{A6165CD3-12B0-7963-F604-49674AF6A158}"/>
          </ac:picMkLst>
        </pc:picChg>
      </pc:sldChg>
      <pc:sldChg chg="modSp add mod ord">
        <pc:chgData name="Venkatesh Patil" userId="d9f36aa470552ec6" providerId="LiveId" clId="{1F0C1C64-C04D-48CB-8711-4A66D116FFE7}" dt="2024-01-13T18:37:44.474" v="40901" actId="6549"/>
        <pc:sldMkLst>
          <pc:docMk/>
          <pc:sldMk cId="3617684871" sldId="1219"/>
        </pc:sldMkLst>
        <pc:spChg chg="mod">
          <ac:chgData name="Venkatesh Patil" userId="d9f36aa470552ec6" providerId="LiveId" clId="{1F0C1C64-C04D-48CB-8711-4A66D116FFE7}" dt="2024-01-13T03:17:44.919" v="37587" actId="20577"/>
          <ac:spMkLst>
            <pc:docMk/>
            <pc:sldMk cId="3617684871" sldId="1219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18:37:44.474" v="40901" actId="6549"/>
          <ac:spMkLst>
            <pc:docMk/>
            <pc:sldMk cId="3617684871" sldId="1219"/>
            <ac:spMk id="19" creationId="{C695BB7D-19CB-71C2-18D3-7D2CAFFEA4F8}"/>
          </ac:spMkLst>
        </pc:spChg>
        <pc:spChg chg="mod">
          <ac:chgData name="Venkatesh Patil" userId="d9f36aa470552ec6" providerId="LiveId" clId="{1F0C1C64-C04D-48CB-8711-4A66D116FFE7}" dt="2024-01-13T18:35:34.773" v="40890" actId="20577"/>
          <ac:spMkLst>
            <pc:docMk/>
            <pc:sldMk cId="3617684871" sldId="1219"/>
            <ac:spMk id="20" creationId="{D51C7C15-2FA0-777E-88FC-7894FB1A6BCD}"/>
          </ac:spMkLst>
        </pc:spChg>
      </pc:sldChg>
      <pc:sldChg chg="addSp delSp modSp add del mod">
        <pc:chgData name="Venkatesh Patil" userId="d9f36aa470552ec6" providerId="LiveId" clId="{1F0C1C64-C04D-48CB-8711-4A66D116FFE7}" dt="2024-01-13T18:39:08.070" v="40946" actId="47"/>
        <pc:sldMkLst>
          <pc:docMk/>
          <pc:sldMk cId="438193902" sldId="1220"/>
        </pc:sldMkLst>
        <pc:spChg chg="mod">
          <ac:chgData name="Venkatesh Patil" userId="d9f36aa470552ec6" providerId="LiveId" clId="{1F0C1C64-C04D-48CB-8711-4A66D116FFE7}" dt="2024-01-13T18:38:45.790" v="40944" actId="20577"/>
          <ac:spMkLst>
            <pc:docMk/>
            <pc:sldMk cId="438193902" sldId="1220"/>
            <ac:spMk id="2" creationId="{99E8BF50-85F7-89D0-EDC7-AEB9D4C67745}"/>
          </ac:spMkLst>
        </pc:spChg>
        <pc:picChg chg="add mod">
          <ac:chgData name="Venkatesh Patil" userId="d9f36aa470552ec6" providerId="LiveId" clId="{1F0C1C64-C04D-48CB-8711-4A66D116FFE7}" dt="2024-01-13T18:38:50.003" v="40945" actId="14100"/>
          <ac:picMkLst>
            <pc:docMk/>
            <pc:sldMk cId="438193902" sldId="1220"/>
            <ac:picMk id="8" creationId="{6E4312FE-7738-2898-9C6A-986A5E27AA6B}"/>
          </ac:picMkLst>
        </pc:picChg>
        <pc:picChg chg="del">
          <ac:chgData name="Venkatesh Patil" userId="d9f36aa470552ec6" providerId="LiveId" clId="{1F0C1C64-C04D-48CB-8711-4A66D116FFE7}" dt="2024-01-13T03:53:17.713" v="38421" actId="478"/>
          <ac:picMkLst>
            <pc:docMk/>
            <pc:sldMk cId="438193902" sldId="1220"/>
            <ac:picMk id="13" creationId="{D2089096-5476-ED09-88E1-0B652492CDE4}"/>
          </ac:picMkLst>
        </pc:picChg>
      </pc:sldChg>
      <pc:sldChg chg="addSp delSp modSp add del mod delAnim modAnim">
        <pc:chgData name="Venkatesh Patil" userId="d9f36aa470552ec6" providerId="LiveId" clId="{1F0C1C64-C04D-48CB-8711-4A66D116FFE7}" dt="2024-01-13T19:20:57.230" v="41572" actId="47"/>
        <pc:sldMkLst>
          <pc:docMk/>
          <pc:sldMk cId="3774001172" sldId="1221"/>
        </pc:sldMkLst>
        <pc:spChg chg="mod">
          <ac:chgData name="Venkatesh Patil" userId="d9f36aa470552ec6" providerId="LiveId" clId="{1F0C1C64-C04D-48CB-8711-4A66D116FFE7}" dt="2024-01-13T19:11:02.735" v="41568" actId="20577"/>
          <ac:spMkLst>
            <pc:docMk/>
            <pc:sldMk cId="3774001172" sldId="1221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13T04:00:45.125" v="39036" actId="478"/>
          <ac:spMkLst>
            <pc:docMk/>
            <pc:sldMk cId="3774001172" sldId="1221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3T04:00:59.376" v="39040" actId="478"/>
          <ac:spMkLst>
            <pc:docMk/>
            <pc:sldMk cId="3774001172" sldId="1221"/>
            <ac:spMk id="10" creationId="{A287699F-5BAC-25BD-2848-0339D4E3D1DC}"/>
          </ac:spMkLst>
        </pc:spChg>
        <pc:spChg chg="add del mod">
          <ac:chgData name="Venkatesh Patil" userId="d9f36aa470552ec6" providerId="LiveId" clId="{1F0C1C64-C04D-48CB-8711-4A66D116FFE7}" dt="2024-01-13T04:00:56.534" v="39039" actId="478"/>
          <ac:spMkLst>
            <pc:docMk/>
            <pc:sldMk cId="3774001172" sldId="1221"/>
            <ac:spMk id="11" creationId="{CCAF24A7-5046-942D-9476-71F58DAB2032}"/>
          </ac:spMkLst>
        </pc:spChg>
        <pc:spChg chg="del">
          <ac:chgData name="Venkatesh Patil" userId="d9f36aa470552ec6" providerId="LiveId" clId="{1F0C1C64-C04D-48CB-8711-4A66D116FFE7}" dt="2024-01-13T04:00:38.881" v="39034" actId="478"/>
          <ac:spMkLst>
            <pc:docMk/>
            <pc:sldMk cId="3774001172" sldId="1221"/>
            <ac:spMk id="12" creationId="{161BDFC8-E994-C8D5-0D13-914C67083A73}"/>
          </ac:spMkLst>
        </pc:spChg>
        <pc:picChg chg="del">
          <ac:chgData name="Venkatesh Patil" userId="d9f36aa470552ec6" providerId="LiveId" clId="{1F0C1C64-C04D-48CB-8711-4A66D116FFE7}" dt="2024-01-13T04:00:41.638" v="39035" actId="478"/>
          <ac:picMkLst>
            <pc:docMk/>
            <pc:sldMk cId="3774001172" sldId="1221"/>
            <ac:picMk id="9" creationId="{34F06495-50CE-FC4A-791D-E0551DF7B911}"/>
          </ac:picMkLst>
        </pc:picChg>
      </pc:sldChg>
      <pc:sldChg chg="add">
        <pc:chgData name="Venkatesh Patil" userId="d9f36aa470552ec6" providerId="LiveId" clId="{1F0C1C64-C04D-48CB-8711-4A66D116FFE7}" dt="2024-01-13T17:42:30.398" v="39187" actId="2890"/>
        <pc:sldMkLst>
          <pc:docMk/>
          <pc:sldMk cId="3939638494" sldId="1222"/>
        </pc:sldMkLst>
      </pc:sldChg>
      <pc:sldChg chg="addSp delSp modSp add mod delAnim">
        <pc:chgData name="Venkatesh Patil" userId="d9f36aa470552ec6" providerId="LiveId" clId="{1F0C1C64-C04D-48CB-8711-4A66D116FFE7}" dt="2024-01-13T18:14:49.858" v="40313" actId="207"/>
        <pc:sldMkLst>
          <pc:docMk/>
          <pc:sldMk cId="3948666835" sldId="1223"/>
        </pc:sldMkLst>
        <pc:spChg chg="del">
          <ac:chgData name="Venkatesh Patil" userId="d9f36aa470552ec6" providerId="LiveId" clId="{1F0C1C64-C04D-48CB-8711-4A66D116FFE7}" dt="2024-01-13T17:59:19.110" v="39732" actId="478"/>
          <ac:spMkLst>
            <pc:docMk/>
            <pc:sldMk cId="3948666835" sldId="1223"/>
            <ac:spMk id="3" creationId="{E2B2E24C-621E-60FD-8622-E48AFEA72431}"/>
          </ac:spMkLst>
        </pc:spChg>
        <pc:spChg chg="add del mod">
          <ac:chgData name="Venkatesh Patil" userId="d9f36aa470552ec6" providerId="LiveId" clId="{1F0C1C64-C04D-48CB-8711-4A66D116FFE7}" dt="2024-01-13T17:59:21.832" v="39733" actId="478"/>
          <ac:spMkLst>
            <pc:docMk/>
            <pc:sldMk cId="3948666835" sldId="1223"/>
            <ac:spMk id="9" creationId="{7DD26879-EBA7-A0E2-A36A-ECE920532636}"/>
          </ac:spMkLst>
        </pc:spChg>
        <pc:spChg chg="add mod">
          <ac:chgData name="Venkatesh Patil" userId="d9f36aa470552ec6" providerId="LiveId" clId="{1F0C1C64-C04D-48CB-8711-4A66D116FFE7}" dt="2024-01-13T18:00:55.039" v="39815" actId="1076"/>
          <ac:spMkLst>
            <pc:docMk/>
            <pc:sldMk cId="3948666835" sldId="1223"/>
            <ac:spMk id="12" creationId="{A428D7D1-0211-0499-287E-656AA4153344}"/>
          </ac:spMkLst>
        </pc:spChg>
        <pc:spChg chg="add del mod">
          <ac:chgData name="Venkatesh Patil" userId="d9f36aa470552ec6" providerId="LiveId" clId="{1F0C1C64-C04D-48CB-8711-4A66D116FFE7}" dt="2024-01-13T18:03:23.972" v="39834" actId="478"/>
          <ac:spMkLst>
            <pc:docMk/>
            <pc:sldMk cId="3948666835" sldId="1223"/>
            <ac:spMk id="17" creationId="{0199435B-B308-A174-BD3C-023BF6E13813}"/>
          </ac:spMkLst>
        </pc:spChg>
        <pc:spChg chg="add mod">
          <ac:chgData name="Venkatesh Patil" userId="d9f36aa470552ec6" providerId="LiveId" clId="{1F0C1C64-C04D-48CB-8711-4A66D116FFE7}" dt="2024-01-13T18:14:45.295" v="40312" actId="14100"/>
          <ac:spMkLst>
            <pc:docMk/>
            <pc:sldMk cId="3948666835" sldId="1223"/>
            <ac:spMk id="18" creationId="{1A2F6CD2-F7D8-8F1A-F843-32C9D89E9E4F}"/>
          </ac:spMkLst>
        </pc:spChg>
        <pc:spChg chg="add mod">
          <ac:chgData name="Venkatesh Patil" userId="d9f36aa470552ec6" providerId="LiveId" clId="{1F0C1C64-C04D-48CB-8711-4A66D116FFE7}" dt="2024-01-13T18:14:49.858" v="40313" actId="207"/>
          <ac:spMkLst>
            <pc:docMk/>
            <pc:sldMk cId="3948666835" sldId="1223"/>
            <ac:spMk id="19" creationId="{5E1927D4-9AC4-BAA3-EB04-BB12B4F53144}"/>
          </ac:spMkLst>
        </pc:spChg>
        <pc:picChg chg="add mod">
          <ac:chgData name="Venkatesh Patil" userId="d9f36aa470552ec6" providerId="LiveId" clId="{1F0C1C64-C04D-48CB-8711-4A66D116FFE7}" dt="2024-01-13T18:05:09.409" v="39971" actId="1076"/>
          <ac:picMkLst>
            <pc:docMk/>
            <pc:sldMk cId="3948666835" sldId="1223"/>
            <ac:picMk id="11" creationId="{1BA24306-F0C0-1D85-B9D4-30C90D434D52}"/>
          </ac:picMkLst>
        </pc:picChg>
        <pc:picChg chg="add mod">
          <ac:chgData name="Venkatesh Patil" userId="d9f36aa470552ec6" providerId="LiveId" clId="{1F0C1C64-C04D-48CB-8711-4A66D116FFE7}" dt="2024-01-13T18:05:11.919" v="39972" actId="1076"/>
          <ac:picMkLst>
            <pc:docMk/>
            <pc:sldMk cId="3948666835" sldId="1223"/>
            <ac:picMk id="14" creationId="{4F61211D-DC56-E7F9-19E7-9CC9BF5A1A3F}"/>
          </ac:picMkLst>
        </pc:picChg>
        <pc:picChg chg="add mod">
          <ac:chgData name="Venkatesh Patil" userId="d9f36aa470552ec6" providerId="LiveId" clId="{1F0C1C64-C04D-48CB-8711-4A66D116FFE7}" dt="2024-01-13T18:06:08.296" v="39979" actId="1076"/>
          <ac:picMkLst>
            <pc:docMk/>
            <pc:sldMk cId="3948666835" sldId="1223"/>
            <ac:picMk id="16" creationId="{2E33836C-8888-18AF-3638-55C0DD7E7741}"/>
          </ac:picMkLst>
        </pc:picChg>
      </pc:sldChg>
      <pc:sldChg chg="add">
        <pc:chgData name="Venkatesh Patil" userId="d9f36aa470552ec6" providerId="LiveId" clId="{1F0C1C64-C04D-48CB-8711-4A66D116FFE7}" dt="2024-01-13T18:18:14.263" v="40314" actId="2890"/>
        <pc:sldMkLst>
          <pc:docMk/>
          <pc:sldMk cId="3087800585" sldId="1224"/>
        </pc:sldMkLst>
      </pc:sldChg>
      <pc:sldChg chg="addSp delSp modSp add mod delAnim modAnim modNotesTx">
        <pc:chgData name="Venkatesh Patil" userId="d9f36aa470552ec6" providerId="LiveId" clId="{1F0C1C64-C04D-48CB-8711-4A66D116FFE7}" dt="2024-01-13T19:25:04.835" v="41692"/>
        <pc:sldMkLst>
          <pc:docMk/>
          <pc:sldMk cId="1926502199" sldId="1225"/>
        </pc:sldMkLst>
        <pc:spChg chg="mod">
          <ac:chgData name="Venkatesh Patil" userId="d9f36aa470552ec6" providerId="LiveId" clId="{1F0C1C64-C04D-48CB-8711-4A66D116FFE7}" dt="2024-01-13T19:10:24.180" v="41530" actId="20577"/>
          <ac:spMkLst>
            <pc:docMk/>
            <pc:sldMk cId="1926502199" sldId="1225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19:04:10.537" v="41440" actId="20577"/>
          <ac:spMkLst>
            <pc:docMk/>
            <pc:sldMk cId="1926502199" sldId="1225"/>
            <ac:spMk id="3" creationId="{E2B2E24C-621E-60FD-8622-E48AFEA72431}"/>
          </ac:spMkLst>
        </pc:spChg>
        <pc:spChg chg="del mod">
          <ac:chgData name="Venkatesh Patil" userId="d9f36aa470552ec6" providerId="LiveId" clId="{1F0C1C64-C04D-48CB-8711-4A66D116FFE7}" dt="2024-01-13T19:04:16.724" v="41443" actId="478"/>
          <ac:spMkLst>
            <pc:docMk/>
            <pc:sldMk cId="1926502199" sldId="1225"/>
            <ac:spMk id="12" creationId="{161BDFC8-E994-C8D5-0D13-914C67083A73}"/>
          </ac:spMkLst>
        </pc:spChg>
        <pc:spChg chg="add mod">
          <ac:chgData name="Venkatesh Patil" userId="d9f36aa470552ec6" providerId="LiveId" clId="{1F0C1C64-C04D-48CB-8711-4A66D116FFE7}" dt="2024-01-13T19:07:58.552" v="41482" actId="207"/>
          <ac:spMkLst>
            <pc:docMk/>
            <pc:sldMk cId="1926502199" sldId="1225"/>
            <ac:spMk id="21" creationId="{F6FA6391-066C-2E03-B202-B41616BA6163}"/>
          </ac:spMkLst>
        </pc:spChg>
        <pc:picChg chg="del">
          <ac:chgData name="Venkatesh Patil" userId="d9f36aa470552ec6" providerId="LiveId" clId="{1F0C1C64-C04D-48CB-8711-4A66D116FFE7}" dt="2024-01-13T18:39:30.693" v="40948" actId="478"/>
          <ac:picMkLst>
            <pc:docMk/>
            <pc:sldMk cId="1926502199" sldId="1225"/>
            <ac:picMk id="9" creationId="{34F06495-50CE-FC4A-791D-E0551DF7B911}"/>
          </ac:picMkLst>
        </pc:picChg>
        <pc:picChg chg="add del mod">
          <ac:chgData name="Venkatesh Patil" userId="d9f36aa470552ec6" providerId="LiveId" clId="{1F0C1C64-C04D-48CB-8711-4A66D116FFE7}" dt="2024-01-13T19:04:13.082" v="41441" actId="478"/>
          <ac:picMkLst>
            <pc:docMk/>
            <pc:sldMk cId="1926502199" sldId="1225"/>
            <ac:picMk id="10" creationId="{AD0EDB2F-A488-6EC0-1657-A5B19F1FA4B2}"/>
          </ac:picMkLst>
        </pc:picChg>
        <pc:picChg chg="add mod">
          <ac:chgData name="Venkatesh Patil" userId="d9f36aa470552ec6" providerId="LiveId" clId="{1F0C1C64-C04D-48CB-8711-4A66D116FFE7}" dt="2024-01-13T19:09:50.807" v="41502" actId="1076"/>
          <ac:picMkLst>
            <pc:docMk/>
            <pc:sldMk cId="1926502199" sldId="1225"/>
            <ac:picMk id="13" creationId="{2AD99679-3928-465A-9267-C74CB7DA05E4}"/>
          </ac:picMkLst>
        </pc:picChg>
        <pc:picChg chg="add mod">
          <ac:chgData name="Venkatesh Patil" userId="d9f36aa470552ec6" providerId="LiveId" clId="{1F0C1C64-C04D-48CB-8711-4A66D116FFE7}" dt="2024-01-13T19:06:07.415" v="41460" actId="1440"/>
          <ac:picMkLst>
            <pc:docMk/>
            <pc:sldMk cId="1926502199" sldId="1225"/>
            <ac:picMk id="15" creationId="{E1AC6AF4-2BEC-806A-8392-5FA1D332D8E3}"/>
          </ac:picMkLst>
        </pc:picChg>
        <pc:picChg chg="add mod">
          <ac:chgData name="Venkatesh Patil" userId="d9f36aa470552ec6" providerId="LiveId" clId="{1F0C1C64-C04D-48CB-8711-4A66D116FFE7}" dt="2024-01-13T19:06:10.532" v="41461" actId="1440"/>
          <ac:picMkLst>
            <pc:docMk/>
            <pc:sldMk cId="1926502199" sldId="1225"/>
            <ac:picMk id="17" creationId="{3056590E-8100-BC88-8D52-83875802A6DF}"/>
          </ac:picMkLst>
        </pc:picChg>
        <pc:picChg chg="add mod">
          <ac:chgData name="Venkatesh Patil" userId="d9f36aa470552ec6" providerId="LiveId" clId="{1F0C1C64-C04D-48CB-8711-4A66D116FFE7}" dt="2024-01-13T19:09:34.913" v="41498" actId="1076"/>
          <ac:picMkLst>
            <pc:docMk/>
            <pc:sldMk cId="1926502199" sldId="1225"/>
            <ac:picMk id="19" creationId="{543AB111-CC7B-2407-F605-61E3C14F592D}"/>
          </ac:picMkLst>
        </pc:picChg>
        <pc:picChg chg="add mod">
          <ac:chgData name="Venkatesh Patil" userId="d9f36aa470552ec6" providerId="LiveId" clId="{1F0C1C64-C04D-48CB-8711-4A66D116FFE7}" dt="2024-01-13T19:09:44.908" v="41501" actId="1440"/>
          <ac:picMkLst>
            <pc:docMk/>
            <pc:sldMk cId="1926502199" sldId="1225"/>
            <ac:picMk id="23" creationId="{FCF90473-BF93-A255-2D84-061924ED07DC}"/>
          </ac:picMkLst>
        </pc:picChg>
      </pc:sldChg>
      <pc:sldChg chg="modSp add mod ord">
        <pc:chgData name="Venkatesh Patil" userId="d9f36aa470552ec6" providerId="LiveId" clId="{1F0C1C64-C04D-48CB-8711-4A66D116FFE7}" dt="2024-01-13T19:02:23.732" v="41383"/>
        <pc:sldMkLst>
          <pc:docMk/>
          <pc:sldMk cId="4154268039" sldId="1226"/>
        </pc:sldMkLst>
        <pc:spChg chg="mod">
          <ac:chgData name="Venkatesh Patil" userId="d9f36aa470552ec6" providerId="LiveId" clId="{1F0C1C64-C04D-48CB-8711-4A66D116FFE7}" dt="2024-01-13T19:01:53.630" v="41380" actId="20577"/>
          <ac:spMkLst>
            <pc:docMk/>
            <pc:sldMk cId="4154268039" sldId="1226"/>
            <ac:spMk id="3" creationId="{E2B2E24C-621E-60FD-8622-E48AFEA72431}"/>
          </ac:spMkLst>
        </pc:spChg>
        <pc:picChg chg="mod">
          <ac:chgData name="Venkatesh Patil" userId="d9f36aa470552ec6" providerId="LiveId" clId="{1F0C1C64-C04D-48CB-8711-4A66D116FFE7}" dt="2024-01-13T19:02:01.904" v="41381" actId="1440"/>
          <ac:picMkLst>
            <pc:docMk/>
            <pc:sldMk cId="4154268039" sldId="1226"/>
            <ac:picMk id="10" creationId="{AD0EDB2F-A488-6EC0-1657-A5B19F1FA4B2}"/>
          </ac:picMkLst>
        </pc:picChg>
      </pc:sldChg>
      <pc:sldChg chg="addSp delSp modSp add mod ord delAnim modAnim modNotesTx">
        <pc:chgData name="Venkatesh Patil" userId="d9f36aa470552ec6" providerId="LiveId" clId="{1F0C1C64-C04D-48CB-8711-4A66D116FFE7}" dt="2024-01-13T19:45:18.376" v="42077"/>
        <pc:sldMkLst>
          <pc:docMk/>
          <pc:sldMk cId="2839147150" sldId="1227"/>
        </pc:sldMkLst>
        <pc:spChg chg="mod">
          <ac:chgData name="Venkatesh Patil" userId="d9f36aa470552ec6" providerId="LiveId" clId="{1F0C1C64-C04D-48CB-8711-4A66D116FFE7}" dt="2024-01-13T19:21:20.698" v="41607" actId="20577"/>
          <ac:spMkLst>
            <pc:docMk/>
            <pc:sldMk cId="2839147150" sldId="1227"/>
            <ac:spMk id="2" creationId="{99E8BF50-85F7-89D0-EDC7-AEB9D4C67745}"/>
          </ac:spMkLst>
        </pc:spChg>
        <pc:spChg chg="mod">
          <ac:chgData name="Venkatesh Patil" userId="d9f36aa470552ec6" providerId="LiveId" clId="{1F0C1C64-C04D-48CB-8711-4A66D116FFE7}" dt="2024-01-13T19:27:39.919" v="41738" actId="20577"/>
          <ac:spMkLst>
            <pc:docMk/>
            <pc:sldMk cId="2839147150" sldId="1227"/>
            <ac:spMk id="3" creationId="{E2B2E24C-621E-60FD-8622-E48AFEA72431}"/>
          </ac:spMkLst>
        </pc:spChg>
        <pc:spChg chg="add mod">
          <ac:chgData name="Venkatesh Patil" userId="d9f36aa470552ec6" providerId="LiveId" clId="{1F0C1C64-C04D-48CB-8711-4A66D116FFE7}" dt="2024-01-13T19:24:22.238" v="41689" actId="14100"/>
          <ac:spMkLst>
            <pc:docMk/>
            <pc:sldMk cId="2839147150" sldId="1227"/>
            <ac:spMk id="11" creationId="{5623628C-FB36-2389-333C-F60D4BF76542}"/>
          </ac:spMkLst>
        </pc:spChg>
        <pc:spChg chg="del">
          <ac:chgData name="Venkatesh Patil" userId="d9f36aa470552ec6" providerId="LiveId" clId="{1F0C1C64-C04D-48CB-8711-4A66D116FFE7}" dt="2024-01-13T19:23:05.289" v="41677" actId="478"/>
          <ac:spMkLst>
            <pc:docMk/>
            <pc:sldMk cId="2839147150" sldId="1227"/>
            <ac:spMk id="12" creationId="{161BDFC8-E994-C8D5-0D13-914C67083A73}"/>
          </ac:spMkLst>
        </pc:spChg>
        <pc:spChg chg="add del mod">
          <ac:chgData name="Venkatesh Patil" userId="d9f36aa470552ec6" providerId="LiveId" clId="{1F0C1C64-C04D-48CB-8711-4A66D116FFE7}" dt="2024-01-13T19:38:32.362" v="42011" actId="11529"/>
          <ac:spMkLst>
            <pc:docMk/>
            <pc:sldMk cId="2839147150" sldId="1227"/>
            <ac:spMk id="15" creationId="{3E8B5E9B-6247-F3BB-F17E-5ED988A6E266}"/>
          </ac:spMkLst>
        </pc:spChg>
        <pc:spChg chg="add mod">
          <ac:chgData name="Venkatesh Patil" userId="d9f36aa470552ec6" providerId="LiveId" clId="{1F0C1C64-C04D-48CB-8711-4A66D116FFE7}" dt="2024-01-13T19:38:28.457" v="42008" actId="1076"/>
          <ac:spMkLst>
            <pc:docMk/>
            <pc:sldMk cId="2839147150" sldId="1227"/>
            <ac:spMk id="16" creationId="{0B2F9647-0771-1819-8EA9-FC2B9CE9E429}"/>
          </ac:spMkLst>
        </pc:spChg>
        <pc:spChg chg="add mod">
          <ac:chgData name="Venkatesh Patil" userId="d9f36aa470552ec6" providerId="LiveId" clId="{1F0C1C64-C04D-48CB-8711-4A66D116FFE7}" dt="2024-01-13T19:38:27.590" v="42007" actId="1076"/>
          <ac:spMkLst>
            <pc:docMk/>
            <pc:sldMk cId="2839147150" sldId="1227"/>
            <ac:spMk id="17" creationId="{8232EEDA-0BFB-1CF1-AA94-71C0863E6BEC}"/>
          </ac:spMkLst>
        </pc:spChg>
        <pc:spChg chg="add mod">
          <ac:chgData name="Venkatesh Patil" userId="d9f36aa470552ec6" providerId="LiveId" clId="{1F0C1C64-C04D-48CB-8711-4A66D116FFE7}" dt="2024-01-13T19:38:26.646" v="42006" actId="1076"/>
          <ac:spMkLst>
            <pc:docMk/>
            <pc:sldMk cId="2839147150" sldId="1227"/>
            <ac:spMk id="18" creationId="{0D54A93B-F187-BD12-C597-1D54E8D22664}"/>
          </ac:spMkLst>
        </pc:spChg>
        <pc:spChg chg="add mod">
          <ac:chgData name="Venkatesh Patil" userId="d9f36aa470552ec6" providerId="LiveId" clId="{1F0C1C64-C04D-48CB-8711-4A66D116FFE7}" dt="2024-01-13T19:40:37.491" v="42074" actId="1076"/>
          <ac:spMkLst>
            <pc:docMk/>
            <pc:sldMk cId="2839147150" sldId="1227"/>
            <ac:spMk id="19" creationId="{FC5E0E85-8214-BE3E-AA9E-6BC34A160A62}"/>
          </ac:spMkLst>
        </pc:spChg>
        <pc:picChg chg="add mod">
          <ac:chgData name="Venkatesh Patil" userId="d9f36aa470552ec6" providerId="LiveId" clId="{1F0C1C64-C04D-48CB-8711-4A66D116FFE7}" dt="2024-01-13T19:27:48.849" v="41740" actId="1076"/>
          <ac:picMkLst>
            <pc:docMk/>
            <pc:sldMk cId="2839147150" sldId="1227"/>
            <ac:picMk id="8" creationId="{02954737-C2D7-738E-3094-9DAF6F969BA5}"/>
          </ac:picMkLst>
        </pc:picChg>
        <pc:picChg chg="add del mod">
          <ac:chgData name="Venkatesh Patil" userId="d9f36aa470552ec6" providerId="LiveId" clId="{1F0C1C64-C04D-48CB-8711-4A66D116FFE7}" dt="2024-01-13T19:29:10.793" v="41781" actId="478"/>
          <ac:picMkLst>
            <pc:docMk/>
            <pc:sldMk cId="2839147150" sldId="1227"/>
            <ac:picMk id="9" creationId="{52B9C082-E92C-CACE-1B1D-C87CCA13A52C}"/>
          </ac:picMkLst>
        </pc:picChg>
        <pc:picChg chg="del">
          <ac:chgData name="Venkatesh Patil" userId="d9f36aa470552ec6" providerId="LiveId" clId="{1F0C1C64-C04D-48CB-8711-4A66D116FFE7}" dt="2024-01-13T19:21:33.257" v="41610" actId="478"/>
          <ac:picMkLst>
            <pc:docMk/>
            <pc:sldMk cId="2839147150" sldId="1227"/>
            <ac:picMk id="10" creationId="{AD0EDB2F-A488-6EC0-1657-A5B19F1FA4B2}"/>
          </ac:picMkLst>
        </pc:picChg>
        <pc:picChg chg="add del mod">
          <ac:chgData name="Venkatesh Patil" userId="d9f36aa470552ec6" providerId="LiveId" clId="{1F0C1C64-C04D-48CB-8711-4A66D116FFE7}" dt="2024-01-13T19:26:41.865" v="41699" actId="478"/>
          <ac:picMkLst>
            <pc:docMk/>
            <pc:sldMk cId="2839147150" sldId="1227"/>
            <ac:picMk id="13" creationId="{94A7F5E2-71C7-D842-D713-0166E539A6C4}"/>
          </ac:picMkLst>
        </pc:picChg>
        <pc:picChg chg="add mod">
          <ac:chgData name="Venkatesh Patil" userId="d9f36aa470552ec6" providerId="LiveId" clId="{1F0C1C64-C04D-48CB-8711-4A66D116FFE7}" dt="2024-01-13T19:29:23.957" v="41786" actId="1076"/>
          <ac:picMkLst>
            <pc:docMk/>
            <pc:sldMk cId="2839147150" sldId="1227"/>
            <ac:picMk id="14" creationId="{F197E459-66B2-F280-A871-48AC82A6A048}"/>
          </ac:picMkLst>
        </pc:picChg>
      </pc:sldChg>
      <pc:sldChg chg="modSp add ord">
        <pc:chgData name="Venkatesh Patil" userId="d9f36aa470552ec6" providerId="LiveId" clId="{1F0C1C64-C04D-48CB-8711-4A66D116FFE7}" dt="2024-01-13T19:28:33.027" v="41780"/>
        <pc:sldMkLst>
          <pc:docMk/>
          <pc:sldMk cId="435617344" sldId="1228"/>
        </pc:sldMkLst>
        <pc:spChg chg="mod">
          <ac:chgData name="Venkatesh Patil" userId="d9f36aa470552ec6" providerId="LiveId" clId="{1F0C1C64-C04D-48CB-8711-4A66D116FFE7}" dt="2024-01-13T19:28:22.566" v="41778" actId="20577"/>
          <ac:spMkLst>
            <pc:docMk/>
            <pc:sldMk cId="435617344" sldId="1228"/>
            <ac:spMk id="2" creationId="{99E8BF50-85F7-89D0-EDC7-AEB9D4C67745}"/>
          </ac:spMkLst>
        </pc:spChg>
      </pc:sldChg>
      <pc:sldChg chg="addSp delSp modSp add mod modAnim modNotesTx">
        <pc:chgData name="Venkatesh Patil" userId="d9f36aa470552ec6" providerId="LiveId" clId="{1F0C1C64-C04D-48CB-8711-4A66D116FFE7}" dt="2024-01-13T20:40:48.632" v="42205" actId="20577"/>
        <pc:sldMkLst>
          <pc:docMk/>
          <pc:sldMk cId="1764284371" sldId="1229"/>
        </pc:sldMkLst>
        <pc:spChg chg="mod">
          <ac:chgData name="Venkatesh Patil" userId="d9f36aa470552ec6" providerId="LiveId" clId="{1F0C1C64-C04D-48CB-8711-4A66D116FFE7}" dt="2024-01-13T20:40:48.632" v="42205" actId="20577"/>
          <ac:spMkLst>
            <pc:docMk/>
            <pc:sldMk cId="1764284371" sldId="1229"/>
            <ac:spMk id="2" creationId="{99E8BF50-85F7-89D0-EDC7-AEB9D4C67745}"/>
          </ac:spMkLst>
        </pc:spChg>
        <pc:spChg chg="del">
          <ac:chgData name="Venkatesh Patil" userId="d9f36aa470552ec6" providerId="LiveId" clId="{1F0C1C64-C04D-48CB-8711-4A66D116FFE7}" dt="2024-01-13T20:33:09.554" v="42156" actId="478"/>
          <ac:spMkLst>
            <pc:docMk/>
            <pc:sldMk cId="1764284371" sldId="1229"/>
            <ac:spMk id="3" creationId="{E2B2E24C-621E-60FD-8622-E48AFEA72431}"/>
          </ac:spMkLst>
        </pc:spChg>
        <pc:spChg chg="del">
          <ac:chgData name="Venkatesh Patil" userId="d9f36aa470552ec6" providerId="LiveId" clId="{1F0C1C64-C04D-48CB-8711-4A66D116FFE7}" dt="2024-01-13T20:32:58.845" v="42151" actId="478"/>
          <ac:spMkLst>
            <pc:docMk/>
            <pc:sldMk cId="1764284371" sldId="1229"/>
            <ac:spMk id="11" creationId="{5623628C-FB36-2389-333C-F60D4BF76542}"/>
          </ac:spMkLst>
        </pc:spChg>
        <pc:spChg chg="add del mod">
          <ac:chgData name="Venkatesh Patil" userId="d9f36aa470552ec6" providerId="LiveId" clId="{1F0C1C64-C04D-48CB-8711-4A66D116FFE7}" dt="2024-01-13T20:33:12.951" v="42157" actId="478"/>
          <ac:spMkLst>
            <pc:docMk/>
            <pc:sldMk cId="1764284371" sldId="1229"/>
            <ac:spMk id="14" creationId="{A10584A8-58F7-16A0-E10B-1AACC1E32B9C}"/>
          </ac:spMkLst>
        </pc:spChg>
        <pc:picChg chg="del">
          <ac:chgData name="Venkatesh Patil" userId="d9f36aa470552ec6" providerId="LiveId" clId="{1F0C1C64-C04D-48CB-8711-4A66D116FFE7}" dt="2024-01-13T20:32:57.190" v="42150" actId="478"/>
          <ac:picMkLst>
            <pc:docMk/>
            <pc:sldMk cId="1764284371" sldId="1229"/>
            <ac:picMk id="8" creationId="{02954737-C2D7-738E-3094-9DAF6F969BA5}"/>
          </ac:picMkLst>
        </pc:picChg>
        <pc:picChg chg="del">
          <ac:chgData name="Venkatesh Patil" userId="d9f36aa470552ec6" providerId="LiveId" clId="{1F0C1C64-C04D-48CB-8711-4A66D116FFE7}" dt="2024-01-13T20:32:55.215" v="42149" actId="478"/>
          <ac:picMkLst>
            <pc:docMk/>
            <pc:sldMk cId="1764284371" sldId="1229"/>
            <ac:picMk id="9" creationId="{52B9C082-E92C-CACE-1B1D-C87CCA13A52C}"/>
          </ac:picMkLst>
        </pc:picChg>
        <pc:picChg chg="add del mod">
          <ac:chgData name="Venkatesh Patil" userId="d9f36aa470552ec6" providerId="LiveId" clId="{1F0C1C64-C04D-48CB-8711-4A66D116FFE7}" dt="2024-01-13T20:39:05.829" v="42161" actId="478"/>
          <ac:picMkLst>
            <pc:docMk/>
            <pc:sldMk cId="1764284371" sldId="1229"/>
            <ac:picMk id="12" creationId="{EE8ADD75-643A-EF4D-098B-B945F70A5D9E}"/>
          </ac:picMkLst>
        </pc:picChg>
        <pc:picChg chg="add mod">
          <ac:chgData name="Venkatesh Patil" userId="d9f36aa470552ec6" providerId="LiveId" clId="{1F0C1C64-C04D-48CB-8711-4A66D116FFE7}" dt="2024-01-13T20:40:38.060" v="42180" actId="1076"/>
          <ac:picMkLst>
            <pc:docMk/>
            <pc:sldMk cId="1764284371" sldId="1229"/>
            <ac:picMk id="16" creationId="{423200E5-8C31-C105-90D3-36FF2DF8CEC2}"/>
          </ac:picMkLst>
        </pc:picChg>
        <pc:picChg chg="add del mod">
          <ac:chgData name="Venkatesh Patil" userId="d9f36aa470552ec6" providerId="LiveId" clId="{1F0C1C64-C04D-48CB-8711-4A66D116FFE7}" dt="2024-01-13T20:40:03.965" v="42170" actId="478"/>
          <ac:picMkLst>
            <pc:docMk/>
            <pc:sldMk cId="1764284371" sldId="1229"/>
            <ac:picMk id="18" creationId="{6FC43851-C075-3BD8-F434-B73507FDC510}"/>
          </ac:picMkLst>
        </pc:picChg>
      </pc:sldChg>
      <pc:sldChg chg="addSp delSp modSp add mod">
        <pc:chgData name="Venkatesh Patil" userId="d9f36aa470552ec6" providerId="LiveId" clId="{1F0C1C64-C04D-48CB-8711-4A66D116FFE7}" dt="2024-01-13T20:42:24.398" v="42218" actId="14100"/>
        <pc:sldMkLst>
          <pc:docMk/>
          <pc:sldMk cId="731160687" sldId="1230"/>
        </pc:sldMkLst>
        <pc:spChg chg="mod">
          <ac:chgData name="Venkatesh Patil" userId="d9f36aa470552ec6" providerId="LiveId" clId="{1F0C1C64-C04D-48CB-8711-4A66D116FFE7}" dt="2024-01-13T20:40:53.613" v="42209" actId="20577"/>
          <ac:spMkLst>
            <pc:docMk/>
            <pc:sldMk cId="731160687" sldId="1230"/>
            <ac:spMk id="2" creationId="{99E8BF50-85F7-89D0-EDC7-AEB9D4C67745}"/>
          </ac:spMkLst>
        </pc:spChg>
        <pc:picChg chg="add mod ord">
          <ac:chgData name="Venkatesh Patil" userId="d9f36aa470552ec6" providerId="LiveId" clId="{1F0C1C64-C04D-48CB-8711-4A66D116FFE7}" dt="2024-01-13T20:42:19.607" v="42217" actId="167"/>
          <ac:picMkLst>
            <pc:docMk/>
            <pc:sldMk cId="731160687" sldId="1230"/>
            <ac:picMk id="8" creationId="{AFBF431D-8420-CE71-5F23-DA0C8389443D}"/>
          </ac:picMkLst>
        </pc:picChg>
        <pc:picChg chg="mod">
          <ac:chgData name="Venkatesh Patil" userId="d9f36aa470552ec6" providerId="LiveId" clId="{1F0C1C64-C04D-48CB-8711-4A66D116FFE7}" dt="2024-01-13T20:42:24.398" v="42218" actId="14100"/>
          <ac:picMkLst>
            <pc:docMk/>
            <pc:sldMk cId="731160687" sldId="1230"/>
            <ac:picMk id="16" creationId="{423200E5-8C31-C105-90D3-36FF2DF8CEC2}"/>
          </ac:picMkLst>
        </pc:picChg>
        <pc:picChg chg="del mod ord">
          <ac:chgData name="Venkatesh Patil" userId="d9f36aa470552ec6" providerId="LiveId" clId="{1F0C1C64-C04D-48CB-8711-4A66D116FFE7}" dt="2024-01-13T20:42:09.061" v="42212" actId="478"/>
          <ac:picMkLst>
            <pc:docMk/>
            <pc:sldMk cId="731160687" sldId="1230"/>
            <ac:picMk id="18" creationId="{6FC43851-C075-3BD8-F434-B73507FDC510}"/>
          </ac:picMkLst>
        </pc:picChg>
      </pc:sldChg>
      <pc:sldChg chg="addSp delSp modSp add mod">
        <pc:chgData name="Venkatesh Patil" userId="d9f36aa470552ec6" providerId="LiveId" clId="{1F0C1C64-C04D-48CB-8711-4A66D116FFE7}" dt="2024-01-13T20:45:27.247" v="42224" actId="1076"/>
        <pc:sldMkLst>
          <pc:docMk/>
          <pc:sldMk cId="4276569405" sldId="1231"/>
        </pc:sldMkLst>
        <pc:picChg chg="del">
          <ac:chgData name="Venkatesh Patil" userId="d9f36aa470552ec6" providerId="LiveId" clId="{1F0C1C64-C04D-48CB-8711-4A66D116FFE7}" dt="2024-01-13T20:45:19.336" v="42220" actId="478"/>
          <ac:picMkLst>
            <pc:docMk/>
            <pc:sldMk cId="4276569405" sldId="1231"/>
            <ac:picMk id="8" creationId="{AFBF431D-8420-CE71-5F23-DA0C8389443D}"/>
          </ac:picMkLst>
        </pc:picChg>
        <pc:picChg chg="add mod">
          <ac:chgData name="Venkatesh Patil" userId="d9f36aa470552ec6" providerId="LiveId" clId="{1F0C1C64-C04D-48CB-8711-4A66D116FFE7}" dt="2024-01-13T20:45:27.247" v="42224" actId="1076"/>
          <ac:picMkLst>
            <pc:docMk/>
            <pc:sldMk cId="4276569405" sldId="1231"/>
            <ac:picMk id="9" creationId="{06B97FF8-6909-444E-F912-A0CB29D98FE4}"/>
          </ac:picMkLst>
        </pc:picChg>
        <pc:picChg chg="del">
          <ac:chgData name="Venkatesh Patil" userId="d9f36aa470552ec6" providerId="LiveId" clId="{1F0C1C64-C04D-48CB-8711-4A66D116FFE7}" dt="2024-01-13T20:45:20.299" v="42221" actId="478"/>
          <ac:picMkLst>
            <pc:docMk/>
            <pc:sldMk cId="4276569405" sldId="1231"/>
            <ac:picMk id="16" creationId="{423200E5-8C31-C105-90D3-36FF2DF8CEC2}"/>
          </ac:picMkLst>
        </pc:picChg>
      </pc:sldChg>
      <pc:sldChg chg="addSp delSp modSp add mod">
        <pc:chgData name="Venkatesh Patil" userId="d9f36aa470552ec6" providerId="LiveId" clId="{1F0C1C64-C04D-48CB-8711-4A66D116FFE7}" dt="2024-01-13T20:51:55.028" v="42246" actId="14100"/>
        <pc:sldMkLst>
          <pc:docMk/>
          <pc:sldMk cId="2537299760" sldId="1232"/>
        </pc:sldMkLst>
        <pc:picChg chg="add del mod">
          <ac:chgData name="Venkatesh Patil" userId="d9f36aa470552ec6" providerId="LiveId" clId="{1F0C1C64-C04D-48CB-8711-4A66D116FFE7}" dt="2024-01-13T20:49:41.820" v="42235" actId="478"/>
          <ac:picMkLst>
            <pc:docMk/>
            <pc:sldMk cId="2537299760" sldId="1232"/>
            <ac:picMk id="9" creationId="{EFF2AC96-7C5E-5931-783A-A237F421EE23}"/>
          </ac:picMkLst>
        </pc:picChg>
        <pc:picChg chg="del">
          <ac:chgData name="Venkatesh Patil" userId="d9f36aa470552ec6" providerId="LiveId" clId="{1F0C1C64-C04D-48CB-8711-4A66D116FFE7}" dt="2024-01-13T20:49:28.315" v="42230" actId="478"/>
          <ac:picMkLst>
            <pc:docMk/>
            <pc:sldMk cId="2537299760" sldId="1232"/>
            <ac:picMk id="10" creationId="{DEB5A8BD-3407-0094-DED0-EC06F55776BA}"/>
          </ac:picMkLst>
        </pc:picChg>
        <pc:picChg chg="mod">
          <ac:chgData name="Venkatesh Patil" userId="d9f36aa470552ec6" providerId="LiveId" clId="{1F0C1C64-C04D-48CB-8711-4A66D116FFE7}" dt="2024-01-13T20:49:36.057" v="42233" actId="1076"/>
          <ac:picMkLst>
            <pc:docMk/>
            <pc:sldMk cId="2537299760" sldId="1232"/>
            <ac:picMk id="11" creationId="{233D4FA6-C93F-385D-3E15-BDC6A3956DA0}"/>
          </ac:picMkLst>
        </pc:picChg>
        <pc:picChg chg="add del mod">
          <ac:chgData name="Venkatesh Patil" userId="d9f36aa470552ec6" providerId="LiveId" clId="{1F0C1C64-C04D-48CB-8711-4A66D116FFE7}" dt="2024-01-13T20:51:05.489" v="42240" actId="478"/>
          <ac:picMkLst>
            <pc:docMk/>
            <pc:sldMk cId="2537299760" sldId="1232"/>
            <ac:picMk id="13" creationId="{9E0877A2-3ECA-2EE6-E74C-DD013998EE97}"/>
          </ac:picMkLst>
        </pc:picChg>
        <pc:picChg chg="add mod">
          <ac:chgData name="Venkatesh Patil" userId="d9f36aa470552ec6" providerId="LiveId" clId="{1F0C1C64-C04D-48CB-8711-4A66D116FFE7}" dt="2024-01-13T20:51:55.028" v="42246" actId="14100"/>
          <ac:picMkLst>
            <pc:docMk/>
            <pc:sldMk cId="2537299760" sldId="1232"/>
            <ac:picMk id="15" creationId="{1C71355E-3B54-6664-1283-AECF261C4629}"/>
          </ac:picMkLst>
        </pc:picChg>
        <pc:inkChg chg="add del">
          <ac:chgData name="Venkatesh Patil" userId="d9f36aa470552ec6" providerId="LiveId" clId="{1F0C1C64-C04D-48CB-8711-4A66D116FFE7}" dt="2024-01-13T20:49:22.993" v="42229"/>
          <ac:inkMkLst>
            <pc:docMk/>
            <pc:sldMk cId="2537299760" sldId="1232"/>
            <ac:inkMk id="3" creationId="{B850135C-0F97-7487-0EEF-71103A48AC14}"/>
          </ac:inkMkLst>
        </pc:inkChg>
      </pc:sldChg>
      <pc:sldMasterChg chg="delSldLayout">
        <pc:chgData name="Venkatesh Patil" userId="d9f36aa470552ec6" providerId="LiveId" clId="{1F0C1C64-C04D-48CB-8711-4A66D116FFE7}" dt="2024-01-11T18:55:50.580" v="26032" actId="47"/>
        <pc:sldMasterMkLst>
          <pc:docMk/>
          <pc:sldMasterMk cId="3053075354" sldId="2147483672"/>
        </pc:sldMasterMkLst>
        <pc:sldLayoutChg chg="del">
          <pc:chgData name="Venkatesh Patil" userId="d9f36aa470552ec6" providerId="LiveId" clId="{1F0C1C64-C04D-48CB-8711-4A66D116FFE7}" dt="2024-01-11T18:55:50.580" v="26032" actId="47"/>
          <pc:sldLayoutMkLst>
            <pc:docMk/>
            <pc:sldMasterMk cId="3053075354" sldId="2147483672"/>
            <pc:sldLayoutMk cId="4187409719" sldId="2147483676"/>
          </pc:sldLayoutMkLst>
        </pc:sldLayoutChg>
      </pc:sldMasterChg>
    </pc:docChg>
  </pc:docChgLst>
  <pc:docChgLst>
    <pc:chgData name="Venkatesh Patil" userId="d9f36aa470552ec6" providerId="LiveId" clId="{2F0C1C31-CD41-4429-A0DD-CC529B8C7BD2}"/>
    <pc:docChg chg="undo custSel addSld delSld modSld sldOrd">
      <pc:chgData name="Venkatesh Patil" userId="d9f36aa470552ec6" providerId="LiveId" clId="{2F0C1C31-CD41-4429-A0DD-CC529B8C7BD2}" dt="2024-01-30T23:42:09.309" v="12772" actId="1076"/>
      <pc:docMkLst>
        <pc:docMk/>
      </pc:docMkLst>
      <pc:sldChg chg="modSp mod">
        <pc:chgData name="Venkatesh Patil" userId="d9f36aa470552ec6" providerId="LiveId" clId="{2F0C1C31-CD41-4429-A0DD-CC529B8C7BD2}" dt="2024-01-30T21:54:40.774" v="10017" actId="313"/>
        <pc:sldMkLst>
          <pc:docMk/>
          <pc:sldMk cId="3690305819" sldId="1082"/>
        </pc:sldMkLst>
        <pc:spChg chg="mod">
          <ac:chgData name="Venkatesh Patil" userId="d9f36aa470552ec6" providerId="LiveId" clId="{2F0C1C31-CD41-4429-A0DD-CC529B8C7BD2}" dt="2024-01-30T21:54:40.774" v="10017" actId="313"/>
          <ac:spMkLst>
            <pc:docMk/>
            <pc:sldMk cId="3690305819" sldId="1082"/>
            <ac:spMk id="507907" creationId="{00000000-0000-0000-0000-000000000000}"/>
          </ac:spMkLst>
        </pc:spChg>
      </pc:sldChg>
      <pc:sldChg chg="del">
        <pc:chgData name="Venkatesh Patil" userId="d9f36aa470552ec6" providerId="LiveId" clId="{2F0C1C31-CD41-4429-A0DD-CC529B8C7BD2}" dt="2024-01-30T23:23:59.378" v="11873" actId="47"/>
        <pc:sldMkLst>
          <pc:docMk/>
          <pc:sldMk cId="1819915634" sldId="1092"/>
        </pc:sldMkLst>
      </pc:sldChg>
      <pc:sldChg chg="modSp mod">
        <pc:chgData name="Venkatesh Patil" userId="d9f36aa470552ec6" providerId="LiveId" clId="{2F0C1C31-CD41-4429-A0DD-CC529B8C7BD2}" dt="2024-01-30T23:29:51.908" v="11998" actId="20577"/>
        <pc:sldMkLst>
          <pc:docMk/>
          <pc:sldMk cId="1696703871" sldId="1118"/>
        </pc:sldMkLst>
        <pc:spChg chg="mod">
          <ac:chgData name="Venkatesh Patil" userId="d9f36aa470552ec6" providerId="LiveId" clId="{2F0C1C31-CD41-4429-A0DD-CC529B8C7BD2}" dt="2024-01-30T23:29:51.908" v="11998" actId="20577"/>
          <ac:spMkLst>
            <pc:docMk/>
            <pc:sldMk cId="1696703871" sldId="1118"/>
            <ac:spMk id="3" creationId="{E2B2E24C-621E-60FD-8622-E48AFEA72431}"/>
          </ac:spMkLst>
        </pc:spChg>
      </pc:sldChg>
      <pc:sldChg chg="modSp mod">
        <pc:chgData name="Venkatesh Patil" userId="d9f36aa470552ec6" providerId="LiveId" clId="{2F0C1C31-CD41-4429-A0DD-CC529B8C7BD2}" dt="2024-01-30T01:25:34.794" v="8729" actId="20577"/>
        <pc:sldMkLst>
          <pc:docMk/>
          <pc:sldMk cId="2800828978" sldId="1146"/>
        </pc:sldMkLst>
        <pc:spChg chg="mod">
          <ac:chgData name="Venkatesh Patil" userId="d9f36aa470552ec6" providerId="LiveId" clId="{2F0C1C31-CD41-4429-A0DD-CC529B8C7BD2}" dt="2024-01-29T17:13:25.003" v="444" actId="20577"/>
          <ac:spMkLst>
            <pc:docMk/>
            <pc:sldMk cId="2800828978" sldId="1146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30T01:25:34.794" v="8729" actId="20577"/>
          <ac:spMkLst>
            <pc:docMk/>
            <pc:sldMk cId="2800828978" sldId="1146"/>
            <ac:spMk id="3" creationId="{E2B2E24C-621E-60FD-8622-E48AFEA72431}"/>
          </ac:spMkLst>
        </pc:spChg>
      </pc:sldChg>
      <pc:sldChg chg="del">
        <pc:chgData name="Venkatesh Patil" userId="d9f36aa470552ec6" providerId="LiveId" clId="{2F0C1C31-CD41-4429-A0DD-CC529B8C7BD2}" dt="2024-01-30T21:58:16.012" v="10043" actId="47"/>
        <pc:sldMkLst>
          <pc:docMk/>
          <pc:sldMk cId="2887955489" sldId="1150"/>
        </pc:sldMkLst>
      </pc:sldChg>
      <pc:sldChg chg="del">
        <pc:chgData name="Venkatesh Patil" userId="d9f36aa470552ec6" providerId="LiveId" clId="{2F0C1C31-CD41-4429-A0DD-CC529B8C7BD2}" dt="2024-01-30T23:24:02.708" v="11876" actId="47"/>
        <pc:sldMkLst>
          <pc:docMk/>
          <pc:sldMk cId="2766038184" sldId="1179"/>
        </pc:sldMkLst>
      </pc:sldChg>
      <pc:sldChg chg="del">
        <pc:chgData name="Venkatesh Patil" userId="d9f36aa470552ec6" providerId="LiveId" clId="{2F0C1C31-CD41-4429-A0DD-CC529B8C7BD2}" dt="2024-01-30T23:24:29.631" v="11899" actId="47"/>
        <pc:sldMkLst>
          <pc:docMk/>
          <pc:sldMk cId="1979194288" sldId="1183"/>
        </pc:sldMkLst>
      </pc:sldChg>
      <pc:sldChg chg="del">
        <pc:chgData name="Venkatesh Patil" userId="d9f36aa470552ec6" providerId="LiveId" clId="{2F0C1C31-CD41-4429-A0DD-CC529B8C7BD2}" dt="2024-01-30T23:24:30.467" v="11900" actId="47"/>
        <pc:sldMkLst>
          <pc:docMk/>
          <pc:sldMk cId="3744782721" sldId="1184"/>
        </pc:sldMkLst>
      </pc:sldChg>
      <pc:sldChg chg="del">
        <pc:chgData name="Venkatesh Patil" userId="d9f36aa470552ec6" providerId="LiveId" clId="{2F0C1C31-CD41-4429-A0DD-CC529B8C7BD2}" dt="2024-01-30T23:24:32.296" v="11902" actId="47"/>
        <pc:sldMkLst>
          <pc:docMk/>
          <pc:sldMk cId="1412802413" sldId="1185"/>
        </pc:sldMkLst>
      </pc:sldChg>
      <pc:sldChg chg="del">
        <pc:chgData name="Venkatesh Patil" userId="d9f36aa470552ec6" providerId="LiveId" clId="{2F0C1C31-CD41-4429-A0DD-CC529B8C7BD2}" dt="2024-01-30T23:24:01.696" v="11875" actId="47"/>
        <pc:sldMkLst>
          <pc:docMk/>
          <pc:sldMk cId="806137416" sldId="1190"/>
        </pc:sldMkLst>
      </pc:sldChg>
      <pc:sldChg chg="del">
        <pc:chgData name="Venkatesh Patil" userId="d9f36aa470552ec6" providerId="LiveId" clId="{2F0C1C31-CD41-4429-A0DD-CC529B8C7BD2}" dt="2024-01-30T23:24:20.490" v="11891" actId="47"/>
        <pc:sldMkLst>
          <pc:docMk/>
          <pc:sldMk cId="1291851991" sldId="1191"/>
        </pc:sldMkLst>
      </pc:sldChg>
      <pc:sldChg chg="addSp delSp modSp mod">
        <pc:chgData name="Venkatesh Patil" userId="d9f36aa470552ec6" providerId="LiveId" clId="{2F0C1C31-CD41-4429-A0DD-CC529B8C7BD2}" dt="2024-01-30T23:27:13.428" v="11913" actId="478"/>
        <pc:sldMkLst>
          <pc:docMk/>
          <pc:sldMk cId="2818948554" sldId="1193"/>
        </pc:sldMkLst>
        <pc:spChg chg="mod">
          <ac:chgData name="Venkatesh Patil" userId="d9f36aa470552ec6" providerId="LiveId" clId="{2F0C1C31-CD41-4429-A0DD-CC529B8C7BD2}" dt="2024-01-30T22:03:40.402" v="10104" actId="20577"/>
          <ac:spMkLst>
            <pc:docMk/>
            <pc:sldMk cId="2818948554" sldId="1193"/>
            <ac:spMk id="2" creationId="{99E8BF50-85F7-89D0-EDC7-AEB9D4C67745}"/>
          </ac:spMkLst>
        </pc:spChg>
        <pc:spChg chg="add mod">
          <ac:chgData name="Venkatesh Patil" userId="d9f36aa470552ec6" providerId="LiveId" clId="{2F0C1C31-CD41-4429-A0DD-CC529B8C7BD2}" dt="2024-01-30T22:14:25.216" v="10341" actId="164"/>
          <ac:spMkLst>
            <pc:docMk/>
            <pc:sldMk cId="2818948554" sldId="1193"/>
            <ac:spMk id="3" creationId="{09326EA6-4E51-B8BF-0A73-2D4B3998F84F}"/>
          </ac:spMkLst>
        </pc:spChg>
        <pc:spChg chg="add mod">
          <ac:chgData name="Venkatesh Patil" userId="d9f36aa470552ec6" providerId="LiveId" clId="{2F0C1C31-CD41-4429-A0DD-CC529B8C7BD2}" dt="2024-01-30T22:14:25.216" v="10341" actId="164"/>
          <ac:spMkLst>
            <pc:docMk/>
            <pc:sldMk cId="2818948554" sldId="1193"/>
            <ac:spMk id="9" creationId="{83435C0D-3581-7AD7-FA6D-BD5469623F1A}"/>
          </ac:spMkLst>
        </pc:spChg>
        <pc:spChg chg="add mod">
          <ac:chgData name="Venkatesh Patil" userId="d9f36aa470552ec6" providerId="LiveId" clId="{2F0C1C31-CD41-4429-A0DD-CC529B8C7BD2}" dt="2024-01-30T22:14:25.216" v="10341" actId="164"/>
          <ac:spMkLst>
            <pc:docMk/>
            <pc:sldMk cId="2818948554" sldId="1193"/>
            <ac:spMk id="10" creationId="{1CD7D592-BB99-1EBE-F473-4A66F806A514}"/>
          </ac:spMkLst>
        </pc:spChg>
        <pc:spChg chg="del mod">
          <ac:chgData name="Venkatesh Patil" userId="d9f36aa470552ec6" providerId="LiveId" clId="{2F0C1C31-CD41-4429-A0DD-CC529B8C7BD2}" dt="2024-01-30T22:04:13.357" v="10109" actId="478"/>
          <ac:spMkLst>
            <pc:docMk/>
            <pc:sldMk cId="2818948554" sldId="1193"/>
            <ac:spMk id="11" creationId="{95876853-0102-3858-E858-CD6393039607}"/>
          </ac:spMkLst>
        </pc:spChg>
        <pc:spChg chg="add mod">
          <ac:chgData name="Venkatesh Patil" userId="d9f36aa470552ec6" providerId="LiveId" clId="{2F0C1C31-CD41-4429-A0DD-CC529B8C7BD2}" dt="2024-01-30T22:05:56.356" v="10144" actId="1076"/>
          <ac:spMkLst>
            <pc:docMk/>
            <pc:sldMk cId="2818948554" sldId="1193"/>
            <ac:spMk id="14" creationId="{4312E908-2EF4-57A1-2C6C-14B43A38D7C2}"/>
          </ac:spMkLst>
        </pc:spChg>
        <pc:spChg chg="add mod">
          <ac:chgData name="Venkatesh Patil" userId="d9f36aa470552ec6" providerId="LiveId" clId="{2F0C1C31-CD41-4429-A0DD-CC529B8C7BD2}" dt="2024-01-30T22:06:05.807" v="10155" actId="20577"/>
          <ac:spMkLst>
            <pc:docMk/>
            <pc:sldMk cId="2818948554" sldId="1193"/>
            <ac:spMk id="15" creationId="{916C0663-9301-19EF-991E-3902FE174166}"/>
          </ac:spMkLst>
        </pc:spChg>
        <pc:spChg chg="add mod">
          <ac:chgData name="Venkatesh Patil" userId="d9f36aa470552ec6" providerId="LiveId" clId="{2F0C1C31-CD41-4429-A0DD-CC529B8C7BD2}" dt="2024-01-30T22:06:21.886" v="10174" actId="20577"/>
          <ac:spMkLst>
            <pc:docMk/>
            <pc:sldMk cId="2818948554" sldId="1193"/>
            <ac:spMk id="16" creationId="{CE6D22D7-F147-729D-A042-08C812F139CE}"/>
          </ac:spMkLst>
        </pc:spChg>
        <pc:spChg chg="add mod">
          <ac:chgData name="Venkatesh Patil" userId="d9f36aa470552ec6" providerId="LiveId" clId="{2F0C1C31-CD41-4429-A0DD-CC529B8C7BD2}" dt="2024-01-30T22:15:14.921" v="10345" actId="14100"/>
          <ac:spMkLst>
            <pc:docMk/>
            <pc:sldMk cId="2818948554" sldId="1193"/>
            <ac:spMk id="17" creationId="{8903D582-06AB-A10C-F195-BDFBA1AAD799}"/>
          </ac:spMkLst>
        </pc:spChg>
        <pc:spChg chg="add mod">
          <ac:chgData name="Venkatesh Patil" userId="d9f36aa470552ec6" providerId="LiveId" clId="{2F0C1C31-CD41-4429-A0DD-CC529B8C7BD2}" dt="2024-01-30T22:15:18.471" v="10346" actId="14100"/>
          <ac:spMkLst>
            <pc:docMk/>
            <pc:sldMk cId="2818948554" sldId="1193"/>
            <ac:spMk id="18" creationId="{9129DDC3-E35C-EF61-3189-69504E94E539}"/>
          </ac:spMkLst>
        </pc:spChg>
        <pc:spChg chg="add mod">
          <ac:chgData name="Venkatesh Patil" userId="d9f36aa470552ec6" providerId="LiveId" clId="{2F0C1C31-CD41-4429-A0DD-CC529B8C7BD2}" dt="2024-01-30T22:15:41.423" v="10353" actId="1076"/>
          <ac:spMkLst>
            <pc:docMk/>
            <pc:sldMk cId="2818948554" sldId="1193"/>
            <ac:spMk id="19" creationId="{AA2C6227-5FBF-4B61-DE7D-B112DF7D2383}"/>
          </ac:spMkLst>
        </pc:spChg>
        <pc:spChg chg="add mod">
          <ac:chgData name="Venkatesh Patil" userId="d9f36aa470552ec6" providerId="LiveId" clId="{2F0C1C31-CD41-4429-A0DD-CC529B8C7BD2}" dt="2024-01-30T22:15:22.177" v="10347" actId="14100"/>
          <ac:spMkLst>
            <pc:docMk/>
            <pc:sldMk cId="2818948554" sldId="1193"/>
            <ac:spMk id="22" creationId="{66AD45A7-4E9B-41B1-8725-A27F2219890C}"/>
          </ac:spMkLst>
        </pc:spChg>
        <pc:spChg chg="add mod">
          <ac:chgData name="Venkatesh Patil" userId="d9f36aa470552ec6" providerId="LiveId" clId="{2F0C1C31-CD41-4429-A0DD-CC529B8C7BD2}" dt="2024-01-30T22:15:24.798" v="10348" actId="14100"/>
          <ac:spMkLst>
            <pc:docMk/>
            <pc:sldMk cId="2818948554" sldId="1193"/>
            <ac:spMk id="23" creationId="{F89F5B7B-E530-DF8E-954D-A5C0724B5FFB}"/>
          </ac:spMkLst>
        </pc:spChg>
        <pc:spChg chg="add mod">
          <ac:chgData name="Venkatesh Patil" userId="d9f36aa470552ec6" providerId="LiveId" clId="{2F0C1C31-CD41-4429-A0DD-CC529B8C7BD2}" dt="2024-01-30T22:15:48.151" v="10355" actId="1076"/>
          <ac:spMkLst>
            <pc:docMk/>
            <pc:sldMk cId="2818948554" sldId="1193"/>
            <ac:spMk id="24" creationId="{14EE2A32-A3A3-C3BE-6B06-093002FCB423}"/>
          </ac:spMkLst>
        </pc:spChg>
        <pc:spChg chg="add mod">
          <ac:chgData name="Venkatesh Patil" userId="d9f36aa470552ec6" providerId="LiveId" clId="{2F0C1C31-CD41-4429-A0DD-CC529B8C7BD2}" dt="2024-01-30T22:15:34.101" v="10350" actId="1076"/>
          <ac:spMkLst>
            <pc:docMk/>
            <pc:sldMk cId="2818948554" sldId="1193"/>
            <ac:spMk id="26" creationId="{816B0C03-5617-D462-FEA6-54E560359D43}"/>
          </ac:spMkLst>
        </pc:spChg>
        <pc:spChg chg="add mod">
          <ac:chgData name="Venkatesh Patil" userId="d9f36aa470552ec6" providerId="LiveId" clId="{2F0C1C31-CD41-4429-A0DD-CC529B8C7BD2}" dt="2024-01-30T22:15:31.301" v="10349" actId="1076"/>
          <ac:spMkLst>
            <pc:docMk/>
            <pc:sldMk cId="2818948554" sldId="1193"/>
            <ac:spMk id="27" creationId="{036D7BBD-4AAB-8811-3A1A-5CA407CF8C29}"/>
          </ac:spMkLst>
        </pc:spChg>
        <pc:spChg chg="add mod">
          <ac:chgData name="Venkatesh Patil" userId="d9f36aa470552ec6" providerId="LiveId" clId="{2F0C1C31-CD41-4429-A0DD-CC529B8C7BD2}" dt="2024-01-30T22:19:04.942" v="10502" actId="20577"/>
          <ac:spMkLst>
            <pc:docMk/>
            <pc:sldMk cId="2818948554" sldId="1193"/>
            <ac:spMk id="34" creationId="{EA1BB63C-6336-BB19-7C51-762F75B4E68B}"/>
          </ac:spMkLst>
        </pc:spChg>
        <pc:spChg chg="add mod">
          <ac:chgData name="Venkatesh Patil" userId="d9f36aa470552ec6" providerId="LiveId" clId="{2F0C1C31-CD41-4429-A0DD-CC529B8C7BD2}" dt="2024-01-30T22:14:25.216" v="10341" actId="164"/>
          <ac:spMkLst>
            <pc:docMk/>
            <pc:sldMk cId="2818948554" sldId="1193"/>
            <ac:spMk id="35" creationId="{10AA5C29-B520-629C-F0EB-DA0D131DB31F}"/>
          </ac:spMkLst>
        </pc:spChg>
        <pc:spChg chg="add del mod">
          <ac:chgData name="Venkatesh Patil" userId="d9f36aa470552ec6" providerId="LiveId" clId="{2F0C1C31-CD41-4429-A0DD-CC529B8C7BD2}" dt="2024-01-30T22:14:47.256" v="10344" actId="478"/>
          <ac:spMkLst>
            <pc:docMk/>
            <pc:sldMk cId="2818948554" sldId="1193"/>
            <ac:spMk id="38" creationId="{5C6E6B40-20B4-9E59-267B-9A02756F7F14}"/>
          </ac:spMkLst>
        </pc:spChg>
        <pc:spChg chg="add del mod">
          <ac:chgData name="Venkatesh Patil" userId="d9f36aa470552ec6" providerId="LiveId" clId="{2F0C1C31-CD41-4429-A0DD-CC529B8C7BD2}" dt="2024-01-30T22:16:20.505" v="10357" actId="478"/>
          <ac:spMkLst>
            <pc:docMk/>
            <pc:sldMk cId="2818948554" sldId="1193"/>
            <ac:spMk id="43" creationId="{11DAECC1-5246-E842-75F8-33354707D1A6}"/>
          </ac:spMkLst>
        </pc:spChg>
        <pc:spChg chg="add mod">
          <ac:chgData name="Venkatesh Patil" userId="d9f36aa470552ec6" providerId="LiveId" clId="{2F0C1C31-CD41-4429-A0DD-CC529B8C7BD2}" dt="2024-01-30T22:21:19.027" v="10636" actId="1076"/>
          <ac:spMkLst>
            <pc:docMk/>
            <pc:sldMk cId="2818948554" sldId="1193"/>
            <ac:spMk id="44" creationId="{27990870-6A6C-B0A5-1BFC-A38E828EC44E}"/>
          </ac:spMkLst>
        </pc:spChg>
        <pc:spChg chg="add del mod">
          <ac:chgData name="Venkatesh Patil" userId="d9f36aa470552ec6" providerId="LiveId" clId="{2F0C1C31-CD41-4429-A0DD-CC529B8C7BD2}" dt="2024-01-30T23:27:12.280" v="11912" actId="478"/>
          <ac:spMkLst>
            <pc:docMk/>
            <pc:sldMk cId="2818948554" sldId="1193"/>
            <ac:spMk id="45" creationId="{A2445B5D-620B-3EF4-C606-86FB75620006}"/>
          </ac:spMkLst>
        </pc:spChg>
        <pc:spChg chg="add del mod">
          <ac:chgData name="Venkatesh Patil" userId="d9f36aa470552ec6" providerId="LiveId" clId="{2F0C1C31-CD41-4429-A0DD-CC529B8C7BD2}" dt="2024-01-30T23:27:13.428" v="11913" actId="478"/>
          <ac:spMkLst>
            <pc:docMk/>
            <pc:sldMk cId="2818948554" sldId="1193"/>
            <ac:spMk id="46" creationId="{D4814538-2976-606E-86A7-7DA102921B4B}"/>
          </ac:spMkLst>
        </pc:spChg>
        <pc:grpChg chg="add mod">
          <ac:chgData name="Venkatesh Patil" userId="d9f36aa470552ec6" providerId="LiveId" clId="{2F0C1C31-CD41-4429-A0DD-CC529B8C7BD2}" dt="2024-01-30T22:14:25.216" v="10341" actId="164"/>
          <ac:grpSpMkLst>
            <pc:docMk/>
            <pc:sldMk cId="2818948554" sldId="1193"/>
            <ac:grpSpMk id="37" creationId="{3D7352F2-89D4-A60D-B69D-727B9AC3ABD2}"/>
          </ac:grpSpMkLst>
        </pc:grpChg>
        <pc:picChg chg="del">
          <ac:chgData name="Venkatesh Patil" userId="d9f36aa470552ec6" providerId="LiveId" clId="{2F0C1C31-CD41-4429-A0DD-CC529B8C7BD2}" dt="2024-01-30T22:03:46.193" v="10105" actId="478"/>
          <ac:picMkLst>
            <pc:docMk/>
            <pc:sldMk cId="2818948554" sldId="1193"/>
            <ac:picMk id="8" creationId="{F7F78DFB-B203-F740-7797-1AF6BED53251}"/>
          </ac:picMkLst>
        </pc:picChg>
        <pc:picChg chg="del">
          <ac:chgData name="Venkatesh Patil" userId="d9f36aa470552ec6" providerId="LiveId" clId="{2F0C1C31-CD41-4429-A0DD-CC529B8C7BD2}" dt="2024-01-30T22:04:02.951" v="10106" actId="478"/>
          <ac:picMkLst>
            <pc:docMk/>
            <pc:sldMk cId="2818948554" sldId="1193"/>
            <ac:picMk id="12" creationId="{327A010C-2023-99EC-A552-7554026DE431}"/>
          </ac:picMkLst>
        </pc:picChg>
        <pc:cxnChg chg="add mod">
          <ac:chgData name="Venkatesh Patil" userId="d9f36aa470552ec6" providerId="LiveId" clId="{2F0C1C31-CD41-4429-A0DD-CC529B8C7BD2}" dt="2024-01-30T22:15:18.471" v="10346" actId="14100"/>
          <ac:cxnSpMkLst>
            <pc:docMk/>
            <pc:sldMk cId="2818948554" sldId="1193"/>
            <ac:cxnSpMk id="21" creationId="{7BB62E1F-E62D-6E64-B26A-149269C6BBCA}"/>
          </ac:cxnSpMkLst>
        </pc:cxnChg>
        <pc:cxnChg chg="add mod">
          <ac:chgData name="Venkatesh Patil" userId="d9f36aa470552ec6" providerId="LiveId" clId="{2F0C1C31-CD41-4429-A0DD-CC529B8C7BD2}" dt="2024-01-30T22:15:24.798" v="10348" actId="14100"/>
          <ac:cxnSpMkLst>
            <pc:docMk/>
            <pc:sldMk cId="2818948554" sldId="1193"/>
            <ac:cxnSpMk id="25" creationId="{590DFBF7-C259-1B84-9307-AB947FAD1ED9}"/>
          </ac:cxnSpMkLst>
        </pc:cxnChg>
        <pc:cxnChg chg="add mod">
          <ac:chgData name="Venkatesh Patil" userId="d9f36aa470552ec6" providerId="LiveId" clId="{2F0C1C31-CD41-4429-A0DD-CC529B8C7BD2}" dt="2024-01-30T22:14:25.216" v="10341" actId="164"/>
          <ac:cxnSpMkLst>
            <pc:docMk/>
            <pc:sldMk cId="2818948554" sldId="1193"/>
            <ac:cxnSpMk id="28" creationId="{F99A170A-B0ED-CE28-80F9-3ECB28C3D0FB}"/>
          </ac:cxnSpMkLst>
        </pc:cxnChg>
        <pc:cxnChg chg="add mod">
          <ac:chgData name="Venkatesh Patil" userId="d9f36aa470552ec6" providerId="LiveId" clId="{2F0C1C31-CD41-4429-A0DD-CC529B8C7BD2}" dt="2024-01-30T22:14:25.216" v="10341" actId="164"/>
          <ac:cxnSpMkLst>
            <pc:docMk/>
            <pc:sldMk cId="2818948554" sldId="1193"/>
            <ac:cxnSpMk id="29" creationId="{213F6F81-87B6-A383-70F7-D09EB983FC87}"/>
          </ac:cxnSpMkLst>
        </pc:cxnChg>
        <pc:cxnChg chg="add mod">
          <ac:chgData name="Venkatesh Patil" userId="d9f36aa470552ec6" providerId="LiveId" clId="{2F0C1C31-CD41-4429-A0DD-CC529B8C7BD2}" dt="2024-01-30T22:14:25.216" v="10341" actId="164"/>
          <ac:cxnSpMkLst>
            <pc:docMk/>
            <pc:sldMk cId="2818948554" sldId="1193"/>
            <ac:cxnSpMk id="31" creationId="{5404572E-6C8A-97D9-DF12-54EBF7201B0B}"/>
          </ac:cxnSpMkLst>
        </pc:cxnChg>
      </pc:sldChg>
      <pc:sldChg chg="del">
        <pc:chgData name="Venkatesh Patil" userId="d9f36aa470552ec6" providerId="LiveId" clId="{2F0C1C31-CD41-4429-A0DD-CC529B8C7BD2}" dt="2024-01-29T17:10:59.057" v="219" actId="47"/>
        <pc:sldMkLst>
          <pc:docMk/>
          <pc:sldMk cId="2022332504" sldId="1194"/>
        </pc:sldMkLst>
      </pc:sldChg>
      <pc:sldChg chg="del">
        <pc:chgData name="Venkatesh Patil" userId="d9f36aa470552ec6" providerId="LiveId" clId="{2F0C1C31-CD41-4429-A0DD-CC529B8C7BD2}" dt="2024-01-29T17:11:00.871" v="220" actId="47"/>
        <pc:sldMkLst>
          <pc:docMk/>
          <pc:sldMk cId="1474564055" sldId="1195"/>
        </pc:sldMkLst>
      </pc:sldChg>
      <pc:sldChg chg="modSp del mod">
        <pc:chgData name="Venkatesh Patil" userId="d9f36aa470552ec6" providerId="LiveId" clId="{2F0C1C31-CD41-4429-A0DD-CC529B8C7BD2}" dt="2024-01-30T23:29:14.378" v="11922" actId="47"/>
        <pc:sldMkLst>
          <pc:docMk/>
          <pc:sldMk cId="43108961" sldId="1202"/>
        </pc:sldMkLst>
        <pc:spChg chg="mod">
          <ac:chgData name="Venkatesh Patil" userId="d9f36aa470552ec6" providerId="LiveId" clId="{2F0C1C31-CD41-4429-A0DD-CC529B8C7BD2}" dt="2024-01-30T23:29:11.769" v="11921" actId="6549"/>
          <ac:spMkLst>
            <pc:docMk/>
            <pc:sldMk cId="43108961" sldId="1202"/>
            <ac:spMk id="3" creationId="{E2B2E24C-621E-60FD-8622-E48AFEA72431}"/>
          </ac:spMkLst>
        </pc:spChg>
      </pc:sldChg>
      <pc:sldChg chg="del">
        <pc:chgData name="Venkatesh Patil" userId="d9f36aa470552ec6" providerId="LiveId" clId="{2F0C1C31-CD41-4429-A0DD-CC529B8C7BD2}" dt="2024-01-30T23:29:19.145" v="11925" actId="47"/>
        <pc:sldMkLst>
          <pc:docMk/>
          <pc:sldMk cId="2389264002" sldId="1203"/>
        </pc:sldMkLst>
      </pc:sldChg>
      <pc:sldChg chg="del">
        <pc:chgData name="Venkatesh Patil" userId="d9f36aa470552ec6" providerId="LiveId" clId="{2F0C1C31-CD41-4429-A0DD-CC529B8C7BD2}" dt="2024-01-30T23:29:17.184" v="11923" actId="47"/>
        <pc:sldMkLst>
          <pc:docMk/>
          <pc:sldMk cId="2358586913" sldId="1204"/>
        </pc:sldMkLst>
      </pc:sldChg>
      <pc:sldChg chg="del">
        <pc:chgData name="Venkatesh Patil" userId="d9f36aa470552ec6" providerId="LiveId" clId="{2F0C1C31-CD41-4429-A0DD-CC529B8C7BD2}" dt="2024-01-30T23:29:18.045" v="11924" actId="47"/>
        <pc:sldMkLst>
          <pc:docMk/>
          <pc:sldMk cId="3469651714" sldId="1205"/>
        </pc:sldMkLst>
      </pc:sldChg>
      <pc:sldChg chg="del">
        <pc:chgData name="Venkatesh Patil" userId="d9f36aa470552ec6" providerId="LiveId" clId="{2F0C1C31-CD41-4429-A0DD-CC529B8C7BD2}" dt="2024-01-30T21:58:00.617" v="10042" actId="47"/>
        <pc:sldMkLst>
          <pc:docMk/>
          <pc:sldMk cId="3882187748" sldId="1206"/>
        </pc:sldMkLst>
      </pc:sldChg>
      <pc:sldChg chg="del">
        <pc:chgData name="Venkatesh Patil" userId="d9f36aa470552ec6" providerId="LiveId" clId="{2F0C1C31-CD41-4429-A0DD-CC529B8C7BD2}" dt="2024-01-30T23:24:05.188" v="11877" actId="47"/>
        <pc:sldMkLst>
          <pc:docMk/>
          <pc:sldMk cId="3562818231" sldId="1207"/>
        </pc:sldMkLst>
      </pc:sldChg>
      <pc:sldChg chg="del">
        <pc:chgData name="Venkatesh Patil" userId="d9f36aa470552ec6" providerId="LiveId" clId="{2F0C1C31-CD41-4429-A0DD-CC529B8C7BD2}" dt="2024-01-30T23:24:07.311" v="11879" actId="47"/>
        <pc:sldMkLst>
          <pc:docMk/>
          <pc:sldMk cId="2730504246" sldId="1209"/>
        </pc:sldMkLst>
      </pc:sldChg>
      <pc:sldChg chg="del">
        <pc:chgData name="Venkatesh Patil" userId="d9f36aa470552ec6" providerId="LiveId" clId="{2F0C1C31-CD41-4429-A0DD-CC529B8C7BD2}" dt="2024-01-30T23:24:10.157" v="11881" actId="47"/>
        <pc:sldMkLst>
          <pc:docMk/>
          <pc:sldMk cId="2139203174" sldId="1210"/>
        </pc:sldMkLst>
      </pc:sldChg>
      <pc:sldChg chg="del">
        <pc:chgData name="Venkatesh Patil" userId="d9f36aa470552ec6" providerId="LiveId" clId="{2F0C1C31-CD41-4429-A0DD-CC529B8C7BD2}" dt="2024-01-30T23:24:11.587" v="11882" actId="47"/>
        <pc:sldMkLst>
          <pc:docMk/>
          <pc:sldMk cId="965677607" sldId="1211"/>
        </pc:sldMkLst>
      </pc:sldChg>
      <pc:sldChg chg="del">
        <pc:chgData name="Venkatesh Patil" userId="d9f36aa470552ec6" providerId="LiveId" clId="{2F0C1C31-CD41-4429-A0DD-CC529B8C7BD2}" dt="2024-01-30T23:24:19.651" v="11890" actId="47"/>
        <pc:sldMkLst>
          <pc:docMk/>
          <pc:sldMk cId="3458155074" sldId="1212"/>
        </pc:sldMkLst>
      </pc:sldChg>
      <pc:sldChg chg="del">
        <pc:chgData name="Venkatesh Patil" userId="d9f36aa470552ec6" providerId="LiveId" clId="{2F0C1C31-CD41-4429-A0DD-CC529B8C7BD2}" dt="2024-01-30T23:24:12.830" v="11883" actId="47"/>
        <pc:sldMkLst>
          <pc:docMk/>
          <pc:sldMk cId="3436986724" sldId="1213"/>
        </pc:sldMkLst>
      </pc:sldChg>
      <pc:sldChg chg="del">
        <pc:chgData name="Venkatesh Patil" userId="d9f36aa470552ec6" providerId="LiveId" clId="{2F0C1C31-CD41-4429-A0DD-CC529B8C7BD2}" dt="2024-01-30T23:24:13.648" v="11884" actId="47"/>
        <pc:sldMkLst>
          <pc:docMk/>
          <pc:sldMk cId="1047888053" sldId="1214"/>
        </pc:sldMkLst>
      </pc:sldChg>
      <pc:sldChg chg="del">
        <pc:chgData name="Venkatesh Patil" userId="d9f36aa470552ec6" providerId="LiveId" clId="{2F0C1C31-CD41-4429-A0DD-CC529B8C7BD2}" dt="2024-01-30T23:24:14.562" v="11885" actId="47"/>
        <pc:sldMkLst>
          <pc:docMk/>
          <pc:sldMk cId="2068026858" sldId="1215"/>
        </pc:sldMkLst>
      </pc:sldChg>
      <pc:sldChg chg="del">
        <pc:chgData name="Venkatesh Patil" userId="d9f36aa470552ec6" providerId="LiveId" clId="{2F0C1C31-CD41-4429-A0DD-CC529B8C7BD2}" dt="2024-01-30T23:24:15.778" v="11886" actId="47"/>
        <pc:sldMkLst>
          <pc:docMk/>
          <pc:sldMk cId="2687143780" sldId="1216"/>
        </pc:sldMkLst>
      </pc:sldChg>
      <pc:sldChg chg="del">
        <pc:chgData name="Venkatesh Patil" userId="d9f36aa470552ec6" providerId="LiveId" clId="{2F0C1C31-CD41-4429-A0DD-CC529B8C7BD2}" dt="2024-01-30T23:24:16.938" v="11887" actId="47"/>
        <pc:sldMkLst>
          <pc:docMk/>
          <pc:sldMk cId="197676313" sldId="1217"/>
        </pc:sldMkLst>
      </pc:sldChg>
      <pc:sldChg chg="del">
        <pc:chgData name="Venkatesh Patil" userId="d9f36aa470552ec6" providerId="LiveId" clId="{2F0C1C31-CD41-4429-A0DD-CC529B8C7BD2}" dt="2024-01-30T23:24:18.763" v="11889" actId="47"/>
        <pc:sldMkLst>
          <pc:docMk/>
          <pc:sldMk cId="3567378166" sldId="1218"/>
        </pc:sldMkLst>
      </pc:sldChg>
      <pc:sldChg chg="del">
        <pc:chgData name="Venkatesh Patil" userId="d9f36aa470552ec6" providerId="LiveId" clId="{2F0C1C31-CD41-4429-A0DD-CC529B8C7BD2}" dt="2024-01-30T23:24:17.825" v="11888" actId="47"/>
        <pc:sldMkLst>
          <pc:docMk/>
          <pc:sldMk cId="3617684871" sldId="1219"/>
        </pc:sldMkLst>
      </pc:sldChg>
      <pc:sldChg chg="del">
        <pc:chgData name="Venkatesh Patil" userId="d9f36aa470552ec6" providerId="LiveId" clId="{2F0C1C31-CD41-4429-A0DD-CC529B8C7BD2}" dt="2024-01-30T23:24:00.461" v="11874" actId="47"/>
        <pc:sldMkLst>
          <pc:docMk/>
          <pc:sldMk cId="3939638494" sldId="1222"/>
        </pc:sldMkLst>
      </pc:sldChg>
      <pc:sldChg chg="del">
        <pc:chgData name="Venkatesh Patil" userId="d9f36aa470552ec6" providerId="LiveId" clId="{2F0C1C31-CD41-4429-A0DD-CC529B8C7BD2}" dt="2024-01-30T23:24:08.678" v="11880" actId="47"/>
        <pc:sldMkLst>
          <pc:docMk/>
          <pc:sldMk cId="3948666835" sldId="1223"/>
        </pc:sldMkLst>
      </pc:sldChg>
      <pc:sldChg chg="del">
        <pc:chgData name="Venkatesh Patil" userId="d9f36aa470552ec6" providerId="LiveId" clId="{2F0C1C31-CD41-4429-A0DD-CC529B8C7BD2}" dt="2024-01-30T23:24:06.352" v="11878" actId="47"/>
        <pc:sldMkLst>
          <pc:docMk/>
          <pc:sldMk cId="3087800585" sldId="1224"/>
        </pc:sldMkLst>
      </pc:sldChg>
      <pc:sldChg chg="del">
        <pc:chgData name="Venkatesh Patil" userId="d9f36aa470552ec6" providerId="LiveId" clId="{2F0C1C31-CD41-4429-A0DD-CC529B8C7BD2}" dt="2024-01-30T23:24:22.917" v="11893" actId="47"/>
        <pc:sldMkLst>
          <pc:docMk/>
          <pc:sldMk cId="1926502199" sldId="1225"/>
        </pc:sldMkLst>
      </pc:sldChg>
      <pc:sldChg chg="del">
        <pc:chgData name="Venkatesh Patil" userId="d9f36aa470552ec6" providerId="LiveId" clId="{2F0C1C31-CD41-4429-A0DD-CC529B8C7BD2}" dt="2024-01-30T23:24:21.509" v="11892" actId="47"/>
        <pc:sldMkLst>
          <pc:docMk/>
          <pc:sldMk cId="4154268039" sldId="1226"/>
        </pc:sldMkLst>
      </pc:sldChg>
      <pc:sldChg chg="del">
        <pc:chgData name="Venkatesh Patil" userId="d9f36aa470552ec6" providerId="LiveId" clId="{2F0C1C31-CD41-4429-A0DD-CC529B8C7BD2}" dt="2024-01-30T23:24:24.137" v="11894" actId="47"/>
        <pc:sldMkLst>
          <pc:docMk/>
          <pc:sldMk cId="2839147150" sldId="1227"/>
        </pc:sldMkLst>
      </pc:sldChg>
      <pc:sldChg chg="del">
        <pc:chgData name="Venkatesh Patil" userId="d9f36aa470552ec6" providerId="LiveId" clId="{2F0C1C31-CD41-4429-A0DD-CC529B8C7BD2}" dt="2024-01-30T23:24:24.997" v="11895" actId="47"/>
        <pc:sldMkLst>
          <pc:docMk/>
          <pc:sldMk cId="435617344" sldId="1228"/>
        </pc:sldMkLst>
      </pc:sldChg>
      <pc:sldChg chg="del">
        <pc:chgData name="Venkatesh Patil" userId="d9f36aa470552ec6" providerId="LiveId" clId="{2F0C1C31-CD41-4429-A0DD-CC529B8C7BD2}" dt="2024-01-30T23:24:26.357" v="11896" actId="47"/>
        <pc:sldMkLst>
          <pc:docMk/>
          <pc:sldMk cId="1764284371" sldId="1229"/>
        </pc:sldMkLst>
      </pc:sldChg>
      <pc:sldChg chg="del">
        <pc:chgData name="Venkatesh Patil" userId="d9f36aa470552ec6" providerId="LiveId" clId="{2F0C1C31-CD41-4429-A0DD-CC529B8C7BD2}" dt="2024-01-30T23:24:27.347" v="11897" actId="47"/>
        <pc:sldMkLst>
          <pc:docMk/>
          <pc:sldMk cId="731160687" sldId="1230"/>
        </pc:sldMkLst>
      </pc:sldChg>
      <pc:sldChg chg="del">
        <pc:chgData name="Venkatesh Patil" userId="d9f36aa470552ec6" providerId="LiveId" clId="{2F0C1C31-CD41-4429-A0DD-CC529B8C7BD2}" dt="2024-01-30T23:24:28.330" v="11898" actId="47"/>
        <pc:sldMkLst>
          <pc:docMk/>
          <pc:sldMk cId="4276569405" sldId="1231"/>
        </pc:sldMkLst>
      </pc:sldChg>
      <pc:sldChg chg="del">
        <pc:chgData name="Venkatesh Patil" userId="d9f36aa470552ec6" providerId="LiveId" clId="{2F0C1C31-CD41-4429-A0DD-CC529B8C7BD2}" dt="2024-01-30T23:24:31.367" v="11901" actId="47"/>
        <pc:sldMkLst>
          <pc:docMk/>
          <pc:sldMk cId="2537299760" sldId="1232"/>
        </pc:sldMkLst>
      </pc:sldChg>
      <pc:sldChg chg="modSp add del mod ord">
        <pc:chgData name="Venkatesh Patil" userId="d9f36aa470552ec6" providerId="LiveId" clId="{2F0C1C31-CD41-4429-A0DD-CC529B8C7BD2}" dt="2024-01-30T23:33:00.353" v="12054" actId="47"/>
        <pc:sldMkLst>
          <pc:docMk/>
          <pc:sldMk cId="3409370280" sldId="1233"/>
        </pc:sldMkLst>
        <pc:spChg chg="mod">
          <ac:chgData name="Venkatesh Patil" userId="d9f36aa470552ec6" providerId="LiveId" clId="{2F0C1C31-CD41-4429-A0DD-CC529B8C7BD2}" dt="2024-01-30T23:32:28.860" v="12039" actId="14100"/>
          <ac:spMkLst>
            <pc:docMk/>
            <pc:sldMk cId="3409370280" sldId="1233"/>
            <ac:spMk id="13314" creationId="{00000000-0000-0000-0000-000000000000}"/>
          </ac:spMkLst>
        </pc:spChg>
      </pc:sldChg>
      <pc:sldChg chg="modSp add mod">
        <pc:chgData name="Venkatesh Patil" userId="d9f36aa470552ec6" providerId="LiveId" clId="{2F0C1C31-CD41-4429-A0DD-CC529B8C7BD2}" dt="2024-01-30T01:28:15.418" v="8773" actId="207"/>
        <pc:sldMkLst>
          <pc:docMk/>
          <pc:sldMk cId="1500311178" sldId="1234"/>
        </pc:sldMkLst>
        <pc:spChg chg="mod">
          <ac:chgData name="Venkatesh Patil" userId="d9f36aa470552ec6" providerId="LiveId" clId="{2F0C1C31-CD41-4429-A0DD-CC529B8C7BD2}" dt="2024-01-30T01:28:15.418" v="8773" actId="207"/>
          <ac:spMkLst>
            <pc:docMk/>
            <pc:sldMk cId="1500311178" sldId="1234"/>
            <ac:spMk id="3" creationId="{E2B2E24C-621E-60FD-8622-E48AFEA72431}"/>
          </ac:spMkLst>
        </pc:spChg>
      </pc:sldChg>
      <pc:sldChg chg="modSp add mod modAnim">
        <pc:chgData name="Venkatesh Patil" userId="d9f36aa470552ec6" providerId="LiveId" clId="{2F0C1C31-CD41-4429-A0DD-CC529B8C7BD2}" dt="2024-01-30T21:56:58.763" v="10041" actId="20577"/>
        <pc:sldMkLst>
          <pc:docMk/>
          <pc:sldMk cId="19331757" sldId="1235"/>
        </pc:sldMkLst>
        <pc:spChg chg="mod">
          <ac:chgData name="Venkatesh Patil" userId="d9f36aa470552ec6" providerId="LiveId" clId="{2F0C1C31-CD41-4429-A0DD-CC529B8C7BD2}" dt="2024-01-30T01:34:02.225" v="8982" actId="20577"/>
          <ac:spMkLst>
            <pc:docMk/>
            <pc:sldMk cId="19331757" sldId="1235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30T21:56:58.763" v="10041" actId="20577"/>
          <ac:spMkLst>
            <pc:docMk/>
            <pc:sldMk cId="19331757" sldId="1235"/>
            <ac:spMk id="3" creationId="{E2B2E24C-621E-60FD-8622-E48AFEA72431}"/>
          </ac:spMkLst>
        </pc:spChg>
      </pc:sldChg>
      <pc:sldChg chg="addSp delSp modSp add del mod ord">
        <pc:chgData name="Venkatesh Patil" userId="d9f36aa470552ec6" providerId="LiveId" clId="{2F0C1C31-CD41-4429-A0DD-CC529B8C7BD2}" dt="2024-01-29T17:41:10.122" v="2390" actId="47"/>
        <pc:sldMkLst>
          <pc:docMk/>
          <pc:sldMk cId="1387276435" sldId="1236"/>
        </pc:sldMkLst>
        <pc:spChg chg="mod">
          <ac:chgData name="Venkatesh Patil" userId="d9f36aa470552ec6" providerId="LiveId" clId="{2F0C1C31-CD41-4429-A0DD-CC529B8C7BD2}" dt="2024-01-29T17:32:04.851" v="1838" actId="20577"/>
          <ac:spMkLst>
            <pc:docMk/>
            <pc:sldMk cId="1387276435" sldId="1236"/>
            <ac:spMk id="2" creationId="{99E8BF50-85F7-89D0-EDC7-AEB9D4C67745}"/>
          </ac:spMkLst>
        </pc:spChg>
        <pc:spChg chg="del mod">
          <ac:chgData name="Venkatesh Patil" userId="d9f36aa470552ec6" providerId="LiveId" clId="{2F0C1C31-CD41-4429-A0DD-CC529B8C7BD2}" dt="2024-01-29T17:37:29.963" v="2368" actId="478"/>
          <ac:spMkLst>
            <pc:docMk/>
            <pc:sldMk cId="1387276435" sldId="1236"/>
            <ac:spMk id="3" creationId="{E2B2E24C-621E-60FD-8622-E48AFEA72431}"/>
          </ac:spMkLst>
        </pc:spChg>
        <pc:spChg chg="add del mod">
          <ac:chgData name="Venkatesh Patil" userId="d9f36aa470552ec6" providerId="LiveId" clId="{2F0C1C31-CD41-4429-A0DD-CC529B8C7BD2}" dt="2024-01-29T17:37:32.068" v="2369" actId="478"/>
          <ac:spMkLst>
            <pc:docMk/>
            <pc:sldMk cId="1387276435" sldId="1236"/>
            <ac:spMk id="10" creationId="{52A50BAD-215E-F5B1-C959-939EFD53F5FA}"/>
          </ac:spMkLst>
        </pc:spChg>
        <pc:graphicFrameChg chg="add mod modGraphic">
          <ac:chgData name="Venkatesh Patil" userId="d9f36aa470552ec6" providerId="LiveId" clId="{2F0C1C31-CD41-4429-A0DD-CC529B8C7BD2}" dt="2024-01-29T17:40:35.241" v="2387" actId="13782"/>
          <ac:graphicFrameMkLst>
            <pc:docMk/>
            <pc:sldMk cId="1387276435" sldId="1236"/>
            <ac:graphicFrameMk id="8" creationId="{326AF36D-F67E-34A7-F2ED-151A1AAE61E4}"/>
          </ac:graphicFrameMkLst>
        </pc:graphicFrameChg>
      </pc:sldChg>
      <pc:sldChg chg="delSp modSp add mod">
        <pc:chgData name="Venkatesh Patil" userId="d9f36aa470552ec6" providerId="LiveId" clId="{2F0C1C31-CD41-4429-A0DD-CC529B8C7BD2}" dt="2024-01-30T01:50:23.147" v="9989" actId="20577"/>
        <pc:sldMkLst>
          <pc:docMk/>
          <pc:sldMk cId="3433454581" sldId="1237"/>
        </pc:sldMkLst>
        <pc:spChg chg="mod">
          <ac:chgData name="Venkatesh Patil" userId="d9f36aa470552ec6" providerId="LiveId" clId="{2F0C1C31-CD41-4429-A0DD-CC529B8C7BD2}" dt="2024-01-30T01:49:26.925" v="9825" actId="20577"/>
          <ac:spMkLst>
            <pc:docMk/>
            <pc:sldMk cId="3433454581" sldId="1237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30T01:50:23.147" v="9989" actId="20577"/>
          <ac:spMkLst>
            <pc:docMk/>
            <pc:sldMk cId="3433454581" sldId="1237"/>
            <ac:spMk id="3" creationId="{E2B2E24C-621E-60FD-8622-E48AFEA72431}"/>
          </ac:spMkLst>
        </pc:spChg>
        <pc:graphicFrameChg chg="del">
          <ac:chgData name="Venkatesh Patil" userId="d9f36aa470552ec6" providerId="LiveId" clId="{2F0C1C31-CD41-4429-A0DD-CC529B8C7BD2}" dt="2024-01-30T01:44:47.793" v="9351" actId="478"/>
          <ac:graphicFrameMkLst>
            <pc:docMk/>
            <pc:sldMk cId="3433454581" sldId="1237"/>
            <ac:graphicFrameMk id="8" creationId="{326AF36D-F67E-34A7-F2ED-151A1AAE61E4}"/>
          </ac:graphicFrameMkLst>
        </pc:graphicFrameChg>
      </pc:sldChg>
      <pc:sldChg chg="addSp modSp add mod">
        <pc:chgData name="Venkatesh Patil" userId="d9f36aa470552ec6" providerId="LiveId" clId="{2F0C1C31-CD41-4429-A0DD-CC529B8C7BD2}" dt="2024-01-30T01:39:30.291" v="9313" actId="20577"/>
        <pc:sldMkLst>
          <pc:docMk/>
          <pc:sldMk cId="1787844151" sldId="1238"/>
        </pc:sldMkLst>
        <pc:spChg chg="add mod">
          <ac:chgData name="Venkatesh Patil" userId="d9f36aa470552ec6" providerId="LiveId" clId="{2F0C1C31-CD41-4429-A0DD-CC529B8C7BD2}" dt="2024-01-30T01:39:30.291" v="9313" actId="20577"/>
          <ac:spMkLst>
            <pc:docMk/>
            <pc:sldMk cId="1787844151" sldId="1238"/>
            <ac:spMk id="3" creationId="{04C0B85A-1771-3C5A-B192-2EAF3B37DA84}"/>
          </ac:spMkLst>
        </pc:spChg>
        <pc:graphicFrameChg chg="mod">
          <ac:chgData name="Venkatesh Patil" userId="d9f36aa470552ec6" providerId="LiveId" clId="{2F0C1C31-CD41-4429-A0DD-CC529B8C7BD2}" dt="2024-01-30T01:34:41.415" v="8986" actId="1076"/>
          <ac:graphicFrameMkLst>
            <pc:docMk/>
            <pc:sldMk cId="1787844151" sldId="1238"/>
            <ac:graphicFrameMk id="8" creationId="{326AF36D-F67E-34A7-F2ED-151A1AAE61E4}"/>
          </ac:graphicFrameMkLst>
        </pc:graphicFrameChg>
      </pc:sldChg>
      <pc:sldChg chg="addSp modSp add mod ord modAnim modNotesTx">
        <pc:chgData name="Venkatesh Patil" userId="d9f36aa470552ec6" providerId="LiveId" clId="{2F0C1C31-CD41-4429-A0DD-CC529B8C7BD2}" dt="2024-01-30T01:40:33.075" v="9317" actId="14100"/>
        <pc:sldMkLst>
          <pc:docMk/>
          <pc:sldMk cId="4208660008" sldId="1239"/>
        </pc:sldMkLst>
        <pc:spChg chg="mod">
          <ac:chgData name="Venkatesh Patil" userId="d9f36aa470552ec6" providerId="LiveId" clId="{2F0C1C31-CD41-4429-A0DD-CC529B8C7BD2}" dt="2024-01-29T18:14:27.461" v="3370" actId="20577"/>
          <ac:spMkLst>
            <pc:docMk/>
            <pc:sldMk cId="4208660008" sldId="1239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30T01:40:33.075" v="9317" actId="14100"/>
          <ac:spMkLst>
            <pc:docMk/>
            <pc:sldMk cId="4208660008" sldId="1239"/>
            <ac:spMk id="3" creationId="{E2B2E24C-621E-60FD-8622-E48AFEA72431}"/>
          </ac:spMkLst>
        </pc:spChg>
        <pc:spChg chg="add mod">
          <ac:chgData name="Venkatesh Patil" userId="d9f36aa470552ec6" providerId="LiveId" clId="{2F0C1C31-CD41-4429-A0DD-CC529B8C7BD2}" dt="2024-01-29T18:09:20.521" v="2825" actId="1076"/>
          <ac:spMkLst>
            <pc:docMk/>
            <pc:sldMk cId="4208660008" sldId="1239"/>
            <ac:spMk id="9" creationId="{264C6345-54FE-DE50-F986-AC2A4342B506}"/>
          </ac:spMkLst>
        </pc:spChg>
        <pc:picChg chg="add mod ord">
          <ac:chgData name="Venkatesh Patil" userId="d9f36aa470552ec6" providerId="LiveId" clId="{2F0C1C31-CD41-4429-A0DD-CC529B8C7BD2}" dt="2024-01-30T01:40:21.121" v="9314" actId="14100"/>
          <ac:picMkLst>
            <pc:docMk/>
            <pc:sldMk cId="4208660008" sldId="1239"/>
            <ac:picMk id="8" creationId="{895D70BA-F2AD-B7F4-E2EC-138478C4E6F5}"/>
          </ac:picMkLst>
        </pc:picChg>
      </pc:sldChg>
      <pc:sldChg chg="delSp modSp add mod delAnim modNotesTx">
        <pc:chgData name="Venkatesh Patil" userId="d9f36aa470552ec6" providerId="LiveId" clId="{2F0C1C31-CD41-4429-A0DD-CC529B8C7BD2}" dt="2024-01-29T18:14:32.558" v="3373" actId="20577"/>
        <pc:sldMkLst>
          <pc:docMk/>
          <pc:sldMk cId="3494021641" sldId="1240"/>
        </pc:sldMkLst>
        <pc:spChg chg="mod">
          <ac:chgData name="Venkatesh Patil" userId="d9f36aa470552ec6" providerId="LiveId" clId="{2F0C1C31-CD41-4429-A0DD-CC529B8C7BD2}" dt="2024-01-29T18:14:32.558" v="3373" actId="20577"/>
          <ac:spMkLst>
            <pc:docMk/>
            <pc:sldMk cId="3494021641" sldId="1240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29T18:14:15.782" v="3366" actId="20577"/>
          <ac:spMkLst>
            <pc:docMk/>
            <pc:sldMk cId="3494021641" sldId="1240"/>
            <ac:spMk id="3" creationId="{E2B2E24C-621E-60FD-8622-E48AFEA72431}"/>
          </ac:spMkLst>
        </pc:spChg>
        <pc:spChg chg="del">
          <ac:chgData name="Venkatesh Patil" userId="d9f36aa470552ec6" providerId="LiveId" clId="{2F0C1C31-CD41-4429-A0DD-CC529B8C7BD2}" dt="2024-01-29T18:09:52.492" v="2842" actId="478"/>
          <ac:spMkLst>
            <pc:docMk/>
            <pc:sldMk cId="3494021641" sldId="1240"/>
            <ac:spMk id="9" creationId="{264C6345-54FE-DE50-F986-AC2A4342B506}"/>
          </ac:spMkLst>
        </pc:spChg>
        <pc:picChg chg="del">
          <ac:chgData name="Venkatesh Patil" userId="d9f36aa470552ec6" providerId="LiveId" clId="{2F0C1C31-CD41-4429-A0DD-CC529B8C7BD2}" dt="2024-01-29T18:09:50.247" v="2841" actId="478"/>
          <ac:picMkLst>
            <pc:docMk/>
            <pc:sldMk cId="3494021641" sldId="1240"/>
            <ac:picMk id="8" creationId="{895D70BA-F2AD-B7F4-E2EC-138478C4E6F5}"/>
          </ac:picMkLst>
        </pc:picChg>
      </pc:sldChg>
      <pc:sldChg chg="modSp add mod">
        <pc:chgData name="Venkatesh Patil" userId="d9f36aa470552ec6" providerId="LiveId" clId="{2F0C1C31-CD41-4429-A0DD-CC529B8C7BD2}" dt="2024-01-29T18:21:35.546" v="4089" actId="20577"/>
        <pc:sldMkLst>
          <pc:docMk/>
          <pc:sldMk cId="402339246" sldId="1241"/>
        </pc:sldMkLst>
        <pc:spChg chg="mod">
          <ac:chgData name="Venkatesh Patil" userId="d9f36aa470552ec6" providerId="LiveId" clId="{2F0C1C31-CD41-4429-A0DD-CC529B8C7BD2}" dt="2024-01-29T18:15:03.025" v="3410" actId="20577"/>
          <ac:spMkLst>
            <pc:docMk/>
            <pc:sldMk cId="402339246" sldId="1241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29T18:21:35.546" v="4089" actId="20577"/>
          <ac:spMkLst>
            <pc:docMk/>
            <pc:sldMk cId="402339246" sldId="1241"/>
            <ac:spMk id="3" creationId="{E2B2E24C-621E-60FD-8622-E48AFEA72431}"/>
          </ac:spMkLst>
        </pc:spChg>
      </pc:sldChg>
      <pc:sldChg chg="modSp add mod ord">
        <pc:chgData name="Venkatesh Patil" userId="d9f36aa470552ec6" providerId="LiveId" clId="{2F0C1C31-CD41-4429-A0DD-CC529B8C7BD2}" dt="2024-01-29T18:29:38.548" v="5078"/>
        <pc:sldMkLst>
          <pc:docMk/>
          <pc:sldMk cId="2836465" sldId="1242"/>
        </pc:sldMkLst>
        <pc:spChg chg="mod">
          <ac:chgData name="Venkatesh Patil" userId="d9f36aa470552ec6" providerId="LiveId" clId="{2F0C1C31-CD41-4429-A0DD-CC529B8C7BD2}" dt="2024-01-29T18:22:12.151" v="4122" actId="20577"/>
          <ac:spMkLst>
            <pc:docMk/>
            <pc:sldMk cId="2836465" sldId="1242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29T18:29:20.724" v="5075" actId="20577"/>
          <ac:spMkLst>
            <pc:docMk/>
            <pc:sldMk cId="2836465" sldId="1242"/>
            <ac:spMk id="3" creationId="{E2B2E24C-621E-60FD-8622-E48AFEA72431}"/>
          </ac:spMkLst>
        </pc:spChg>
      </pc:sldChg>
      <pc:sldChg chg="modSp add mod">
        <pc:chgData name="Venkatesh Patil" userId="d9f36aa470552ec6" providerId="LiveId" clId="{2F0C1C31-CD41-4429-A0DD-CC529B8C7BD2}" dt="2024-01-29T18:43:25.727" v="6465" actId="20577"/>
        <pc:sldMkLst>
          <pc:docMk/>
          <pc:sldMk cId="2304069791" sldId="1243"/>
        </pc:sldMkLst>
        <pc:spChg chg="mod">
          <ac:chgData name="Venkatesh Patil" userId="d9f36aa470552ec6" providerId="LiveId" clId="{2F0C1C31-CD41-4429-A0DD-CC529B8C7BD2}" dt="2024-01-29T18:38:27.456" v="5849" actId="20577"/>
          <ac:spMkLst>
            <pc:docMk/>
            <pc:sldMk cId="2304069791" sldId="1243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29T18:43:25.727" v="6465" actId="20577"/>
          <ac:spMkLst>
            <pc:docMk/>
            <pc:sldMk cId="2304069791" sldId="1243"/>
            <ac:spMk id="3" creationId="{E2B2E24C-621E-60FD-8622-E48AFEA72431}"/>
          </ac:spMkLst>
        </pc:spChg>
      </pc:sldChg>
      <pc:sldChg chg="modSp add mod ord modNotesTx">
        <pc:chgData name="Venkatesh Patil" userId="d9f36aa470552ec6" providerId="LiveId" clId="{2F0C1C31-CD41-4429-A0DD-CC529B8C7BD2}" dt="2024-01-29T19:32:04.691" v="8688" actId="20577"/>
        <pc:sldMkLst>
          <pc:docMk/>
          <pc:sldMk cId="3142641334" sldId="1244"/>
        </pc:sldMkLst>
        <pc:spChg chg="mod">
          <ac:chgData name="Venkatesh Patil" userId="d9f36aa470552ec6" providerId="LiveId" clId="{2F0C1C31-CD41-4429-A0DD-CC529B8C7BD2}" dt="2024-01-29T18:38:01.775" v="5824" actId="20577"/>
          <ac:spMkLst>
            <pc:docMk/>
            <pc:sldMk cId="3142641334" sldId="1244"/>
            <ac:spMk id="3" creationId="{E2B2E24C-621E-60FD-8622-E48AFEA72431}"/>
          </ac:spMkLst>
        </pc:spChg>
      </pc:sldChg>
      <pc:sldChg chg="modSp add mod">
        <pc:chgData name="Venkatesh Patil" userId="d9f36aa470552ec6" providerId="LiveId" clId="{2F0C1C31-CD41-4429-A0DD-CC529B8C7BD2}" dt="2024-01-29T18:52:04.131" v="7266" actId="20577"/>
        <pc:sldMkLst>
          <pc:docMk/>
          <pc:sldMk cId="744269773" sldId="1245"/>
        </pc:sldMkLst>
        <pc:spChg chg="mod">
          <ac:chgData name="Venkatesh Patil" userId="d9f36aa470552ec6" providerId="LiveId" clId="{2F0C1C31-CD41-4429-A0DD-CC529B8C7BD2}" dt="2024-01-29T18:43:53.908" v="6495" actId="20577"/>
          <ac:spMkLst>
            <pc:docMk/>
            <pc:sldMk cId="744269773" sldId="1245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29T18:52:04.131" v="7266" actId="20577"/>
          <ac:spMkLst>
            <pc:docMk/>
            <pc:sldMk cId="744269773" sldId="1245"/>
            <ac:spMk id="3" creationId="{E2B2E24C-621E-60FD-8622-E48AFEA72431}"/>
          </ac:spMkLst>
        </pc:spChg>
      </pc:sldChg>
      <pc:sldChg chg="modSp add mod">
        <pc:chgData name="Venkatesh Patil" userId="d9f36aa470552ec6" providerId="LiveId" clId="{2F0C1C31-CD41-4429-A0DD-CC529B8C7BD2}" dt="2024-01-29T18:56:16.338" v="7789" actId="20577"/>
        <pc:sldMkLst>
          <pc:docMk/>
          <pc:sldMk cId="2282833118" sldId="1246"/>
        </pc:sldMkLst>
        <pc:spChg chg="mod">
          <ac:chgData name="Venkatesh Patil" userId="d9f36aa470552ec6" providerId="LiveId" clId="{2F0C1C31-CD41-4429-A0DD-CC529B8C7BD2}" dt="2024-01-29T18:52:22.182" v="7290" actId="20577"/>
          <ac:spMkLst>
            <pc:docMk/>
            <pc:sldMk cId="2282833118" sldId="1246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29T18:56:16.338" v="7789" actId="20577"/>
          <ac:spMkLst>
            <pc:docMk/>
            <pc:sldMk cId="2282833118" sldId="1246"/>
            <ac:spMk id="3" creationId="{E2B2E24C-621E-60FD-8622-E48AFEA72431}"/>
          </ac:spMkLst>
        </pc:spChg>
      </pc:sldChg>
      <pc:sldChg chg="addSp modSp add mod">
        <pc:chgData name="Venkatesh Patil" userId="d9f36aa470552ec6" providerId="LiveId" clId="{2F0C1C31-CD41-4429-A0DD-CC529B8C7BD2}" dt="2024-01-29T19:05:40.608" v="8681" actId="20577"/>
        <pc:sldMkLst>
          <pc:docMk/>
          <pc:sldMk cId="3690314679" sldId="1247"/>
        </pc:sldMkLst>
        <pc:spChg chg="mod">
          <ac:chgData name="Venkatesh Patil" userId="d9f36aa470552ec6" providerId="LiveId" clId="{2F0C1C31-CD41-4429-A0DD-CC529B8C7BD2}" dt="2024-01-29T18:56:40.975" v="7818" actId="20577"/>
          <ac:spMkLst>
            <pc:docMk/>
            <pc:sldMk cId="3690314679" sldId="1247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29T19:02:03.223" v="8222" actId="27636"/>
          <ac:spMkLst>
            <pc:docMk/>
            <pc:sldMk cId="3690314679" sldId="1247"/>
            <ac:spMk id="3" creationId="{E2B2E24C-621E-60FD-8622-E48AFEA72431}"/>
          </ac:spMkLst>
        </pc:spChg>
        <pc:spChg chg="add mod">
          <ac:chgData name="Venkatesh Patil" userId="d9f36aa470552ec6" providerId="LiveId" clId="{2F0C1C31-CD41-4429-A0DD-CC529B8C7BD2}" dt="2024-01-29T19:05:40.608" v="8681" actId="20577"/>
          <ac:spMkLst>
            <pc:docMk/>
            <pc:sldMk cId="3690314679" sldId="1247"/>
            <ac:spMk id="11" creationId="{72374180-BFDD-8FCC-77E5-39521C41D473}"/>
          </ac:spMkLst>
        </pc:spChg>
        <pc:picChg chg="add mod">
          <ac:chgData name="Venkatesh Patil" userId="d9f36aa470552ec6" providerId="LiveId" clId="{2F0C1C31-CD41-4429-A0DD-CC529B8C7BD2}" dt="2024-01-29T19:01:45.200" v="8218" actId="1076"/>
          <ac:picMkLst>
            <pc:docMk/>
            <pc:sldMk cId="3690314679" sldId="1247"/>
            <ac:picMk id="9" creationId="{46E693C8-60C9-F03D-CDB4-A92381312C2B}"/>
          </ac:picMkLst>
        </pc:picChg>
      </pc:sldChg>
      <pc:sldChg chg="modSp add mod ord">
        <pc:chgData name="Venkatesh Patil" userId="d9f36aa470552ec6" providerId="LiveId" clId="{2F0C1C31-CD41-4429-A0DD-CC529B8C7BD2}" dt="2024-01-30T01:44:37.368" v="9350" actId="14100"/>
        <pc:sldMkLst>
          <pc:docMk/>
          <pc:sldMk cId="474146950" sldId="1248"/>
        </pc:sldMkLst>
        <pc:spChg chg="mod">
          <ac:chgData name="Venkatesh Patil" userId="d9f36aa470552ec6" providerId="LiveId" clId="{2F0C1C31-CD41-4429-A0DD-CC529B8C7BD2}" dt="2024-01-30T01:44:37.368" v="9350" actId="14100"/>
          <ac:spMkLst>
            <pc:docMk/>
            <pc:sldMk cId="474146950" sldId="1248"/>
            <ac:spMk id="13314" creationId="{00000000-0000-0000-0000-000000000000}"/>
          </ac:spMkLst>
        </pc:spChg>
      </pc:sldChg>
      <pc:sldChg chg="add">
        <pc:chgData name="Venkatesh Patil" userId="d9f36aa470552ec6" providerId="LiveId" clId="{2F0C1C31-CD41-4429-A0DD-CC529B8C7BD2}" dt="2024-01-30T01:50:29.443" v="9990" actId="2890"/>
        <pc:sldMkLst>
          <pc:docMk/>
          <pc:sldMk cId="1531515358" sldId="1249"/>
        </pc:sldMkLst>
      </pc:sldChg>
      <pc:sldChg chg="add del">
        <pc:chgData name="Venkatesh Patil" userId="d9f36aa470552ec6" providerId="LiveId" clId="{2F0C1C31-CD41-4429-A0DD-CC529B8C7BD2}" dt="2024-01-30T23:23:58.227" v="11872" actId="47"/>
        <pc:sldMkLst>
          <pc:docMk/>
          <pc:sldMk cId="3000839377" sldId="1250"/>
        </pc:sldMkLst>
      </pc:sldChg>
      <pc:sldChg chg="addSp modSp add del mod ord">
        <pc:chgData name="Venkatesh Patil" userId="d9f36aa470552ec6" providerId="LiveId" clId="{2F0C1C31-CD41-4429-A0DD-CC529B8C7BD2}" dt="2024-01-30T22:26:21.931" v="11166" actId="47"/>
        <pc:sldMkLst>
          <pc:docMk/>
          <pc:sldMk cId="3946811970" sldId="1251"/>
        </pc:sldMkLst>
        <pc:spChg chg="mod">
          <ac:chgData name="Venkatesh Patil" userId="d9f36aa470552ec6" providerId="LiveId" clId="{2F0C1C31-CD41-4429-A0DD-CC529B8C7BD2}" dt="2024-01-30T22:19:30.686" v="10525" actId="20577"/>
          <ac:spMkLst>
            <pc:docMk/>
            <pc:sldMk cId="3946811970" sldId="1251"/>
            <ac:spMk id="2" creationId="{99E8BF50-85F7-89D0-EDC7-AEB9D4C67745}"/>
          </ac:spMkLst>
        </pc:spChg>
        <pc:spChg chg="mod">
          <ac:chgData name="Venkatesh Patil" userId="d9f36aa470552ec6" providerId="LiveId" clId="{2F0C1C31-CD41-4429-A0DD-CC529B8C7BD2}" dt="2024-01-30T22:22:07.211" v="10650" actId="20577"/>
          <ac:spMkLst>
            <pc:docMk/>
            <pc:sldMk cId="3946811970" sldId="1251"/>
            <ac:spMk id="3" creationId="{E2B2E24C-621E-60FD-8622-E48AFEA72431}"/>
          </ac:spMkLst>
        </pc:spChg>
        <pc:spChg chg="add mod">
          <ac:chgData name="Venkatesh Patil" userId="d9f36aa470552ec6" providerId="LiveId" clId="{2F0C1C31-CD41-4429-A0DD-CC529B8C7BD2}" dt="2024-01-30T22:24:59.328" v="11081" actId="20577"/>
          <ac:spMkLst>
            <pc:docMk/>
            <pc:sldMk cId="3946811970" sldId="1251"/>
            <ac:spMk id="10" creationId="{C0B3EA5C-194C-7219-6933-FD33E94E0B78}"/>
          </ac:spMkLst>
        </pc:spChg>
        <pc:picChg chg="add mod">
          <ac:chgData name="Venkatesh Patil" userId="d9f36aa470552ec6" providerId="LiveId" clId="{2F0C1C31-CD41-4429-A0DD-CC529B8C7BD2}" dt="2024-01-30T22:25:07.637" v="11082" actId="1076"/>
          <ac:picMkLst>
            <pc:docMk/>
            <pc:sldMk cId="3946811970" sldId="1251"/>
            <ac:picMk id="9" creationId="{FC2BC5A5-3983-90C7-1CEA-DB0DB1768E97}"/>
          </ac:picMkLst>
        </pc:picChg>
      </pc:sldChg>
      <pc:sldChg chg="modSp add mod ord">
        <pc:chgData name="Venkatesh Patil" userId="d9f36aa470552ec6" providerId="LiveId" clId="{2F0C1C31-CD41-4429-A0DD-CC529B8C7BD2}" dt="2024-01-30T22:26:18.645" v="11165"/>
        <pc:sldMkLst>
          <pc:docMk/>
          <pc:sldMk cId="3186640817" sldId="1252"/>
        </pc:sldMkLst>
        <pc:spChg chg="mod">
          <ac:chgData name="Venkatesh Patil" userId="d9f36aa470552ec6" providerId="LiveId" clId="{2F0C1C31-CD41-4429-A0DD-CC529B8C7BD2}" dt="2024-01-30T22:25:52.256" v="11159" actId="1076"/>
          <ac:spMkLst>
            <pc:docMk/>
            <pc:sldMk cId="3186640817" sldId="1252"/>
            <ac:spMk id="3" creationId="{E2B2E24C-621E-60FD-8622-E48AFEA72431}"/>
          </ac:spMkLst>
        </pc:spChg>
        <pc:spChg chg="mod">
          <ac:chgData name="Venkatesh Patil" userId="d9f36aa470552ec6" providerId="LiveId" clId="{2F0C1C31-CD41-4429-A0DD-CC529B8C7BD2}" dt="2024-01-30T22:25:55.684" v="11160" actId="1076"/>
          <ac:spMkLst>
            <pc:docMk/>
            <pc:sldMk cId="3186640817" sldId="1252"/>
            <ac:spMk id="10" creationId="{C0B3EA5C-194C-7219-6933-FD33E94E0B78}"/>
          </ac:spMkLst>
        </pc:spChg>
        <pc:picChg chg="mod">
          <ac:chgData name="Venkatesh Patil" userId="d9f36aa470552ec6" providerId="LiveId" clId="{2F0C1C31-CD41-4429-A0DD-CC529B8C7BD2}" dt="2024-01-30T22:26:13.581" v="11163" actId="1076"/>
          <ac:picMkLst>
            <pc:docMk/>
            <pc:sldMk cId="3186640817" sldId="1252"/>
            <ac:picMk id="9" creationId="{FC2BC5A5-3983-90C7-1CEA-DB0DB1768E97}"/>
          </ac:picMkLst>
        </pc:picChg>
      </pc:sldChg>
      <pc:sldChg chg="addSp modSp add mod">
        <pc:chgData name="Venkatesh Patil" userId="d9f36aa470552ec6" providerId="LiveId" clId="{2F0C1C31-CD41-4429-A0DD-CC529B8C7BD2}" dt="2024-01-30T23:28:47.574" v="11919" actId="207"/>
        <pc:sldMkLst>
          <pc:docMk/>
          <pc:sldMk cId="4241761290" sldId="1253"/>
        </pc:sldMkLst>
        <pc:spChg chg="mod">
          <ac:chgData name="Venkatesh Patil" userId="d9f36aa470552ec6" providerId="LiveId" clId="{2F0C1C31-CD41-4429-A0DD-CC529B8C7BD2}" dt="2024-01-30T22:29:14.529" v="11406" actId="20577"/>
          <ac:spMkLst>
            <pc:docMk/>
            <pc:sldMk cId="4241761290" sldId="1253"/>
            <ac:spMk id="3" creationId="{E2B2E24C-621E-60FD-8622-E48AFEA72431}"/>
          </ac:spMkLst>
        </pc:spChg>
        <pc:spChg chg="add mod ord">
          <ac:chgData name="Venkatesh Patil" userId="d9f36aa470552ec6" providerId="LiveId" clId="{2F0C1C31-CD41-4429-A0DD-CC529B8C7BD2}" dt="2024-01-30T23:28:47.574" v="11919" actId="207"/>
          <ac:spMkLst>
            <pc:docMk/>
            <pc:sldMk cId="4241761290" sldId="1253"/>
            <ac:spMk id="8" creationId="{354E7224-1551-C00E-0BE8-517551D04406}"/>
          </ac:spMkLst>
        </pc:spChg>
        <pc:spChg chg="mod">
          <ac:chgData name="Venkatesh Patil" userId="d9f36aa470552ec6" providerId="LiveId" clId="{2F0C1C31-CD41-4429-A0DD-CC529B8C7BD2}" dt="2024-01-30T23:23:35.277" v="11870" actId="27636"/>
          <ac:spMkLst>
            <pc:docMk/>
            <pc:sldMk cId="4241761290" sldId="1253"/>
            <ac:spMk id="10" creationId="{C0B3EA5C-194C-7219-6933-FD33E94E0B78}"/>
          </ac:spMkLst>
        </pc:spChg>
        <pc:spChg chg="add mod">
          <ac:chgData name="Venkatesh Patil" userId="d9f36aa470552ec6" providerId="LiveId" clId="{2F0C1C31-CD41-4429-A0DD-CC529B8C7BD2}" dt="2024-01-30T23:22:59.478" v="11815" actId="164"/>
          <ac:spMkLst>
            <pc:docMk/>
            <pc:sldMk cId="4241761290" sldId="1253"/>
            <ac:spMk id="11" creationId="{B7636043-26D2-BF7F-E174-566B3D8C4093}"/>
          </ac:spMkLst>
        </pc:spChg>
        <pc:grpChg chg="add mod">
          <ac:chgData name="Venkatesh Patil" userId="d9f36aa470552ec6" providerId="LiveId" clId="{2F0C1C31-CD41-4429-A0DD-CC529B8C7BD2}" dt="2024-01-30T23:22:59.478" v="11815" actId="164"/>
          <ac:grpSpMkLst>
            <pc:docMk/>
            <pc:sldMk cId="4241761290" sldId="1253"/>
            <ac:grpSpMk id="15" creationId="{31881BF1-617F-6190-F3D8-70D99CC6FA4E}"/>
          </ac:grpSpMkLst>
        </pc:grpChg>
        <pc:picChg chg="mod">
          <ac:chgData name="Venkatesh Patil" userId="d9f36aa470552ec6" providerId="LiveId" clId="{2F0C1C31-CD41-4429-A0DD-CC529B8C7BD2}" dt="2024-01-30T23:22:59.478" v="11815" actId="164"/>
          <ac:picMkLst>
            <pc:docMk/>
            <pc:sldMk cId="4241761290" sldId="1253"/>
            <ac:picMk id="9" creationId="{FC2BC5A5-3983-90C7-1CEA-DB0DB1768E97}"/>
          </ac:picMkLst>
        </pc:picChg>
        <pc:cxnChg chg="add mod">
          <ac:chgData name="Venkatesh Patil" userId="d9f36aa470552ec6" providerId="LiveId" clId="{2F0C1C31-CD41-4429-A0DD-CC529B8C7BD2}" dt="2024-01-30T23:22:59.478" v="11815" actId="164"/>
          <ac:cxnSpMkLst>
            <pc:docMk/>
            <pc:sldMk cId="4241761290" sldId="1253"/>
            <ac:cxnSpMk id="13" creationId="{3E494578-D94B-E848-BDEE-DB82C177FEBA}"/>
          </ac:cxnSpMkLst>
        </pc:cxnChg>
      </pc:sldChg>
      <pc:sldChg chg="add">
        <pc:chgData name="Venkatesh Patil" userId="d9f36aa470552ec6" providerId="LiveId" clId="{2F0C1C31-CD41-4429-A0DD-CC529B8C7BD2}" dt="2024-01-30T23:32:07.299" v="11999" actId="2890"/>
        <pc:sldMkLst>
          <pc:docMk/>
          <pc:sldMk cId="2715809977" sldId="1254"/>
        </pc:sldMkLst>
      </pc:sldChg>
      <pc:sldChg chg="add del">
        <pc:chgData name="Venkatesh Patil" userId="d9f36aa470552ec6" providerId="LiveId" clId="{2F0C1C31-CD41-4429-A0DD-CC529B8C7BD2}" dt="2024-01-30T23:29:01.996" v="11920" actId="47"/>
        <pc:sldMkLst>
          <pc:docMk/>
          <pc:sldMk cId="3853000620" sldId="1254"/>
        </pc:sldMkLst>
      </pc:sldChg>
      <pc:sldChg chg="addSp delSp modSp add mod">
        <pc:chgData name="Venkatesh Patil" userId="d9f36aa470552ec6" providerId="LiveId" clId="{2F0C1C31-CD41-4429-A0DD-CC529B8C7BD2}" dt="2024-01-30T23:41:39.662" v="12768" actId="207"/>
        <pc:sldMkLst>
          <pc:docMk/>
          <pc:sldMk cId="950783633" sldId="1255"/>
        </pc:sldMkLst>
        <pc:spChg chg="add mod">
          <ac:chgData name="Venkatesh Patil" userId="d9f36aa470552ec6" providerId="LiveId" clId="{2F0C1C31-CD41-4429-A0DD-CC529B8C7BD2}" dt="2024-01-30T23:41:39.662" v="12768" actId="207"/>
          <ac:spMkLst>
            <pc:docMk/>
            <pc:sldMk cId="950783633" sldId="1255"/>
            <ac:spMk id="2" creationId="{227E90FA-D96D-5F97-364B-34982350F528}"/>
          </ac:spMkLst>
        </pc:spChg>
        <pc:spChg chg="mod">
          <ac:chgData name="Venkatesh Patil" userId="d9f36aa470552ec6" providerId="LiveId" clId="{2F0C1C31-CD41-4429-A0DD-CC529B8C7BD2}" dt="2024-01-30T23:32:57.227" v="12053" actId="20577"/>
          <ac:spMkLst>
            <pc:docMk/>
            <pc:sldMk cId="950783633" sldId="1255"/>
            <ac:spMk id="13314" creationId="{00000000-0000-0000-0000-000000000000}"/>
          </ac:spMkLst>
        </pc:spChg>
        <pc:grpChg chg="del">
          <ac:chgData name="Venkatesh Patil" userId="d9f36aa470552ec6" providerId="LiveId" clId="{2F0C1C31-CD41-4429-A0DD-CC529B8C7BD2}" dt="2024-01-30T23:32:41.512" v="12041" actId="478"/>
          <ac:grpSpMkLst>
            <pc:docMk/>
            <pc:sldMk cId="950783633" sldId="1255"/>
            <ac:grpSpMk id="6" creationId="{3A1822BA-EC7B-DEBF-9AFC-D02541521D1A}"/>
          </ac:grpSpMkLst>
        </pc:grpChg>
        <pc:picChg chg="add mod">
          <ac:chgData name="Venkatesh Patil" userId="d9f36aa470552ec6" providerId="LiveId" clId="{2F0C1C31-CD41-4429-A0DD-CC529B8C7BD2}" dt="2024-01-30T23:33:06.669" v="12055" actId="14100"/>
          <ac:picMkLst>
            <pc:docMk/>
            <pc:sldMk cId="950783633" sldId="1255"/>
            <ac:picMk id="1026" creationId="{4F7CFB83-C69F-780D-ABF3-BD756573BF06}"/>
          </ac:picMkLst>
        </pc:picChg>
      </pc:sldChg>
      <pc:sldChg chg="addSp delSp modSp add mod">
        <pc:chgData name="Venkatesh Patil" userId="d9f36aa470552ec6" providerId="LiveId" clId="{2F0C1C31-CD41-4429-A0DD-CC529B8C7BD2}" dt="2024-01-30T23:42:09.309" v="12772" actId="1076"/>
        <pc:sldMkLst>
          <pc:docMk/>
          <pc:sldMk cId="3502830358" sldId="1256"/>
        </pc:sldMkLst>
        <pc:spChg chg="del mod">
          <ac:chgData name="Venkatesh Patil" userId="d9f36aa470552ec6" providerId="LiveId" clId="{2F0C1C31-CD41-4429-A0DD-CC529B8C7BD2}" dt="2024-01-30T23:36:50.676" v="12272" actId="478"/>
          <ac:spMkLst>
            <pc:docMk/>
            <pc:sldMk cId="3502830358" sldId="1256"/>
            <ac:spMk id="2" creationId="{227E90FA-D96D-5F97-364B-34982350F528}"/>
          </ac:spMkLst>
        </pc:spChg>
        <pc:spChg chg="add mod">
          <ac:chgData name="Venkatesh Patil" userId="d9f36aa470552ec6" providerId="LiveId" clId="{2F0C1C31-CD41-4429-A0DD-CC529B8C7BD2}" dt="2024-01-30T23:42:05.569" v="12771" actId="1076"/>
          <ac:spMkLst>
            <pc:docMk/>
            <pc:sldMk cId="3502830358" sldId="1256"/>
            <ac:spMk id="6" creationId="{FF43D8F2-F3AD-C3A9-E8D2-1CF411116A6D}"/>
          </ac:spMkLst>
        </pc:spChg>
        <pc:spChg chg="add del mod">
          <ac:chgData name="Venkatesh Patil" userId="d9f36aa470552ec6" providerId="LiveId" clId="{2F0C1C31-CD41-4429-A0DD-CC529B8C7BD2}" dt="2024-01-30T23:37:49.281" v="12321" actId="478"/>
          <ac:spMkLst>
            <pc:docMk/>
            <pc:sldMk cId="3502830358" sldId="1256"/>
            <ac:spMk id="7" creationId="{58AC7018-4DAF-47A9-BA6E-F19E713C3C4C}"/>
          </ac:spMkLst>
        </pc:spChg>
        <pc:spChg chg="add mod">
          <ac:chgData name="Venkatesh Patil" userId="d9f36aa470552ec6" providerId="LiveId" clId="{2F0C1C31-CD41-4429-A0DD-CC529B8C7BD2}" dt="2024-01-30T23:42:09.309" v="12772" actId="1076"/>
          <ac:spMkLst>
            <pc:docMk/>
            <pc:sldMk cId="3502830358" sldId="1256"/>
            <ac:spMk id="8" creationId="{F74DE4E1-C414-3FF2-5BC9-BA6B5A879821}"/>
          </ac:spMkLst>
        </pc:spChg>
        <pc:spChg chg="mod">
          <ac:chgData name="Venkatesh Patil" userId="d9f36aa470552ec6" providerId="LiveId" clId="{2F0C1C31-CD41-4429-A0DD-CC529B8C7BD2}" dt="2024-01-30T23:41:53.655" v="12770" actId="207"/>
          <ac:spMkLst>
            <pc:docMk/>
            <pc:sldMk cId="3502830358" sldId="1256"/>
            <ac:spMk id="13314" creationId="{00000000-0000-0000-0000-000000000000}"/>
          </ac:spMkLst>
        </pc:spChg>
        <pc:picChg chg="del">
          <ac:chgData name="Venkatesh Patil" userId="d9f36aa470552ec6" providerId="LiveId" clId="{2F0C1C31-CD41-4429-A0DD-CC529B8C7BD2}" dt="2024-01-30T23:34:39.460" v="12243" actId="478"/>
          <ac:picMkLst>
            <pc:docMk/>
            <pc:sldMk cId="3502830358" sldId="1256"/>
            <ac:picMk id="1026" creationId="{4F7CFB83-C69F-780D-ABF3-BD756573BF06}"/>
          </ac:picMkLst>
        </pc:picChg>
      </pc:sldChg>
    </pc:docChg>
  </pc:docChgLst>
  <pc:docChgLst>
    <pc:chgData name="Venkatesh Patil" userId="d9f36aa470552ec6" providerId="LiveId" clId="{B8E6D883-957A-4A33-8A4C-18FE0EBF2127}"/>
    <pc:docChg chg="custSel addSld delSld modSld sldOrd">
      <pc:chgData name="Venkatesh Patil" userId="d9f36aa470552ec6" providerId="LiveId" clId="{B8E6D883-957A-4A33-8A4C-18FE0EBF2127}" dt="2024-05-16T16:26:05.364" v="2388" actId="20577"/>
      <pc:docMkLst>
        <pc:docMk/>
      </pc:docMkLst>
      <pc:sldChg chg="modSp mod">
        <pc:chgData name="Venkatesh Patil" userId="d9f36aa470552ec6" providerId="LiveId" clId="{B8E6D883-957A-4A33-8A4C-18FE0EBF2127}" dt="2024-05-16T15:44:42.775" v="1301" actId="255"/>
        <pc:sldMkLst>
          <pc:docMk/>
          <pc:sldMk cId="3526645437" sldId="781"/>
        </pc:sldMkLst>
        <pc:spChg chg="mod">
          <ac:chgData name="Venkatesh Patil" userId="d9f36aa470552ec6" providerId="LiveId" clId="{B8E6D883-957A-4A33-8A4C-18FE0EBF2127}" dt="2024-05-16T15:44:42.775" v="1301" actId="255"/>
          <ac:spMkLst>
            <pc:docMk/>
            <pc:sldMk cId="3526645437" sldId="781"/>
            <ac:spMk id="2" creationId="{E42BD60D-5E55-7134-84BD-1CF383695861}"/>
          </ac:spMkLst>
        </pc:spChg>
        <pc:spChg chg="mod">
          <ac:chgData name="Venkatesh Patil" userId="d9f36aa470552ec6" providerId="LiveId" clId="{B8E6D883-957A-4A33-8A4C-18FE0EBF2127}" dt="2024-05-15T21:43:56.841" v="148" actId="20577"/>
          <ac:spMkLst>
            <pc:docMk/>
            <pc:sldMk cId="3526645437" sldId="781"/>
            <ac:spMk id="13314" creationId="{00000000-0000-0000-0000-000000000000}"/>
          </ac:spMkLst>
        </pc:spChg>
      </pc:sldChg>
      <pc:sldChg chg="modSp mod">
        <pc:chgData name="Venkatesh Patil" userId="d9f36aa470552ec6" providerId="LiveId" clId="{B8E6D883-957A-4A33-8A4C-18FE0EBF2127}" dt="2024-05-15T21:43:24.972" v="112" actId="20577"/>
        <pc:sldMkLst>
          <pc:docMk/>
          <pc:sldMk cId="3690305819" sldId="1082"/>
        </pc:sldMkLst>
        <pc:spChg chg="mod">
          <ac:chgData name="Venkatesh Patil" userId="d9f36aa470552ec6" providerId="LiveId" clId="{B8E6D883-957A-4A33-8A4C-18FE0EBF2127}" dt="2024-05-15T21:43:24.972" v="112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modSp mod">
        <pc:chgData name="Venkatesh Patil" userId="d9f36aa470552ec6" providerId="LiveId" clId="{B8E6D883-957A-4A33-8A4C-18FE0EBF2127}" dt="2024-05-16T16:26:05.364" v="2388" actId="20577"/>
        <pc:sldMkLst>
          <pc:docMk/>
          <pc:sldMk cId="3502830358" sldId="1256"/>
        </pc:sldMkLst>
        <pc:spChg chg="mod">
          <ac:chgData name="Venkatesh Patil" userId="d9f36aa470552ec6" providerId="LiveId" clId="{B8E6D883-957A-4A33-8A4C-18FE0EBF2127}" dt="2024-05-16T16:26:05.364" v="2388" actId="20577"/>
          <ac:spMkLst>
            <pc:docMk/>
            <pc:sldMk cId="3502830358" sldId="1256"/>
            <ac:spMk id="6" creationId="{FF43D8F2-F3AD-C3A9-E8D2-1CF411116A6D}"/>
          </ac:spMkLst>
        </pc:spChg>
        <pc:spChg chg="mod">
          <ac:chgData name="Venkatesh Patil" userId="d9f36aa470552ec6" providerId="LiveId" clId="{B8E6D883-957A-4A33-8A4C-18FE0EBF2127}" dt="2024-05-15T21:53:40.345" v="754" actId="20577"/>
          <ac:spMkLst>
            <pc:docMk/>
            <pc:sldMk cId="3502830358" sldId="1256"/>
            <ac:spMk id="13314" creationId="{00000000-0000-0000-0000-000000000000}"/>
          </ac:spMkLst>
        </pc:spChg>
      </pc:sldChg>
      <pc:sldChg chg="modSp mod">
        <pc:chgData name="Venkatesh Patil" userId="d9f36aa470552ec6" providerId="LiveId" clId="{B8E6D883-957A-4A33-8A4C-18FE0EBF2127}" dt="2024-05-16T16:12:36.111" v="2325" actId="20577"/>
        <pc:sldMkLst>
          <pc:docMk/>
          <pc:sldMk cId="2650919241" sldId="1275"/>
        </pc:sldMkLst>
        <pc:spChg chg="mod">
          <ac:chgData name="Venkatesh Patil" userId="d9f36aa470552ec6" providerId="LiveId" clId="{B8E6D883-957A-4A33-8A4C-18FE0EBF2127}" dt="2024-05-16T16:12:36.111" v="2325" actId="20577"/>
          <ac:spMkLst>
            <pc:docMk/>
            <pc:sldMk cId="2650919241" sldId="1275"/>
            <ac:spMk id="3" creationId="{E5FC261A-722B-BF20-143E-8281EC29DDB7}"/>
          </ac:spMkLst>
        </pc:spChg>
      </pc:sldChg>
      <pc:sldChg chg="modSp mod modAnim">
        <pc:chgData name="Venkatesh Patil" userId="d9f36aa470552ec6" providerId="LiveId" clId="{B8E6D883-957A-4A33-8A4C-18FE0EBF2127}" dt="2024-05-16T15:55:19.348" v="1615" actId="27636"/>
        <pc:sldMkLst>
          <pc:docMk/>
          <pc:sldMk cId="33540683" sldId="1276"/>
        </pc:sldMkLst>
        <pc:spChg chg="mod">
          <ac:chgData name="Venkatesh Patil" userId="d9f36aa470552ec6" providerId="LiveId" clId="{B8E6D883-957A-4A33-8A4C-18FE0EBF2127}" dt="2024-05-16T15:55:19.348" v="1615" actId="27636"/>
          <ac:spMkLst>
            <pc:docMk/>
            <pc:sldMk cId="33540683" sldId="1276"/>
            <ac:spMk id="25" creationId="{2004C2E6-2BD8-050E-2A7C-005A844B1A1D}"/>
          </ac:spMkLst>
        </pc:spChg>
      </pc:sldChg>
      <pc:sldChg chg="modSp mod">
        <pc:chgData name="Venkatesh Patil" userId="d9f36aa470552ec6" providerId="LiveId" clId="{B8E6D883-957A-4A33-8A4C-18FE0EBF2127}" dt="2024-05-16T15:45:43.790" v="1338" actId="20577"/>
        <pc:sldMkLst>
          <pc:docMk/>
          <pc:sldMk cId="1337379247" sldId="1296"/>
        </pc:sldMkLst>
        <pc:spChg chg="mod">
          <ac:chgData name="Venkatesh Patil" userId="d9f36aa470552ec6" providerId="LiveId" clId="{B8E6D883-957A-4A33-8A4C-18FE0EBF2127}" dt="2024-05-16T15:45:43.790" v="1338" actId="20577"/>
          <ac:spMkLst>
            <pc:docMk/>
            <pc:sldMk cId="1337379247" sldId="1296"/>
            <ac:spMk id="13314" creationId="{3DAB2ACF-CDE4-4739-8F33-5D5D30192A06}"/>
          </ac:spMkLst>
        </pc:spChg>
        <pc:grpChg chg="mod">
          <ac:chgData name="Venkatesh Patil" userId="d9f36aa470552ec6" providerId="LiveId" clId="{B8E6D883-957A-4A33-8A4C-18FE0EBF2127}" dt="2024-05-16T15:45:37.281" v="1325" actId="1076"/>
          <ac:grpSpMkLst>
            <pc:docMk/>
            <pc:sldMk cId="1337379247" sldId="1296"/>
            <ac:grpSpMk id="6" creationId="{B06A04BC-8261-13F1-1C22-D6819A6C8EA8}"/>
          </ac:grpSpMkLst>
        </pc:grpChg>
      </pc:sldChg>
      <pc:sldChg chg="modSp modNotesTx">
        <pc:chgData name="Venkatesh Patil" userId="d9f36aa470552ec6" providerId="LiveId" clId="{B8E6D883-957A-4A33-8A4C-18FE0EBF2127}" dt="2024-05-16T15:53:13.604" v="1566" actId="20577"/>
        <pc:sldMkLst>
          <pc:docMk/>
          <pc:sldMk cId="192224472" sldId="1303"/>
        </pc:sldMkLst>
        <pc:spChg chg="mod">
          <ac:chgData name="Venkatesh Patil" userId="d9f36aa470552ec6" providerId="LiveId" clId="{B8E6D883-957A-4A33-8A4C-18FE0EBF2127}" dt="2024-05-16T15:52:35.286" v="1530" actId="20577"/>
          <ac:spMkLst>
            <pc:docMk/>
            <pc:sldMk cId="192224472" sldId="1303"/>
            <ac:spMk id="3" creationId="{3B11AF4B-43B2-E33F-FF5D-E83623281BA8}"/>
          </ac:spMkLst>
        </pc:spChg>
      </pc:sldChg>
      <pc:sldChg chg="modSp mod">
        <pc:chgData name="Venkatesh Patil" userId="d9f36aa470552ec6" providerId="LiveId" clId="{B8E6D883-957A-4A33-8A4C-18FE0EBF2127}" dt="2024-05-16T15:53:25.827" v="1569" actId="1076"/>
        <pc:sldMkLst>
          <pc:docMk/>
          <pc:sldMk cId="3743535229" sldId="1308"/>
        </pc:sldMkLst>
        <pc:spChg chg="mod">
          <ac:chgData name="Venkatesh Patil" userId="d9f36aa470552ec6" providerId="LiveId" clId="{B8E6D883-957A-4A33-8A4C-18FE0EBF2127}" dt="2024-05-16T15:53:25.827" v="1569" actId="1076"/>
          <ac:spMkLst>
            <pc:docMk/>
            <pc:sldMk cId="3743535229" sldId="1308"/>
            <ac:spMk id="13314" creationId="{66310736-D693-BC9D-8371-6A03BE0601AA}"/>
          </ac:spMkLst>
        </pc:spChg>
        <pc:grpChg chg="mod">
          <ac:chgData name="Venkatesh Patil" userId="d9f36aa470552ec6" providerId="LiveId" clId="{B8E6D883-957A-4A33-8A4C-18FE0EBF2127}" dt="2024-05-16T15:53:22.982" v="1568" actId="1076"/>
          <ac:grpSpMkLst>
            <pc:docMk/>
            <pc:sldMk cId="3743535229" sldId="1308"/>
            <ac:grpSpMk id="6" creationId="{4EA9FB9D-4122-C4D9-CD00-EA26DAD5B8C3}"/>
          </ac:grpSpMkLst>
        </pc:grpChg>
      </pc:sldChg>
      <pc:sldChg chg="addSp modSp mod">
        <pc:chgData name="Venkatesh Patil" userId="d9f36aa470552ec6" providerId="LiveId" clId="{B8E6D883-957A-4A33-8A4C-18FE0EBF2127}" dt="2024-05-16T15:47:17.679" v="1389" actId="20577"/>
        <pc:sldMkLst>
          <pc:docMk/>
          <pc:sldMk cId="821237847" sldId="1319"/>
        </pc:sldMkLst>
        <pc:spChg chg="add">
          <ac:chgData name="Venkatesh Patil" userId="d9f36aa470552ec6" providerId="LiveId" clId="{B8E6D883-957A-4A33-8A4C-18FE0EBF2127}" dt="2024-05-16T15:46:33.826" v="1339" actId="11529"/>
          <ac:spMkLst>
            <pc:docMk/>
            <pc:sldMk cId="821237847" sldId="1319"/>
            <ac:spMk id="12" creationId="{F79FFA2C-4A70-B80A-3891-923FF0314CB0}"/>
          </ac:spMkLst>
        </pc:spChg>
        <pc:spChg chg="add mod">
          <ac:chgData name="Venkatesh Patil" userId="d9f36aa470552ec6" providerId="LiveId" clId="{B8E6D883-957A-4A33-8A4C-18FE0EBF2127}" dt="2024-05-16T15:46:54.338" v="1355" actId="1076"/>
          <ac:spMkLst>
            <pc:docMk/>
            <pc:sldMk cId="821237847" sldId="1319"/>
            <ac:spMk id="13" creationId="{63F6F64B-FD54-A8CD-F8AB-B1BCAC859A0F}"/>
          </ac:spMkLst>
        </pc:spChg>
        <pc:spChg chg="add mod">
          <ac:chgData name="Venkatesh Patil" userId="d9f36aa470552ec6" providerId="LiveId" clId="{B8E6D883-957A-4A33-8A4C-18FE0EBF2127}" dt="2024-05-16T15:47:17.679" v="1389" actId="20577"/>
          <ac:spMkLst>
            <pc:docMk/>
            <pc:sldMk cId="821237847" sldId="1319"/>
            <ac:spMk id="14" creationId="{5441100A-E9CF-E6CB-2C9F-92ECCDA7A617}"/>
          </ac:spMkLst>
        </pc:spChg>
      </pc:sldChg>
      <pc:sldChg chg="modSp">
        <pc:chgData name="Venkatesh Patil" userId="d9f36aa470552ec6" providerId="LiveId" clId="{B8E6D883-957A-4A33-8A4C-18FE0EBF2127}" dt="2024-05-16T15:48:25.167" v="1390" actId="207"/>
        <pc:sldMkLst>
          <pc:docMk/>
          <pc:sldMk cId="544912766" sldId="1329"/>
        </pc:sldMkLst>
        <pc:spChg chg="mod">
          <ac:chgData name="Venkatesh Patil" userId="d9f36aa470552ec6" providerId="LiveId" clId="{B8E6D883-957A-4A33-8A4C-18FE0EBF2127}" dt="2024-05-16T15:48:25.167" v="1390" actId="207"/>
          <ac:spMkLst>
            <pc:docMk/>
            <pc:sldMk cId="544912766" sldId="1329"/>
            <ac:spMk id="3" creationId="{1DEB2535-69F5-AF53-0886-53A245283957}"/>
          </ac:spMkLst>
        </pc:spChg>
      </pc:sldChg>
      <pc:sldChg chg="modSp modNotesTx">
        <pc:chgData name="Venkatesh Patil" userId="d9f36aa470552ec6" providerId="LiveId" clId="{B8E6D883-957A-4A33-8A4C-18FE0EBF2127}" dt="2024-05-16T15:49:45.053" v="1472" actId="20577"/>
        <pc:sldMkLst>
          <pc:docMk/>
          <pc:sldMk cId="708292266" sldId="1330"/>
        </pc:sldMkLst>
        <pc:spChg chg="mod">
          <ac:chgData name="Venkatesh Patil" userId="d9f36aa470552ec6" providerId="LiveId" clId="{B8E6D883-957A-4A33-8A4C-18FE0EBF2127}" dt="2024-05-16T15:49:26.944" v="1405" actId="114"/>
          <ac:spMkLst>
            <pc:docMk/>
            <pc:sldMk cId="708292266" sldId="1330"/>
            <ac:spMk id="3" creationId="{DEDC9BEF-EE9A-7A79-9B6E-7285AD572598}"/>
          </ac:spMkLst>
        </pc:spChg>
      </pc:sldChg>
      <pc:sldChg chg="modSp mod modAnim">
        <pc:chgData name="Venkatesh Patil" userId="d9f36aa470552ec6" providerId="LiveId" clId="{B8E6D883-957A-4A33-8A4C-18FE0EBF2127}" dt="2024-05-16T15:51:02.042" v="1505" actId="20577"/>
        <pc:sldMkLst>
          <pc:docMk/>
          <pc:sldMk cId="2912011773" sldId="1331"/>
        </pc:sldMkLst>
        <pc:spChg chg="mod">
          <ac:chgData name="Venkatesh Patil" userId="d9f36aa470552ec6" providerId="LiveId" clId="{B8E6D883-957A-4A33-8A4C-18FE0EBF2127}" dt="2024-05-16T15:51:02.042" v="1505" actId="20577"/>
          <ac:spMkLst>
            <pc:docMk/>
            <pc:sldMk cId="2912011773" sldId="1331"/>
            <ac:spMk id="29" creationId="{182878A6-0710-CE03-E8C4-470FFC2C2048}"/>
          </ac:spMkLst>
        </pc:spChg>
      </pc:sldChg>
      <pc:sldChg chg="addSp modSp mod modNotesTx">
        <pc:chgData name="Venkatesh Patil" userId="d9f36aa470552ec6" providerId="LiveId" clId="{B8E6D883-957A-4A33-8A4C-18FE0EBF2127}" dt="2024-05-16T15:59:16.758" v="1934" actId="20577"/>
        <pc:sldMkLst>
          <pc:docMk/>
          <pc:sldMk cId="2405102728" sldId="1336"/>
        </pc:sldMkLst>
        <pc:spChg chg="add mod">
          <ac:chgData name="Venkatesh Patil" userId="d9f36aa470552ec6" providerId="LiveId" clId="{B8E6D883-957A-4A33-8A4C-18FE0EBF2127}" dt="2024-05-16T15:59:16.758" v="1934" actId="20577"/>
          <ac:spMkLst>
            <pc:docMk/>
            <pc:sldMk cId="2405102728" sldId="1336"/>
            <ac:spMk id="3" creationId="{1470D8CE-BD5B-3FEB-1B6F-1D4F374E795A}"/>
          </ac:spMkLst>
        </pc:spChg>
        <pc:grpChg chg="mod">
          <ac:chgData name="Venkatesh Patil" userId="d9f36aa470552ec6" providerId="LiveId" clId="{B8E6D883-957A-4A33-8A4C-18FE0EBF2127}" dt="2024-05-16T15:57:05.572" v="1620" actId="1076"/>
          <ac:grpSpMkLst>
            <pc:docMk/>
            <pc:sldMk cId="2405102728" sldId="1336"/>
            <ac:grpSpMk id="12" creationId="{0A552862-2DC1-9C94-49D0-3CB38BA50627}"/>
          </ac:grpSpMkLst>
        </pc:grpChg>
        <pc:graphicFrameChg chg="mod">
          <ac:chgData name="Venkatesh Patil" userId="d9f36aa470552ec6" providerId="LiveId" clId="{B8E6D883-957A-4A33-8A4C-18FE0EBF2127}" dt="2024-05-16T15:55:44.789" v="1616" actId="20577"/>
          <ac:graphicFrameMkLst>
            <pc:docMk/>
            <pc:sldMk cId="2405102728" sldId="1336"/>
            <ac:graphicFrameMk id="9" creationId="{4AFDE7AA-C527-70A2-F13E-4AAD0882F4A5}"/>
          </ac:graphicFrameMkLst>
        </pc:graphicFrameChg>
      </pc:sldChg>
      <pc:sldChg chg="modSp modNotesTx">
        <pc:chgData name="Venkatesh Patil" userId="d9f36aa470552ec6" providerId="LiveId" clId="{B8E6D883-957A-4A33-8A4C-18FE0EBF2127}" dt="2024-05-16T16:02:32.961" v="2037" actId="20577"/>
        <pc:sldMkLst>
          <pc:docMk/>
          <pc:sldMk cId="646220427" sldId="1337"/>
        </pc:sldMkLst>
        <pc:spChg chg="mod">
          <ac:chgData name="Venkatesh Patil" userId="d9f36aa470552ec6" providerId="LiveId" clId="{B8E6D883-957A-4A33-8A4C-18FE0EBF2127}" dt="2024-05-16T16:02:13.942" v="1973" actId="20577"/>
          <ac:spMkLst>
            <pc:docMk/>
            <pc:sldMk cId="646220427" sldId="1337"/>
            <ac:spMk id="3" creationId="{C710EAF3-BA94-3A46-31E8-276C0E378628}"/>
          </ac:spMkLst>
        </pc:spChg>
      </pc:sldChg>
      <pc:sldChg chg="mod modShow">
        <pc:chgData name="Venkatesh Patil" userId="d9f36aa470552ec6" providerId="LiveId" clId="{B8E6D883-957A-4A33-8A4C-18FE0EBF2127}" dt="2024-05-16T16:08:33.833" v="2072" actId="729"/>
        <pc:sldMkLst>
          <pc:docMk/>
          <pc:sldMk cId="2277810903" sldId="1340"/>
        </pc:sldMkLst>
      </pc:sldChg>
      <pc:sldChg chg="modSp mod modAnim">
        <pc:chgData name="Venkatesh Patil" userId="d9f36aa470552ec6" providerId="LiveId" clId="{B8E6D883-957A-4A33-8A4C-18FE0EBF2127}" dt="2024-05-16T16:05:57.754" v="2071" actId="1076"/>
        <pc:sldMkLst>
          <pc:docMk/>
          <pc:sldMk cId="2831793990" sldId="1342"/>
        </pc:sldMkLst>
        <pc:spChg chg="mod ord">
          <ac:chgData name="Venkatesh Patil" userId="d9f36aa470552ec6" providerId="LiveId" clId="{B8E6D883-957A-4A33-8A4C-18FE0EBF2127}" dt="2024-05-16T16:05:36.386" v="2070" actId="20577"/>
          <ac:spMkLst>
            <pc:docMk/>
            <pc:sldMk cId="2831793990" sldId="1342"/>
            <ac:spMk id="3" creationId="{C41F525B-C1CA-A372-510A-B90982748228}"/>
          </ac:spMkLst>
        </pc:spChg>
        <pc:picChg chg="mod">
          <ac:chgData name="Venkatesh Patil" userId="d9f36aa470552ec6" providerId="LiveId" clId="{B8E6D883-957A-4A33-8A4C-18FE0EBF2127}" dt="2024-05-16T16:05:57.754" v="2071" actId="1076"/>
          <ac:picMkLst>
            <pc:docMk/>
            <pc:sldMk cId="2831793990" sldId="1342"/>
            <ac:picMk id="41" creationId="{884063F9-D3CB-55F9-1ED4-2D7ACE906CE6}"/>
          </ac:picMkLst>
        </pc:picChg>
      </pc:sldChg>
      <pc:sldChg chg="modSp mod">
        <pc:chgData name="Venkatesh Patil" userId="d9f36aa470552ec6" providerId="LiveId" clId="{B8E6D883-957A-4A33-8A4C-18FE0EBF2127}" dt="2024-05-16T16:00:45.633" v="1938" actId="255"/>
        <pc:sldMkLst>
          <pc:docMk/>
          <pc:sldMk cId="1714814975" sldId="1345"/>
        </pc:sldMkLst>
        <pc:graphicFrameChg chg="mod">
          <ac:chgData name="Venkatesh Patil" userId="d9f36aa470552ec6" providerId="LiveId" clId="{B8E6D883-957A-4A33-8A4C-18FE0EBF2127}" dt="2024-05-16T16:00:45.633" v="1938" actId="255"/>
          <ac:graphicFrameMkLst>
            <pc:docMk/>
            <pc:sldMk cId="1714814975" sldId="1345"/>
            <ac:graphicFrameMk id="9" creationId="{C2F39025-CF62-0317-0A43-9C90E7D459FA}"/>
          </ac:graphicFrameMkLst>
        </pc:graphicFrameChg>
      </pc:sldChg>
      <pc:sldChg chg="modSp modAnim">
        <pc:chgData name="Venkatesh Patil" userId="d9f36aa470552ec6" providerId="LiveId" clId="{B8E6D883-957A-4A33-8A4C-18FE0EBF2127}" dt="2024-05-16T04:36:43.566" v="1227" actId="207"/>
        <pc:sldMkLst>
          <pc:docMk/>
          <pc:sldMk cId="1500146779" sldId="1351"/>
        </pc:sldMkLst>
        <pc:spChg chg="mod">
          <ac:chgData name="Venkatesh Patil" userId="d9f36aa470552ec6" providerId="LiveId" clId="{B8E6D883-957A-4A33-8A4C-18FE0EBF2127}" dt="2024-05-16T04:36:43.566" v="1227" actId="207"/>
          <ac:spMkLst>
            <pc:docMk/>
            <pc:sldMk cId="1500146779" sldId="1351"/>
            <ac:spMk id="14" creationId="{E742F32B-F97D-7591-DB77-37FD503B383A}"/>
          </ac:spMkLst>
        </pc:spChg>
      </pc:sldChg>
      <pc:sldChg chg="modSp mod">
        <pc:chgData name="Venkatesh Patil" userId="d9f36aa470552ec6" providerId="LiveId" clId="{B8E6D883-957A-4A33-8A4C-18FE0EBF2127}" dt="2024-05-16T01:51:19.954" v="904" actId="114"/>
        <pc:sldMkLst>
          <pc:docMk/>
          <pc:sldMk cId="1029519808" sldId="1352"/>
        </pc:sldMkLst>
        <pc:graphicFrameChg chg="modGraphic">
          <ac:chgData name="Venkatesh Patil" userId="d9f36aa470552ec6" providerId="LiveId" clId="{B8E6D883-957A-4A33-8A4C-18FE0EBF2127}" dt="2024-05-16T01:51:19.954" v="904" actId="114"/>
          <ac:graphicFrameMkLst>
            <pc:docMk/>
            <pc:sldMk cId="1029519808" sldId="1352"/>
            <ac:graphicFrameMk id="3" creationId="{9DB8DC7C-C574-3084-5E5E-0151A347EB4F}"/>
          </ac:graphicFrameMkLst>
        </pc:graphicFrameChg>
      </pc:sldChg>
      <pc:sldChg chg="modSp mod">
        <pc:chgData name="Venkatesh Patil" userId="d9f36aa470552ec6" providerId="LiveId" clId="{B8E6D883-957A-4A33-8A4C-18FE0EBF2127}" dt="2024-05-16T04:19:38.327" v="1212" actId="20577"/>
        <pc:sldMkLst>
          <pc:docMk/>
          <pc:sldMk cId="2896093565" sldId="1357"/>
        </pc:sldMkLst>
        <pc:spChg chg="mod">
          <ac:chgData name="Venkatesh Patil" userId="d9f36aa470552ec6" providerId="LiveId" clId="{B8E6D883-957A-4A33-8A4C-18FE0EBF2127}" dt="2024-05-16T04:19:38.327" v="1212" actId="20577"/>
          <ac:spMkLst>
            <pc:docMk/>
            <pc:sldMk cId="2896093565" sldId="1357"/>
            <ac:spMk id="3" creationId="{8A24B34A-BA72-AC25-F77D-3D07AFE9FBAA}"/>
          </ac:spMkLst>
        </pc:spChg>
      </pc:sldChg>
      <pc:sldChg chg="modSp mod">
        <pc:chgData name="Venkatesh Patil" userId="d9f36aa470552ec6" providerId="LiveId" clId="{B8E6D883-957A-4A33-8A4C-18FE0EBF2127}" dt="2024-05-16T04:17:05.852" v="1181" actId="20577"/>
        <pc:sldMkLst>
          <pc:docMk/>
          <pc:sldMk cId="2213935929" sldId="1359"/>
        </pc:sldMkLst>
        <pc:spChg chg="mod">
          <ac:chgData name="Venkatesh Patil" userId="d9f36aa470552ec6" providerId="LiveId" clId="{B8E6D883-957A-4A33-8A4C-18FE0EBF2127}" dt="2024-05-16T04:17:05.852" v="1181" actId="20577"/>
          <ac:spMkLst>
            <pc:docMk/>
            <pc:sldMk cId="2213935929" sldId="1359"/>
            <ac:spMk id="52" creationId="{C0E51F16-C9D6-0AD4-D21A-6B6AECEAE012}"/>
          </ac:spMkLst>
        </pc:spChg>
      </pc:sldChg>
      <pc:sldChg chg="modSp add mod ord">
        <pc:chgData name="Venkatesh Patil" userId="d9f36aa470552ec6" providerId="LiveId" clId="{B8E6D883-957A-4A33-8A4C-18FE0EBF2127}" dt="2024-05-16T16:09:12.872" v="2116" actId="20577"/>
        <pc:sldMkLst>
          <pc:docMk/>
          <pc:sldMk cId="1108555564" sldId="1360"/>
        </pc:sldMkLst>
        <pc:spChg chg="mod">
          <ac:chgData name="Venkatesh Patil" userId="d9f36aa470552ec6" providerId="LiveId" clId="{B8E6D883-957A-4A33-8A4C-18FE0EBF2127}" dt="2024-05-16T16:09:12.872" v="2116" actId="20577"/>
          <ac:spMkLst>
            <pc:docMk/>
            <pc:sldMk cId="1108555564" sldId="1360"/>
            <ac:spMk id="13314" creationId="{66310736-D693-BC9D-8371-6A03BE0601AA}"/>
          </ac:spMkLst>
        </pc:spChg>
      </pc:sldChg>
      <pc:sldChg chg="del">
        <pc:chgData name="Venkatesh Patil" userId="d9f36aa470552ec6" providerId="LiveId" clId="{B8E6D883-957A-4A33-8A4C-18FE0EBF2127}" dt="2024-05-15T21:42:54.782" v="71" actId="47"/>
        <pc:sldMkLst>
          <pc:docMk/>
          <pc:sldMk cId="4251072835" sldId="1360"/>
        </pc:sldMkLst>
      </pc:sldChg>
      <pc:sldChg chg="modSp add mod ord">
        <pc:chgData name="Venkatesh Patil" userId="d9f36aa470552ec6" providerId="LiveId" clId="{B8E6D883-957A-4A33-8A4C-18FE0EBF2127}" dt="2024-05-16T16:10:39.799" v="2151" actId="20577"/>
        <pc:sldMkLst>
          <pc:docMk/>
          <pc:sldMk cId="3129909375" sldId="1361"/>
        </pc:sldMkLst>
        <pc:spChg chg="mod">
          <ac:chgData name="Venkatesh Patil" userId="d9f36aa470552ec6" providerId="LiveId" clId="{B8E6D883-957A-4A33-8A4C-18FE0EBF2127}" dt="2024-05-16T16:10:39.799" v="2151" actId="20577"/>
          <ac:spMkLst>
            <pc:docMk/>
            <pc:sldMk cId="3129909375" sldId="1361"/>
            <ac:spMk id="13314" creationId="{66310736-D693-BC9D-8371-6A03BE0601AA}"/>
          </ac:spMkLst>
        </pc:spChg>
      </pc:sldChg>
    </pc:docChg>
  </pc:docChgLst>
  <pc:docChgLst>
    <pc:chgData name="Venkatesh Patil" userId="d9f36aa470552ec6" providerId="LiveId" clId="{C6DCDAFF-CCA0-4E3A-BA61-B3420256C1BB}"/>
    <pc:docChg chg="undo custSel addSld delSld modSld sldOrd">
      <pc:chgData name="Venkatesh Patil" userId="d9f36aa470552ec6" providerId="LiveId" clId="{C6DCDAFF-CCA0-4E3A-BA61-B3420256C1BB}" dt="2024-02-15T23:35:33.863" v="12436" actId="20577"/>
      <pc:docMkLst>
        <pc:docMk/>
      </pc:docMkLst>
      <pc:sldChg chg="modSp mod">
        <pc:chgData name="Venkatesh Patil" userId="d9f36aa470552ec6" providerId="LiveId" clId="{C6DCDAFF-CCA0-4E3A-BA61-B3420256C1BB}" dt="2024-02-15T21:24:07.146" v="11757" actId="20577"/>
        <pc:sldMkLst>
          <pc:docMk/>
          <pc:sldMk cId="3690305819" sldId="1082"/>
        </pc:sldMkLst>
        <pc:spChg chg="mod">
          <ac:chgData name="Venkatesh Patil" userId="d9f36aa470552ec6" providerId="LiveId" clId="{C6DCDAFF-CCA0-4E3A-BA61-B3420256C1BB}" dt="2024-02-15T21:24:07.146" v="11757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797848498" sldId="1090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2933881701" sldId="1162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3796816068" sldId="1163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3204749860" sldId="1168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375506325" sldId="1169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368370393" sldId="1170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211077825" sldId="1171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2127728596" sldId="1178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419273385" sldId="1181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77182183" sldId="1182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606937189" sldId="1183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052767382" sldId="1184"/>
        </pc:sldMkLst>
      </pc:sldChg>
      <pc:sldChg chg="del">
        <pc:chgData name="Venkatesh Patil" userId="d9f36aa470552ec6" providerId="LiveId" clId="{C6DCDAFF-CCA0-4E3A-BA61-B3420256C1BB}" dt="2024-02-15T18:37:32.271" v="6032" actId="47"/>
        <pc:sldMkLst>
          <pc:docMk/>
          <pc:sldMk cId="1820895419" sldId="1193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4241761290" sldId="1253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4099753324" sldId="1274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2352265622" sldId="1275"/>
        </pc:sldMkLst>
      </pc:sldChg>
      <pc:sldChg chg="modSp add mod">
        <pc:chgData name="Venkatesh Patil" userId="d9f36aa470552ec6" providerId="LiveId" clId="{C6DCDAFF-CCA0-4E3A-BA61-B3420256C1BB}" dt="2024-02-15T21:23:37.901" v="11752" actId="20577"/>
        <pc:sldMkLst>
          <pc:docMk/>
          <pc:sldMk cId="2650919241" sldId="1275"/>
        </pc:sldMkLst>
        <pc:spChg chg="mod">
          <ac:chgData name="Venkatesh Patil" userId="d9f36aa470552ec6" providerId="LiveId" clId="{C6DCDAFF-CCA0-4E3A-BA61-B3420256C1BB}" dt="2024-02-15T21:23:37.901" v="11752" actId="20577"/>
          <ac:spMkLst>
            <pc:docMk/>
            <pc:sldMk cId="2650919241" sldId="1275"/>
            <ac:spMk id="3" creationId="{E5FC261A-722B-BF20-143E-8281EC29DDB7}"/>
          </ac:spMkLst>
        </pc:spChg>
      </pc:sldChg>
      <pc:sldChg chg="addSp delSp modSp mod modAnim modNotesTx">
        <pc:chgData name="Venkatesh Patil" userId="d9f36aa470552ec6" providerId="LiveId" clId="{C6DCDAFF-CCA0-4E3A-BA61-B3420256C1BB}" dt="2024-02-15T21:48:05.659" v="12048"/>
        <pc:sldMkLst>
          <pc:docMk/>
          <pc:sldMk cId="33540683" sldId="1276"/>
        </pc:sldMkLst>
        <pc:spChg chg="mod">
          <ac:chgData name="Venkatesh Patil" userId="d9f36aa470552ec6" providerId="LiveId" clId="{C6DCDAFF-CCA0-4E3A-BA61-B3420256C1BB}" dt="2024-02-15T19:15:55.463" v="7322" actId="20577"/>
          <ac:spMkLst>
            <pc:docMk/>
            <pc:sldMk cId="33540683" sldId="1276"/>
            <ac:spMk id="2" creationId="{C700572A-237E-6574-914F-90119A1A04FF}"/>
          </ac:spMkLst>
        </pc:spChg>
        <pc:spChg chg="del">
          <ac:chgData name="Venkatesh Patil" userId="d9f36aa470552ec6" providerId="LiveId" clId="{C6DCDAFF-CCA0-4E3A-BA61-B3420256C1BB}" dt="2024-02-15T18:50:27.843" v="6581" actId="478"/>
          <ac:spMkLst>
            <pc:docMk/>
            <pc:sldMk cId="33540683" sldId="1276"/>
            <ac:spMk id="3" creationId="{C56DEFCA-DE6E-ECED-2EA3-AB413BA6E17C}"/>
          </ac:spMkLst>
        </pc:spChg>
        <pc:spChg chg="mod">
          <ac:chgData name="Venkatesh Patil" userId="d9f36aa470552ec6" providerId="LiveId" clId="{C6DCDAFF-CCA0-4E3A-BA61-B3420256C1BB}" dt="2024-02-15T19:00:27.393" v="6790" actId="20577"/>
          <ac:spMkLst>
            <pc:docMk/>
            <pc:sldMk cId="33540683" sldId="1276"/>
            <ac:spMk id="8" creationId="{3545B002-F133-9F0B-5111-7218BFDEDB6F}"/>
          </ac:spMkLst>
        </pc:spChg>
        <pc:spChg chg="del mod">
          <ac:chgData name="Venkatesh Patil" userId="d9f36aa470552ec6" providerId="LiveId" clId="{C6DCDAFF-CCA0-4E3A-BA61-B3420256C1BB}" dt="2024-02-15T18:50:09.682" v="6576" actId="478"/>
          <ac:spMkLst>
            <pc:docMk/>
            <pc:sldMk cId="33540683" sldId="1276"/>
            <ac:spMk id="9" creationId="{8A2B2221-4328-8592-8732-BF38DA03DF60}"/>
          </ac:spMkLst>
        </pc:spChg>
        <pc:spChg chg="mod">
          <ac:chgData name="Venkatesh Patil" userId="d9f36aa470552ec6" providerId="LiveId" clId="{C6DCDAFF-CCA0-4E3A-BA61-B3420256C1BB}" dt="2024-02-15T18:51:43.107" v="6599" actId="164"/>
          <ac:spMkLst>
            <pc:docMk/>
            <pc:sldMk cId="33540683" sldId="1276"/>
            <ac:spMk id="11" creationId="{DA3E1CB0-83CF-5BA8-9114-C3BC424527BE}"/>
          </ac:spMkLst>
        </pc:spChg>
        <pc:spChg chg="del">
          <ac:chgData name="Venkatesh Patil" userId="d9f36aa470552ec6" providerId="LiveId" clId="{C6DCDAFF-CCA0-4E3A-BA61-B3420256C1BB}" dt="2024-02-15T18:50:24.272" v="6580" actId="478"/>
          <ac:spMkLst>
            <pc:docMk/>
            <pc:sldMk cId="33540683" sldId="1276"/>
            <ac:spMk id="12" creationId="{1F09A49C-F552-B6A2-4D76-2268C135BB97}"/>
          </ac:spMkLst>
        </pc:spChg>
        <pc:spChg chg="add mod">
          <ac:chgData name="Venkatesh Patil" userId="d9f36aa470552ec6" providerId="LiveId" clId="{C6DCDAFF-CCA0-4E3A-BA61-B3420256C1BB}" dt="2024-02-15T19:01:16.131" v="6808" actId="947"/>
          <ac:spMkLst>
            <pc:docMk/>
            <pc:sldMk cId="33540683" sldId="1276"/>
            <ac:spMk id="17" creationId="{B4C5DC94-64F0-C503-0084-A9CD6A291961}"/>
          </ac:spMkLst>
        </pc:spChg>
        <pc:spChg chg="add mod">
          <ac:chgData name="Venkatesh Patil" userId="d9f36aa470552ec6" providerId="LiveId" clId="{C6DCDAFF-CCA0-4E3A-BA61-B3420256C1BB}" dt="2024-02-15T19:00:42.230" v="6806" actId="20577"/>
          <ac:spMkLst>
            <pc:docMk/>
            <pc:sldMk cId="33540683" sldId="1276"/>
            <ac:spMk id="18" creationId="{3A7A8345-984E-8B9F-A643-51A4D0962A14}"/>
          </ac:spMkLst>
        </pc:spChg>
        <pc:spChg chg="add mod">
          <ac:chgData name="Venkatesh Patil" userId="d9f36aa470552ec6" providerId="LiveId" clId="{C6DCDAFF-CCA0-4E3A-BA61-B3420256C1BB}" dt="2024-02-15T19:16:24.912" v="7375" actId="14100"/>
          <ac:spMkLst>
            <pc:docMk/>
            <pc:sldMk cId="33540683" sldId="1276"/>
            <ac:spMk id="25" creationId="{2004C2E6-2BD8-050E-2A7C-005A844B1A1D}"/>
          </ac:spMkLst>
        </pc:spChg>
        <pc:spChg chg="del">
          <ac:chgData name="Venkatesh Patil" userId="d9f36aa470552ec6" providerId="LiveId" clId="{C6DCDAFF-CCA0-4E3A-BA61-B3420256C1BB}" dt="2024-02-15T18:50:27.843" v="6581" actId="478"/>
          <ac:spMkLst>
            <pc:docMk/>
            <pc:sldMk cId="33540683" sldId="1276"/>
            <ac:spMk id="32" creationId="{73D9E3C1-D2BC-8AC7-CFD4-618D8630A6C3}"/>
          </ac:spMkLst>
        </pc:spChg>
        <pc:spChg chg="del">
          <ac:chgData name="Venkatesh Patil" userId="d9f36aa470552ec6" providerId="LiveId" clId="{C6DCDAFF-CCA0-4E3A-BA61-B3420256C1BB}" dt="2024-02-15T18:50:27.843" v="6581" actId="478"/>
          <ac:spMkLst>
            <pc:docMk/>
            <pc:sldMk cId="33540683" sldId="1276"/>
            <ac:spMk id="33" creationId="{7C8834F6-8C5C-9F9E-3AEE-FBB470680B16}"/>
          </ac:spMkLst>
        </pc:spChg>
        <pc:spChg chg="add mod">
          <ac:chgData name="Venkatesh Patil" userId="d9f36aa470552ec6" providerId="LiveId" clId="{C6DCDAFF-CCA0-4E3A-BA61-B3420256C1BB}" dt="2024-02-15T19:14:23.754" v="7254" actId="1076"/>
          <ac:spMkLst>
            <pc:docMk/>
            <pc:sldMk cId="33540683" sldId="1276"/>
            <ac:spMk id="34" creationId="{D1DE4604-BB14-381B-88BD-7B26F9F64632}"/>
          </ac:spMkLst>
        </pc:spChg>
        <pc:spChg chg="add mod">
          <ac:chgData name="Venkatesh Patil" userId="d9f36aa470552ec6" providerId="LiveId" clId="{C6DCDAFF-CCA0-4E3A-BA61-B3420256C1BB}" dt="2024-02-15T19:14:29.846" v="7256" actId="14100"/>
          <ac:spMkLst>
            <pc:docMk/>
            <pc:sldMk cId="33540683" sldId="1276"/>
            <ac:spMk id="35" creationId="{E047444F-F289-B183-A2BC-43164CBCE505}"/>
          </ac:spMkLst>
        </pc:spChg>
        <pc:spChg chg="del">
          <ac:chgData name="Venkatesh Patil" userId="d9f36aa470552ec6" providerId="LiveId" clId="{C6DCDAFF-CCA0-4E3A-BA61-B3420256C1BB}" dt="2024-02-15T18:50:27.843" v="6581" actId="478"/>
          <ac:spMkLst>
            <pc:docMk/>
            <pc:sldMk cId="33540683" sldId="1276"/>
            <ac:spMk id="36" creationId="{84B0630D-B403-662B-1477-133222775A6B}"/>
          </ac:spMkLst>
        </pc:spChg>
        <pc:spChg chg="add mod">
          <ac:chgData name="Venkatesh Patil" userId="d9f36aa470552ec6" providerId="LiveId" clId="{C6DCDAFF-CCA0-4E3A-BA61-B3420256C1BB}" dt="2024-02-15T19:14:44.366" v="7261" actId="14100"/>
          <ac:spMkLst>
            <pc:docMk/>
            <pc:sldMk cId="33540683" sldId="1276"/>
            <ac:spMk id="37" creationId="{965F7F2B-CDB7-BE31-0CAB-6D473C1249DA}"/>
          </ac:spMkLst>
        </pc:spChg>
        <pc:spChg chg="add del mod">
          <ac:chgData name="Venkatesh Patil" userId="d9f36aa470552ec6" providerId="LiveId" clId="{C6DCDAFF-CCA0-4E3A-BA61-B3420256C1BB}" dt="2024-02-15T19:05:51.364" v="6985" actId="478"/>
          <ac:spMkLst>
            <pc:docMk/>
            <pc:sldMk cId="33540683" sldId="1276"/>
            <ac:spMk id="38" creationId="{497CD4F3-2E88-EEC7-F15E-480544C09917}"/>
          </ac:spMkLst>
        </pc:spChg>
        <pc:spChg chg="add mod">
          <ac:chgData name="Venkatesh Patil" userId="d9f36aa470552ec6" providerId="LiveId" clId="{C6DCDAFF-CCA0-4E3A-BA61-B3420256C1BB}" dt="2024-02-15T19:15:26.114" v="7267" actId="1076"/>
          <ac:spMkLst>
            <pc:docMk/>
            <pc:sldMk cId="33540683" sldId="1276"/>
            <ac:spMk id="39" creationId="{7B39BA7F-D128-D2D0-ED6A-59C5EA299669}"/>
          </ac:spMkLst>
        </pc:spChg>
        <pc:spChg chg="mod">
          <ac:chgData name="Venkatesh Patil" userId="d9f36aa470552ec6" providerId="LiveId" clId="{C6DCDAFF-CCA0-4E3A-BA61-B3420256C1BB}" dt="2024-02-15T18:51:43.107" v="6599" actId="164"/>
          <ac:spMkLst>
            <pc:docMk/>
            <pc:sldMk cId="33540683" sldId="1276"/>
            <ac:spMk id="43" creationId="{2C2C3F9F-6275-7D9E-8EC6-6A7C0ABAD140}"/>
          </ac:spMkLst>
        </pc:spChg>
        <pc:spChg chg="del">
          <ac:chgData name="Venkatesh Patil" userId="d9f36aa470552ec6" providerId="LiveId" clId="{C6DCDAFF-CCA0-4E3A-BA61-B3420256C1BB}" dt="2024-02-15T18:50:27.843" v="6581" actId="478"/>
          <ac:spMkLst>
            <pc:docMk/>
            <pc:sldMk cId="33540683" sldId="1276"/>
            <ac:spMk id="45" creationId="{C873D427-D70D-7DFD-5978-52423397712A}"/>
          </ac:spMkLst>
        </pc:spChg>
        <pc:spChg chg="del">
          <ac:chgData name="Venkatesh Patil" userId="d9f36aa470552ec6" providerId="LiveId" clId="{C6DCDAFF-CCA0-4E3A-BA61-B3420256C1BB}" dt="2024-02-15T18:50:18.403" v="6578" actId="478"/>
          <ac:spMkLst>
            <pc:docMk/>
            <pc:sldMk cId="33540683" sldId="1276"/>
            <ac:spMk id="59" creationId="{1F717D64-50B8-2EE1-8E5D-8D0DC009938A}"/>
          </ac:spMkLst>
        </pc:spChg>
        <pc:spChg chg="del">
          <ac:chgData name="Venkatesh Patil" userId="d9f36aa470552ec6" providerId="LiveId" clId="{C6DCDAFF-CCA0-4E3A-BA61-B3420256C1BB}" dt="2024-02-15T18:50:18.403" v="6578" actId="478"/>
          <ac:spMkLst>
            <pc:docMk/>
            <pc:sldMk cId="33540683" sldId="1276"/>
            <ac:spMk id="60" creationId="{B7556F78-6D28-CBE6-D567-2B2C359552A8}"/>
          </ac:spMkLst>
        </pc:spChg>
        <pc:spChg chg="del">
          <ac:chgData name="Venkatesh Patil" userId="d9f36aa470552ec6" providerId="LiveId" clId="{C6DCDAFF-CCA0-4E3A-BA61-B3420256C1BB}" dt="2024-02-15T18:50:21.937" v="6579" actId="478"/>
          <ac:spMkLst>
            <pc:docMk/>
            <pc:sldMk cId="33540683" sldId="1276"/>
            <ac:spMk id="61" creationId="{E16C56EE-D084-A3D1-C8AE-D1E5D11C1EA8}"/>
          </ac:spMkLst>
        </pc:spChg>
        <pc:spChg chg="del">
          <ac:chgData name="Venkatesh Patil" userId="d9f36aa470552ec6" providerId="LiveId" clId="{C6DCDAFF-CCA0-4E3A-BA61-B3420256C1BB}" dt="2024-02-15T18:50:24.272" v="6580" actId="478"/>
          <ac:spMkLst>
            <pc:docMk/>
            <pc:sldMk cId="33540683" sldId="1276"/>
            <ac:spMk id="98" creationId="{D4E6BD83-EC85-0E12-7D78-6666B005A895}"/>
          </ac:spMkLst>
        </pc:spChg>
        <pc:spChg chg="del">
          <ac:chgData name="Venkatesh Patil" userId="d9f36aa470552ec6" providerId="LiveId" clId="{C6DCDAFF-CCA0-4E3A-BA61-B3420256C1BB}" dt="2024-02-15T18:50:24.272" v="6580" actId="478"/>
          <ac:spMkLst>
            <pc:docMk/>
            <pc:sldMk cId="33540683" sldId="1276"/>
            <ac:spMk id="99" creationId="{61782984-EF6F-13FC-3074-5F4BF0A31DCC}"/>
          </ac:spMkLst>
        </pc:spChg>
        <pc:grpChg chg="add del mod">
          <ac:chgData name="Venkatesh Patil" userId="d9f36aa470552ec6" providerId="LiveId" clId="{C6DCDAFF-CCA0-4E3A-BA61-B3420256C1BB}" dt="2024-02-15T19:01:48.513" v="6814" actId="478"/>
          <ac:grpSpMkLst>
            <pc:docMk/>
            <pc:sldMk cId="33540683" sldId="1276"/>
            <ac:grpSpMk id="24" creationId="{4361C368-124D-9744-1325-97BF997DF4D2}"/>
          </ac:grpSpMkLst>
        </pc:grpChg>
        <pc:grpChg chg="add mod">
          <ac:chgData name="Venkatesh Patil" userId="d9f36aa470552ec6" providerId="LiveId" clId="{C6DCDAFF-CCA0-4E3A-BA61-B3420256C1BB}" dt="2024-02-15T19:15:18.035" v="7265" actId="1076"/>
          <ac:grpSpMkLst>
            <pc:docMk/>
            <pc:sldMk cId="33540683" sldId="1276"/>
            <ac:grpSpMk id="44" creationId="{8F87C25B-43C0-A2F3-CA17-46B1C41D4472}"/>
          </ac:grpSpMkLst>
        </pc:grpChg>
        <pc:picChg chg="add del">
          <ac:chgData name="Venkatesh Patil" userId="d9f36aa470552ec6" providerId="LiveId" clId="{C6DCDAFF-CCA0-4E3A-BA61-B3420256C1BB}" dt="2024-02-15T19:01:35.718" v="6810" actId="478"/>
          <ac:picMkLst>
            <pc:docMk/>
            <pc:sldMk cId="33540683" sldId="1276"/>
            <ac:picMk id="27" creationId="{5F70D689-AF63-FCDC-A6E6-53925A9D6AC5}"/>
          </ac:picMkLst>
        </pc:picChg>
        <pc:picChg chg="add mod ord">
          <ac:chgData name="Venkatesh Patil" userId="d9f36aa470552ec6" providerId="LiveId" clId="{C6DCDAFF-CCA0-4E3A-BA61-B3420256C1BB}" dt="2024-02-15T19:14:17.255" v="7252" actId="1076"/>
          <ac:picMkLst>
            <pc:docMk/>
            <pc:sldMk cId="33540683" sldId="1276"/>
            <ac:picMk id="29" creationId="{FEED078B-71D9-B152-9BB6-51BFAB033997}"/>
          </ac:picMkLst>
        </pc:picChg>
        <pc:picChg chg="add mod ord">
          <ac:chgData name="Venkatesh Patil" userId="d9f36aa470552ec6" providerId="LiveId" clId="{C6DCDAFF-CCA0-4E3A-BA61-B3420256C1BB}" dt="2024-02-15T19:14:00.580" v="7247" actId="167"/>
          <ac:picMkLst>
            <pc:docMk/>
            <pc:sldMk cId="33540683" sldId="1276"/>
            <ac:picMk id="31" creationId="{0FB47392-27C2-5EF9-8F1C-A7109C8A9C44}"/>
          </ac:picMkLst>
        </pc:picChg>
        <pc:picChg chg="add mod ord">
          <ac:chgData name="Venkatesh Patil" userId="d9f36aa470552ec6" providerId="LiveId" clId="{C6DCDAFF-CCA0-4E3A-BA61-B3420256C1BB}" dt="2024-02-15T19:15:12.860" v="7264" actId="164"/>
          <ac:picMkLst>
            <pc:docMk/>
            <pc:sldMk cId="33540683" sldId="1276"/>
            <ac:picMk id="41" creationId="{311444F0-6D21-7616-2C67-73F3BC604EB7}"/>
          </ac:picMkLst>
        </pc:picChg>
        <pc:inkChg chg="add mod">
          <ac:chgData name="Venkatesh Patil" userId="d9f36aa470552ec6" providerId="LiveId" clId="{C6DCDAFF-CCA0-4E3A-BA61-B3420256C1BB}" dt="2024-02-15T19:15:12.860" v="7264" actId="164"/>
          <ac:inkMkLst>
            <pc:docMk/>
            <pc:sldMk cId="33540683" sldId="1276"/>
            <ac:inkMk id="42" creationId="{85A68BA5-0E60-E0DE-938C-220B5E728B5C}"/>
          </ac:inkMkLst>
        </pc:inkChg>
        <pc:cxnChg chg="add mod">
          <ac:chgData name="Venkatesh Patil" userId="d9f36aa470552ec6" providerId="LiveId" clId="{C6DCDAFF-CCA0-4E3A-BA61-B3420256C1BB}" dt="2024-02-15T18:51:43.107" v="6599" actId="164"/>
          <ac:cxnSpMkLst>
            <pc:docMk/>
            <pc:sldMk cId="33540683" sldId="1276"/>
            <ac:cxnSpMk id="21" creationId="{86005B81-B82D-619C-AE8A-9E7031C6C93C}"/>
          </ac:cxnSpMkLst>
        </pc:cxnChg>
        <pc:cxnChg chg="del">
          <ac:chgData name="Venkatesh Patil" userId="d9f36aa470552ec6" providerId="LiveId" clId="{C6DCDAFF-CCA0-4E3A-BA61-B3420256C1BB}" dt="2024-02-15T18:50:27.843" v="6581" actId="478"/>
          <ac:cxnSpMkLst>
            <pc:docMk/>
            <pc:sldMk cId="33540683" sldId="1276"/>
            <ac:cxnSpMk id="65" creationId="{8B6BE462-154E-E559-4E51-017D8A499008}"/>
          </ac:cxnSpMkLst>
        </pc:cxnChg>
        <pc:cxnChg chg="del">
          <ac:chgData name="Venkatesh Patil" userId="d9f36aa470552ec6" providerId="LiveId" clId="{C6DCDAFF-CCA0-4E3A-BA61-B3420256C1BB}" dt="2024-02-15T18:50:18.403" v="6578" actId="478"/>
          <ac:cxnSpMkLst>
            <pc:docMk/>
            <pc:sldMk cId="33540683" sldId="1276"/>
            <ac:cxnSpMk id="69" creationId="{65630C7D-E184-486C-C49A-434A40F24A69}"/>
          </ac:cxnSpMkLst>
        </pc:cxnChg>
        <pc:cxnChg chg="del">
          <ac:chgData name="Venkatesh Patil" userId="d9f36aa470552ec6" providerId="LiveId" clId="{C6DCDAFF-CCA0-4E3A-BA61-B3420256C1BB}" dt="2024-02-15T18:50:27.843" v="6581" actId="478"/>
          <ac:cxnSpMkLst>
            <pc:docMk/>
            <pc:sldMk cId="33540683" sldId="1276"/>
            <ac:cxnSpMk id="76" creationId="{B6A3758B-4165-560F-E3D4-E3775651D5FD}"/>
          </ac:cxnSpMkLst>
        </pc:cxnChg>
        <pc:cxnChg chg="del">
          <ac:chgData name="Venkatesh Patil" userId="d9f36aa470552ec6" providerId="LiveId" clId="{C6DCDAFF-CCA0-4E3A-BA61-B3420256C1BB}" dt="2024-02-15T18:50:27.843" v="6581" actId="478"/>
          <ac:cxnSpMkLst>
            <pc:docMk/>
            <pc:sldMk cId="33540683" sldId="1276"/>
            <ac:cxnSpMk id="77" creationId="{3DBD625D-FC09-32F9-F81D-08084C2BCA41}"/>
          </ac:cxnSpMkLst>
        </pc:cxnChg>
        <pc:cxnChg chg="del mod">
          <ac:chgData name="Venkatesh Patil" userId="d9f36aa470552ec6" providerId="LiveId" clId="{C6DCDAFF-CCA0-4E3A-BA61-B3420256C1BB}" dt="2024-02-15T18:50:27.843" v="6581" actId="478"/>
          <ac:cxnSpMkLst>
            <pc:docMk/>
            <pc:sldMk cId="33540683" sldId="1276"/>
            <ac:cxnSpMk id="79" creationId="{D3ED191F-C171-3859-ED42-02E34FE96D5A}"/>
          </ac:cxnSpMkLst>
        </pc:cxnChg>
        <pc:cxnChg chg="del mod">
          <ac:chgData name="Venkatesh Patil" userId="d9f36aa470552ec6" providerId="LiveId" clId="{C6DCDAFF-CCA0-4E3A-BA61-B3420256C1BB}" dt="2024-02-15T18:50:27.843" v="6581" actId="478"/>
          <ac:cxnSpMkLst>
            <pc:docMk/>
            <pc:sldMk cId="33540683" sldId="1276"/>
            <ac:cxnSpMk id="81" creationId="{B064D006-E978-586E-D81D-602FB4D2945B}"/>
          </ac:cxnSpMkLst>
        </pc:cxnChg>
        <pc:cxnChg chg="del mod">
          <ac:chgData name="Venkatesh Patil" userId="d9f36aa470552ec6" providerId="LiveId" clId="{C6DCDAFF-CCA0-4E3A-BA61-B3420256C1BB}" dt="2024-02-15T18:49:11.790" v="6528" actId="478"/>
          <ac:cxnSpMkLst>
            <pc:docMk/>
            <pc:sldMk cId="33540683" sldId="1276"/>
            <ac:cxnSpMk id="84" creationId="{EC6501F9-E55C-BAF4-027A-B0DB72044206}"/>
          </ac:cxnSpMkLst>
        </pc:cxnChg>
        <pc:cxnChg chg="mod">
          <ac:chgData name="Venkatesh Patil" userId="d9f36aa470552ec6" providerId="LiveId" clId="{C6DCDAFF-CCA0-4E3A-BA61-B3420256C1BB}" dt="2024-02-15T18:51:43.107" v="6599" actId="164"/>
          <ac:cxnSpMkLst>
            <pc:docMk/>
            <pc:sldMk cId="33540683" sldId="1276"/>
            <ac:cxnSpMk id="87" creationId="{66F0F493-9D71-846C-D5BD-878BFC9358F7}"/>
          </ac:cxnSpMkLst>
        </pc:cxnChg>
        <pc:cxnChg chg="mod">
          <ac:chgData name="Venkatesh Patil" userId="d9f36aa470552ec6" providerId="LiveId" clId="{C6DCDAFF-CCA0-4E3A-BA61-B3420256C1BB}" dt="2024-02-15T18:51:43.107" v="6599" actId="164"/>
          <ac:cxnSpMkLst>
            <pc:docMk/>
            <pc:sldMk cId="33540683" sldId="1276"/>
            <ac:cxnSpMk id="89" creationId="{A78E61AD-BCEA-5967-A5FF-1EB8D8F2C18A}"/>
          </ac:cxnSpMkLst>
        </pc:cxnChg>
        <pc:cxnChg chg="mod">
          <ac:chgData name="Venkatesh Patil" userId="d9f36aa470552ec6" providerId="LiveId" clId="{C6DCDAFF-CCA0-4E3A-BA61-B3420256C1BB}" dt="2024-02-15T18:51:43.107" v="6599" actId="164"/>
          <ac:cxnSpMkLst>
            <pc:docMk/>
            <pc:sldMk cId="33540683" sldId="1276"/>
            <ac:cxnSpMk id="91" creationId="{9754EAAA-BEE6-2BDE-F1BC-309F2F071D79}"/>
          </ac:cxnSpMkLst>
        </pc:cxnChg>
      </pc:sldChg>
      <pc:sldChg chg="del">
        <pc:chgData name="Venkatesh Patil" userId="d9f36aa470552ec6" providerId="LiveId" clId="{C6DCDAFF-CCA0-4E3A-BA61-B3420256C1BB}" dt="2024-02-15T19:56:09.773" v="8548" actId="47"/>
        <pc:sldMkLst>
          <pc:docMk/>
          <pc:sldMk cId="3974208922" sldId="1277"/>
        </pc:sldMkLst>
      </pc:sldChg>
      <pc:sldChg chg="del">
        <pc:chgData name="Venkatesh Patil" userId="d9f36aa470552ec6" providerId="LiveId" clId="{C6DCDAFF-CCA0-4E3A-BA61-B3420256C1BB}" dt="2024-02-15T19:56:08.530" v="8547" actId="47"/>
        <pc:sldMkLst>
          <pc:docMk/>
          <pc:sldMk cId="2296198119" sldId="1278"/>
        </pc:sldMkLst>
      </pc:sldChg>
      <pc:sldChg chg="del">
        <pc:chgData name="Venkatesh Patil" userId="d9f36aa470552ec6" providerId="LiveId" clId="{C6DCDAFF-CCA0-4E3A-BA61-B3420256C1BB}" dt="2024-02-15T19:56:07.419" v="8546" actId="47"/>
        <pc:sldMkLst>
          <pc:docMk/>
          <pc:sldMk cId="4231569209" sldId="1279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2567499680" sldId="1280"/>
        </pc:sldMkLst>
      </pc:sldChg>
      <pc:sldChg chg="modSp mod modAnim">
        <pc:chgData name="Venkatesh Patil" userId="d9f36aa470552ec6" providerId="LiveId" clId="{C6DCDAFF-CCA0-4E3A-BA61-B3420256C1BB}" dt="2024-02-15T21:25:05.763" v="11760" actId="20577"/>
        <pc:sldMkLst>
          <pc:docMk/>
          <pc:sldMk cId="450877088" sldId="1282"/>
        </pc:sldMkLst>
        <pc:spChg chg="mod">
          <ac:chgData name="Venkatesh Patil" userId="d9f36aa470552ec6" providerId="LiveId" clId="{C6DCDAFF-CCA0-4E3A-BA61-B3420256C1BB}" dt="2024-02-14T22:11:55.508" v="91" actId="20577"/>
          <ac:spMkLst>
            <pc:docMk/>
            <pc:sldMk cId="450877088" sldId="1282"/>
            <ac:spMk id="2" creationId="{5E016F56-5E89-7AFA-9B58-2BBE360FFF92}"/>
          </ac:spMkLst>
        </pc:spChg>
        <pc:spChg chg="mod">
          <ac:chgData name="Venkatesh Patil" userId="d9f36aa470552ec6" providerId="LiveId" clId="{C6DCDAFF-CCA0-4E3A-BA61-B3420256C1BB}" dt="2024-02-15T21:25:05.763" v="11760" actId="20577"/>
          <ac:spMkLst>
            <pc:docMk/>
            <pc:sldMk cId="450877088" sldId="1282"/>
            <ac:spMk id="3" creationId="{8D99E672-D97C-EF29-8FDF-FCAD5A5A7AC4}"/>
          </ac:spMkLst>
        </pc:spChg>
      </pc:sldChg>
      <pc:sldChg chg="addSp delSp modSp mod modAnim">
        <pc:chgData name="Venkatesh Patil" userId="d9f36aa470552ec6" providerId="LiveId" clId="{C6DCDAFF-CCA0-4E3A-BA61-B3420256C1BB}" dt="2024-02-15T21:45:48.367" v="12036"/>
        <pc:sldMkLst>
          <pc:docMk/>
          <pc:sldMk cId="3903121131" sldId="1283"/>
        </pc:sldMkLst>
        <pc:spChg chg="mod">
          <ac:chgData name="Venkatesh Patil" userId="d9f36aa470552ec6" providerId="LiveId" clId="{C6DCDAFF-CCA0-4E3A-BA61-B3420256C1BB}" dt="2024-02-15T18:17:27.609" v="5422" actId="20577"/>
          <ac:spMkLst>
            <pc:docMk/>
            <pc:sldMk cId="3903121131" sldId="1283"/>
            <ac:spMk id="2" creationId="{37E679BE-C98F-D114-E7C7-0D0F06A6A180}"/>
          </ac:spMkLst>
        </pc:spChg>
        <pc:spChg chg="mod">
          <ac:chgData name="Venkatesh Patil" userId="d9f36aa470552ec6" providerId="LiveId" clId="{C6DCDAFF-CCA0-4E3A-BA61-B3420256C1BB}" dt="2024-02-15T18:30:06.315" v="5906" actId="6549"/>
          <ac:spMkLst>
            <pc:docMk/>
            <pc:sldMk cId="3903121131" sldId="1283"/>
            <ac:spMk id="3" creationId="{C2067D49-B6E0-2400-11AA-466429E98658}"/>
          </ac:spMkLst>
        </pc:spChg>
        <pc:spChg chg="add mod">
          <ac:chgData name="Venkatesh Patil" userId="d9f36aa470552ec6" providerId="LiveId" clId="{C6DCDAFF-CCA0-4E3A-BA61-B3420256C1BB}" dt="2024-02-15T18:22:53.167" v="5639" actId="255"/>
          <ac:spMkLst>
            <pc:docMk/>
            <pc:sldMk cId="3903121131" sldId="1283"/>
            <ac:spMk id="10" creationId="{39BC7A7F-1803-F0C5-B4D0-204DB4297038}"/>
          </ac:spMkLst>
        </pc:spChg>
        <pc:spChg chg="add mod">
          <ac:chgData name="Venkatesh Patil" userId="d9f36aa470552ec6" providerId="LiveId" clId="{C6DCDAFF-CCA0-4E3A-BA61-B3420256C1BB}" dt="2024-02-15T18:31:59.424" v="5981" actId="113"/>
          <ac:spMkLst>
            <pc:docMk/>
            <pc:sldMk cId="3903121131" sldId="1283"/>
            <ac:spMk id="11" creationId="{AA6725FE-4665-61A8-C5A3-AA5271181126}"/>
          </ac:spMkLst>
        </pc:spChg>
        <pc:spChg chg="add mod">
          <ac:chgData name="Venkatesh Patil" userId="d9f36aa470552ec6" providerId="LiveId" clId="{C6DCDAFF-CCA0-4E3A-BA61-B3420256C1BB}" dt="2024-02-15T18:23:58.913" v="5721" actId="20577"/>
          <ac:spMkLst>
            <pc:docMk/>
            <pc:sldMk cId="3903121131" sldId="1283"/>
            <ac:spMk id="12" creationId="{516A78EC-096C-18FD-45A6-E03BA490665B}"/>
          </ac:spMkLst>
        </pc:spChg>
        <pc:spChg chg="add mod">
          <ac:chgData name="Venkatesh Patil" userId="d9f36aa470552ec6" providerId="LiveId" clId="{C6DCDAFF-CCA0-4E3A-BA61-B3420256C1BB}" dt="2024-02-15T18:24:52.055" v="5791" actId="20577"/>
          <ac:spMkLst>
            <pc:docMk/>
            <pc:sldMk cId="3903121131" sldId="1283"/>
            <ac:spMk id="13" creationId="{568E8810-3EB6-6FE0-CFFB-27C80CB2BBE6}"/>
          </ac:spMkLst>
        </pc:spChg>
        <pc:spChg chg="add mod">
          <ac:chgData name="Venkatesh Patil" userId="d9f36aa470552ec6" providerId="LiveId" clId="{C6DCDAFF-CCA0-4E3A-BA61-B3420256C1BB}" dt="2024-02-15T18:25:35.069" v="5828" actId="313"/>
          <ac:spMkLst>
            <pc:docMk/>
            <pc:sldMk cId="3903121131" sldId="1283"/>
            <ac:spMk id="14" creationId="{B6B89D67-1D5A-F7C2-AA06-63DD86750AEB}"/>
          </ac:spMkLst>
        </pc:spChg>
        <pc:spChg chg="add mod">
          <ac:chgData name="Venkatesh Patil" userId="d9f36aa470552ec6" providerId="LiveId" clId="{C6DCDAFF-CCA0-4E3A-BA61-B3420256C1BB}" dt="2024-02-15T21:45:37.430" v="12034" actId="688"/>
          <ac:spMkLst>
            <pc:docMk/>
            <pc:sldMk cId="3903121131" sldId="1283"/>
            <ac:spMk id="21" creationId="{A830EC95-AEED-1339-833F-271DDACF5B2E}"/>
          </ac:spMkLst>
        </pc:spChg>
        <pc:picChg chg="add mod">
          <ac:chgData name="Venkatesh Patil" userId="d9f36aa470552ec6" providerId="LiveId" clId="{C6DCDAFF-CCA0-4E3A-BA61-B3420256C1BB}" dt="2024-02-15T18:20:26.158" v="5547"/>
          <ac:picMkLst>
            <pc:docMk/>
            <pc:sldMk cId="3903121131" sldId="1283"/>
            <ac:picMk id="9" creationId="{D45A1C18-D19D-C890-06C6-270DAA09F61B}"/>
          </ac:picMkLst>
        </pc:picChg>
        <pc:picChg chg="add del mod">
          <ac:chgData name="Venkatesh Patil" userId="d9f36aa470552ec6" providerId="LiveId" clId="{C6DCDAFF-CCA0-4E3A-BA61-B3420256C1BB}" dt="2024-02-15T18:26:55.166" v="5833" actId="478"/>
          <ac:picMkLst>
            <pc:docMk/>
            <pc:sldMk cId="3903121131" sldId="1283"/>
            <ac:picMk id="16" creationId="{3090C71B-98EF-DB86-5FC4-1C5D15E19036}"/>
          </ac:picMkLst>
        </pc:picChg>
        <pc:picChg chg="add mod">
          <ac:chgData name="Venkatesh Patil" userId="d9f36aa470552ec6" providerId="LiveId" clId="{C6DCDAFF-CCA0-4E3A-BA61-B3420256C1BB}" dt="2024-02-15T18:30:10.912" v="5907" actId="1076"/>
          <ac:picMkLst>
            <pc:docMk/>
            <pc:sldMk cId="3903121131" sldId="1283"/>
            <ac:picMk id="18" creationId="{5758B992-900A-B70F-8CB0-5B647D4F4FC9}"/>
          </ac:picMkLst>
        </pc:picChg>
        <pc:cxnChg chg="add mod">
          <ac:chgData name="Venkatesh Patil" userId="d9f36aa470552ec6" providerId="LiveId" clId="{C6DCDAFF-CCA0-4E3A-BA61-B3420256C1BB}" dt="2024-02-15T18:31:44.278" v="5978" actId="14100"/>
          <ac:cxnSpMkLst>
            <pc:docMk/>
            <pc:sldMk cId="3903121131" sldId="1283"/>
            <ac:cxnSpMk id="20" creationId="{7A9A2547-5E85-F96C-A272-FB825A44D8DA}"/>
          </ac:cxnSpMkLst>
        </pc:cxnChg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3894163847" sldId="1284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3529543663" sldId="1285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4185028751" sldId="1286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434516875" sldId="1287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210134113" sldId="1288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2554756712" sldId="1290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026411359" sldId="1291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121431835" sldId="1292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2326888838" sldId="1293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4206241665" sldId="1294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599188792" sldId="1295"/>
        </pc:sldMkLst>
      </pc:sldChg>
      <pc:sldChg chg="modSp mod">
        <pc:chgData name="Venkatesh Patil" userId="d9f36aa470552ec6" providerId="LiveId" clId="{C6DCDAFF-CCA0-4E3A-BA61-B3420256C1BB}" dt="2024-02-15T18:36:25.788" v="5988" actId="20577"/>
        <pc:sldMkLst>
          <pc:docMk/>
          <pc:sldMk cId="1337379247" sldId="1296"/>
        </pc:sldMkLst>
        <pc:spChg chg="mod">
          <ac:chgData name="Venkatesh Patil" userId="d9f36aa470552ec6" providerId="LiveId" clId="{C6DCDAFF-CCA0-4E3A-BA61-B3420256C1BB}" dt="2024-02-15T18:36:25.788" v="5988" actId="20577"/>
          <ac:spMkLst>
            <pc:docMk/>
            <pc:sldMk cId="1337379247" sldId="1296"/>
            <ac:spMk id="13314" creationId="{3DAB2ACF-CDE4-4739-8F33-5D5D30192A06}"/>
          </ac:spMkLst>
        </pc:spChg>
      </pc:sldChg>
      <pc:sldChg chg="del">
        <pc:chgData name="Venkatesh Patil" userId="d9f36aa470552ec6" providerId="LiveId" clId="{C6DCDAFF-CCA0-4E3A-BA61-B3420256C1BB}" dt="2024-02-15T19:56:12.140" v="8549" actId="47"/>
        <pc:sldMkLst>
          <pc:docMk/>
          <pc:sldMk cId="2043018020" sldId="1299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404448858" sldId="1300"/>
        </pc:sldMkLst>
      </pc:sldChg>
      <pc:sldChg chg="del">
        <pc:chgData name="Venkatesh Patil" userId="d9f36aa470552ec6" providerId="LiveId" clId="{C6DCDAFF-CCA0-4E3A-BA61-B3420256C1BB}" dt="2024-02-15T19:56:04.605" v="8545" actId="47"/>
        <pc:sldMkLst>
          <pc:docMk/>
          <pc:sldMk cId="1193246787" sldId="1301"/>
        </pc:sldMkLst>
      </pc:sldChg>
      <pc:sldChg chg="addSp delSp modSp add mod modAnim modNotesTx">
        <pc:chgData name="Venkatesh Patil" userId="d9f36aa470552ec6" providerId="LiveId" clId="{C6DCDAFF-CCA0-4E3A-BA61-B3420256C1BB}" dt="2024-02-15T21:26:36.380" v="11773"/>
        <pc:sldMkLst>
          <pc:docMk/>
          <pc:sldMk cId="3733190618" sldId="1302"/>
        </pc:sldMkLst>
        <pc:spChg chg="mod">
          <ac:chgData name="Venkatesh Patil" userId="d9f36aa470552ec6" providerId="LiveId" clId="{C6DCDAFF-CCA0-4E3A-BA61-B3420256C1BB}" dt="2024-02-15T16:59:06.692" v="1467" actId="20577"/>
          <ac:spMkLst>
            <pc:docMk/>
            <pc:sldMk cId="3733190618" sldId="1302"/>
            <ac:spMk id="2" creationId="{C6C13172-0CFC-B9AC-4310-E1F9B7C2DB86}"/>
          </ac:spMkLst>
        </pc:spChg>
        <pc:spChg chg="mod">
          <ac:chgData name="Venkatesh Patil" userId="d9f36aa470552ec6" providerId="LiveId" clId="{C6DCDAFF-CCA0-4E3A-BA61-B3420256C1BB}" dt="2024-02-15T17:22:49.113" v="2009" actId="313"/>
          <ac:spMkLst>
            <pc:docMk/>
            <pc:sldMk cId="3733190618" sldId="1302"/>
            <ac:spMk id="3" creationId="{A8A25C54-8738-7FAB-32AE-4DD704366C1C}"/>
          </ac:spMkLst>
        </pc:spChg>
        <pc:spChg chg="add mod">
          <ac:chgData name="Venkatesh Patil" userId="d9f36aa470552ec6" providerId="LiveId" clId="{C6DCDAFF-CCA0-4E3A-BA61-B3420256C1BB}" dt="2024-02-15T17:16:51.952" v="1776" actId="14100"/>
          <ac:spMkLst>
            <pc:docMk/>
            <pc:sldMk cId="3733190618" sldId="1302"/>
            <ac:spMk id="12" creationId="{70A3C40A-A9E0-EE2B-A3A9-7721C85630F7}"/>
          </ac:spMkLst>
        </pc:spChg>
        <pc:spChg chg="add mod">
          <ac:chgData name="Venkatesh Patil" userId="d9f36aa470552ec6" providerId="LiveId" clId="{C6DCDAFF-CCA0-4E3A-BA61-B3420256C1BB}" dt="2024-02-15T17:16:48.788" v="1775" actId="14100"/>
          <ac:spMkLst>
            <pc:docMk/>
            <pc:sldMk cId="3733190618" sldId="1302"/>
            <ac:spMk id="13" creationId="{9EF84A6D-6D14-2D1B-4CD8-B1344CF5302A}"/>
          </ac:spMkLst>
        </pc:spChg>
        <pc:spChg chg="add mod">
          <ac:chgData name="Venkatesh Patil" userId="d9f36aa470552ec6" providerId="LiveId" clId="{C6DCDAFF-CCA0-4E3A-BA61-B3420256C1BB}" dt="2024-02-15T17:16:44.662" v="1774" actId="14100"/>
          <ac:spMkLst>
            <pc:docMk/>
            <pc:sldMk cId="3733190618" sldId="1302"/>
            <ac:spMk id="14" creationId="{FADC2C79-3A9D-F992-F15E-46484FCB56AD}"/>
          </ac:spMkLst>
        </pc:spChg>
        <pc:spChg chg="add mod">
          <ac:chgData name="Venkatesh Patil" userId="d9f36aa470552ec6" providerId="LiveId" clId="{C6DCDAFF-CCA0-4E3A-BA61-B3420256C1BB}" dt="2024-02-15T17:07:29.126" v="1633" actId="1076"/>
          <ac:spMkLst>
            <pc:docMk/>
            <pc:sldMk cId="3733190618" sldId="1302"/>
            <ac:spMk id="15" creationId="{32983339-480F-429A-7F8B-F181846C4953}"/>
          </ac:spMkLst>
        </pc:spChg>
        <pc:spChg chg="add mod">
          <ac:chgData name="Venkatesh Patil" userId="d9f36aa470552ec6" providerId="LiveId" clId="{C6DCDAFF-CCA0-4E3A-BA61-B3420256C1BB}" dt="2024-02-15T17:16:40.273" v="1773" actId="14100"/>
          <ac:spMkLst>
            <pc:docMk/>
            <pc:sldMk cId="3733190618" sldId="1302"/>
            <ac:spMk id="16" creationId="{40E26FBD-54C1-8F3A-675E-52FFD722E60A}"/>
          </ac:spMkLst>
        </pc:spChg>
        <pc:spChg chg="add mod">
          <ac:chgData name="Venkatesh Patil" userId="d9f36aa470552ec6" providerId="LiveId" clId="{C6DCDAFF-CCA0-4E3A-BA61-B3420256C1BB}" dt="2024-02-15T17:16:06.196" v="1769" actId="164"/>
          <ac:spMkLst>
            <pc:docMk/>
            <pc:sldMk cId="3733190618" sldId="1302"/>
            <ac:spMk id="17" creationId="{A4391540-2D35-316E-EE98-B7A38C77D887}"/>
          </ac:spMkLst>
        </pc:spChg>
        <pc:spChg chg="add mod">
          <ac:chgData name="Venkatesh Patil" userId="d9f36aa470552ec6" providerId="LiveId" clId="{C6DCDAFF-CCA0-4E3A-BA61-B3420256C1BB}" dt="2024-02-15T17:16:06.196" v="1769" actId="164"/>
          <ac:spMkLst>
            <pc:docMk/>
            <pc:sldMk cId="3733190618" sldId="1302"/>
            <ac:spMk id="18" creationId="{FFF63874-9C02-4857-6107-640D342C877F}"/>
          </ac:spMkLst>
        </pc:spChg>
        <pc:spChg chg="add mod">
          <ac:chgData name="Venkatesh Patil" userId="d9f36aa470552ec6" providerId="LiveId" clId="{C6DCDAFF-CCA0-4E3A-BA61-B3420256C1BB}" dt="2024-02-15T17:16:29.163" v="1772" actId="164"/>
          <ac:spMkLst>
            <pc:docMk/>
            <pc:sldMk cId="3733190618" sldId="1302"/>
            <ac:spMk id="19" creationId="{06BD67F6-7816-11E0-8E2E-A11E5CDB5159}"/>
          </ac:spMkLst>
        </pc:spChg>
        <pc:spChg chg="add mod ord">
          <ac:chgData name="Venkatesh Patil" userId="d9f36aa470552ec6" providerId="LiveId" clId="{C6DCDAFF-CCA0-4E3A-BA61-B3420256C1BB}" dt="2024-02-15T17:16:29.163" v="1772" actId="164"/>
          <ac:spMkLst>
            <pc:docMk/>
            <pc:sldMk cId="3733190618" sldId="1302"/>
            <ac:spMk id="20" creationId="{7F15D93B-FFB2-9BFB-A3A7-E9B9E6EC4632}"/>
          </ac:spMkLst>
        </pc:spChg>
        <pc:spChg chg="add mod">
          <ac:chgData name="Venkatesh Patil" userId="d9f36aa470552ec6" providerId="LiveId" clId="{C6DCDAFF-CCA0-4E3A-BA61-B3420256C1BB}" dt="2024-02-15T21:26:07.549" v="11762" actId="17032"/>
          <ac:spMkLst>
            <pc:docMk/>
            <pc:sldMk cId="3733190618" sldId="1302"/>
            <ac:spMk id="25" creationId="{46B984DF-F476-7A66-A2B6-C2E562CF119E}"/>
          </ac:spMkLst>
        </pc:spChg>
        <pc:grpChg chg="add mod">
          <ac:chgData name="Venkatesh Patil" userId="d9f36aa470552ec6" providerId="LiveId" clId="{C6DCDAFF-CCA0-4E3A-BA61-B3420256C1BB}" dt="2024-02-15T17:16:06.196" v="1769" actId="164"/>
          <ac:grpSpMkLst>
            <pc:docMk/>
            <pc:sldMk cId="3733190618" sldId="1302"/>
            <ac:grpSpMk id="23" creationId="{0E5669F0-245E-5F23-9B47-F310B43B5253}"/>
          </ac:grpSpMkLst>
        </pc:grpChg>
        <pc:grpChg chg="add mod">
          <ac:chgData name="Venkatesh Patil" userId="d9f36aa470552ec6" providerId="LiveId" clId="{C6DCDAFF-CCA0-4E3A-BA61-B3420256C1BB}" dt="2024-02-15T17:16:29.163" v="1772" actId="164"/>
          <ac:grpSpMkLst>
            <pc:docMk/>
            <pc:sldMk cId="3733190618" sldId="1302"/>
            <ac:grpSpMk id="24" creationId="{226165D1-A3A4-922D-CFB2-F693BEC81553}"/>
          </ac:grpSpMkLst>
        </pc:grpChg>
        <pc:picChg chg="add del mod">
          <ac:chgData name="Venkatesh Patil" userId="d9f36aa470552ec6" providerId="LiveId" clId="{C6DCDAFF-CCA0-4E3A-BA61-B3420256C1BB}" dt="2024-02-15T17:14:21.643" v="1757" actId="478"/>
          <ac:picMkLst>
            <pc:docMk/>
            <pc:sldMk cId="3733190618" sldId="1302"/>
            <ac:picMk id="9" creationId="{3C5FC47B-53FD-C7C1-F1E8-11E4DC5427FF}"/>
          </ac:picMkLst>
        </pc:picChg>
        <pc:picChg chg="add mod ord">
          <ac:chgData name="Venkatesh Patil" userId="d9f36aa470552ec6" providerId="LiveId" clId="{C6DCDAFF-CCA0-4E3A-BA61-B3420256C1BB}" dt="2024-02-15T17:16:21.225" v="1771" actId="1076"/>
          <ac:picMkLst>
            <pc:docMk/>
            <pc:sldMk cId="3733190618" sldId="1302"/>
            <ac:picMk id="11" creationId="{2CDD5242-3318-6CB7-ECD3-87E66A32AC05}"/>
          </ac:picMkLst>
        </pc:picChg>
        <pc:picChg chg="add mod ord">
          <ac:chgData name="Venkatesh Patil" userId="d9f36aa470552ec6" providerId="LiveId" clId="{C6DCDAFF-CCA0-4E3A-BA61-B3420256C1BB}" dt="2024-02-15T17:14:35.154" v="1761" actId="1076"/>
          <ac:picMkLst>
            <pc:docMk/>
            <pc:sldMk cId="3733190618" sldId="1302"/>
            <ac:picMk id="22" creationId="{491F9CC9-C4B9-1383-F828-633CBE34B6E5}"/>
          </ac:picMkLst>
        </pc:picChg>
      </pc:sldChg>
      <pc:sldChg chg="addSp delSp modSp add mod delAnim modAnim modNotesTx">
        <pc:chgData name="Venkatesh Patil" userId="d9f36aa470552ec6" providerId="LiveId" clId="{C6DCDAFF-CCA0-4E3A-BA61-B3420256C1BB}" dt="2024-02-15T21:28:55.217" v="11780" actId="1076"/>
        <pc:sldMkLst>
          <pc:docMk/>
          <pc:sldMk cId="192224472" sldId="1303"/>
        </pc:sldMkLst>
        <pc:spChg chg="mod">
          <ac:chgData name="Venkatesh Patil" userId="d9f36aa470552ec6" providerId="LiveId" clId="{C6DCDAFF-CCA0-4E3A-BA61-B3420256C1BB}" dt="2024-02-15T17:24:03.534" v="2233" actId="20577"/>
          <ac:spMkLst>
            <pc:docMk/>
            <pc:sldMk cId="192224472" sldId="1303"/>
            <ac:spMk id="3" creationId="{3B11AF4B-43B2-E33F-FF5D-E83623281BA8}"/>
          </ac:spMkLst>
        </pc:spChg>
        <pc:spChg chg="del">
          <ac:chgData name="Venkatesh Patil" userId="d9f36aa470552ec6" providerId="LiveId" clId="{C6DCDAFF-CCA0-4E3A-BA61-B3420256C1BB}" dt="2024-02-15T17:24:16.102" v="2236" actId="478"/>
          <ac:spMkLst>
            <pc:docMk/>
            <pc:sldMk cId="192224472" sldId="1303"/>
            <ac:spMk id="12" creationId="{A21FB048-AD04-109E-57B2-9D2365ADA54A}"/>
          </ac:spMkLst>
        </pc:spChg>
        <pc:spChg chg="del">
          <ac:chgData name="Venkatesh Patil" userId="d9f36aa470552ec6" providerId="LiveId" clId="{C6DCDAFF-CCA0-4E3A-BA61-B3420256C1BB}" dt="2024-02-15T17:24:16.102" v="2236" actId="478"/>
          <ac:spMkLst>
            <pc:docMk/>
            <pc:sldMk cId="192224472" sldId="1303"/>
            <ac:spMk id="13" creationId="{AE3BF7C6-B27F-3257-3165-D56CA8DE0ED4}"/>
          </ac:spMkLst>
        </pc:spChg>
        <pc:spChg chg="del">
          <ac:chgData name="Venkatesh Patil" userId="d9f36aa470552ec6" providerId="LiveId" clId="{C6DCDAFF-CCA0-4E3A-BA61-B3420256C1BB}" dt="2024-02-15T17:24:16.102" v="2236" actId="478"/>
          <ac:spMkLst>
            <pc:docMk/>
            <pc:sldMk cId="192224472" sldId="1303"/>
            <ac:spMk id="14" creationId="{76CAEC25-AB7C-A8B8-9B46-7EBE084C9F04}"/>
          </ac:spMkLst>
        </pc:spChg>
        <pc:spChg chg="del mod">
          <ac:chgData name="Venkatesh Patil" userId="d9f36aa470552ec6" providerId="LiveId" clId="{C6DCDAFF-CCA0-4E3A-BA61-B3420256C1BB}" dt="2024-02-15T17:24:16.102" v="2236" actId="478"/>
          <ac:spMkLst>
            <pc:docMk/>
            <pc:sldMk cId="192224472" sldId="1303"/>
            <ac:spMk id="15" creationId="{0583A042-DF35-DCAD-0D47-0BE1640CEA97}"/>
          </ac:spMkLst>
        </pc:spChg>
        <pc:spChg chg="del mod">
          <ac:chgData name="Venkatesh Patil" userId="d9f36aa470552ec6" providerId="LiveId" clId="{C6DCDAFF-CCA0-4E3A-BA61-B3420256C1BB}" dt="2024-02-15T17:24:16.102" v="2236" actId="478"/>
          <ac:spMkLst>
            <pc:docMk/>
            <pc:sldMk cId="192224472" sldId="1303"/>
            <ac:spMk id="16" creationId="{B74B0E5F-482E-7A86-C731-0ED43A801554}"/>
          </ac:spMkLst>
        </pc:spChg>
        <pc:grpChg chg="add mod">
          <ac:chgData name="Venkatesh Patil" userId="d9f36aa470552ec6" providerId="LiveId" clId="{C6DCDAFF-CCA0-4E3A-BA61-B3420256C1BB}" dt="2024-02-15T21:28:55.217" v="11780" actId="1076"/>
          <ac:grpSpMkLst>
            <pc:docMk/>
            <pc:sldMk cId="192224472" sldId="1303"/>
            <ac:grpSpMk id="21" creationId="{9B042702-4966-5A44-4E21-95BD8EE7EB41}"/>
          </ac:grpSpMkLst>
        </pc:grpChg>
        <pc:grpChg chg="del">
          <ac:chgData name="Venkatesh Patil" userId="d9f36aa470552ec6" providerId="LiveId" clId="{C6DCDAFF-CCA0-4E3A-BA61-B3420256C1BB}" dt="2024-02-15T17:24:16.102" v="2236" actId="478"/>
          <ac:grpSpMkLst>
            <pc:docMk/>
            <pc:sldMk cId="192224472" sldId="1303"/>
            <ac:grpSpMk id="23" creationId="{9B241C64-72D5-F177-7839-B2E620746EC0}"/>
          </ac:grpSpMkLst>
        </pc:grpChg>
        <pc:grpChg chg="del">
          <ac:chgData name="Venkatesh Patil" userId="d9f36aa470552ec6" providerId="LiveId" clId="{C6DCDAFF-CCA0-4E3A-BA61-B3420256C1BB}" dt="2024-02-15T17:24:16.102" v="2236" actId="478"/>
          <ac:grpSpMkLst>
            <pc:docMk/>
            <pc:sldMk cId="192224472" sldId="1303"/>
            <ac:grpSpMk id="24" creationId="{D7DC6612-61E7-81A4-A497-6FF5BA767595}"/>
          </ac:grpSpMkLst>
        </pc:grpChg>
        <pc:picChg chg="add mod">
          <ac:chgData name="Venkatesh Patil" userId="d9f36aa470552ec6" providerId="LiveId" clId="{C6DCDAFF-CCA0-4E3A-BA61-B3420256C1BB}" dt="2024-02-15T17:25:11.416" v="2242" actId="164"/>
          <ac:picMkLst>
            <pc:docMk/>
            <pc:sldMk cId="192224472" sldId="1303"/>
            <ac:picMk id="9" creationId="{2B531B58-27A8-B8E0-CE76-55C5965AD60F}"/>
          </ac:picMkLst>
        </pc:picChg>
        <pc:picChg chg="del">
          <ac:chgData name="Venkatesh Patil" userId="d9f36aa470552ec6" providerId="LiveId" clId="{C6DCDAFF-CCA0-4E3A-BA61-B3420256C1BB}" dt="2024-02-15T17:24:17.735" v="2237" actId="478"/>
          <ac:picMkLst>
            <pc:docMk/>
            <pc:sldMk cId="192224472" sldId="1303"/>
            <ac:picMk id="11" creationId="{C0EB471C-9DA3-84F9-63D2-50D9C61E3AF9}"/>
          </ac:picMkLst>
        </pc:picChg>
        <pc:picChg chg="del">
          <ac:chgData name="Venkatesh Patil" userId="d9f36aa470552ec6" providerId="LiveId" clId="{C6DCDAFF-CCA0-4E3A-BA61-B3420256C1BB}" dt="2024-02-15T17:22:43.429" v="2008" actId="478"/>
          <ac:picMkLst>
            <pc:docMk/>
            <pc:sldMk cId="192224472" sldId="1303"/>
            <ac:picMk id="22" creationId="{93EB40D4-8DEB-CD46-D803-30D9757965AE}"/>
          </ac:picMkLst>
        </pc:picChg>
        <pc:picChg chg="add mod">
          <ac:chgData name="Venkatesh Patil" userId="d9f36aa470552ec6" providerId="LiveId" clId="{C6DCDAFF-CCA0-4E3A-BA61-B3420256C1BB}" dt="2024-02-15T21:28:23.422" v="11777" actId="1076"/>
          <ac:picMkLst>
            <pc:docMk/>
            <pc:sldMk cId="192224472" sldId="1303"/>
            <ac:picMk id="25" creationId="{DA95DAEE-1031-720B-CA45-9DEFC934FD7E}"/>
          </ac:picMkLst>
        </pc:picChg>
        <pc:inkChg chg="add mod">
          <ac:chgData name="Venkatesh Patil" userId="d9f36aa470552ec6" providerId="LiveId" clId="{C6DCDAFF-CCA0-4E3A-BA61-B3420256C1BB}" dt="2024-02-15T17:25:11.416" v="2242" actId="164"/>
          <ac:inkMkLst>
            <pc:docMk/>
            <pc:sldMk cId="192224472" sldId="1303"/>
            <ac:inkMk id="10" creationId="{BA7072D0-9CEE-2F7F-246D-088AB30251AE}"/>
          </ac:inkMkLst>
        </pc:inkChg>
      </pc:sldChg>
      <pc:sldChg chg="delSp modSp add mod modAnim modNotesTx">
        <pc:chgData name="Venkatesh Patil" userId="d9f36aa470552ec6" providerId="LiveId" clId="{C6DCDAFF-CCA0-4E3A-BA61-B3420256C1BB}" dt="2024-02-15T21:35:44.558" v="11884" actId="20577"/>
        <pc:sldMkLst>
          <pc:docMk/>
          <pc:sldMk cId="1548364380" sldId="1304"/>
        </pc:sldMkLst>
        <pc:spChg chg="mod">
          <ac:chgData name="Venkatesh Patil" userId="d9f36aa470552ec6" providerId="LiveId" clId="{C6DCDAFF-CCA0-4E3A-BA61-B3420256C1BB}" dt="2024-02-15T17:31:26.485" v="2269" actId="20577"/>
          <ac:spMkLst>
            <pc:docMk/>
            <pc:sldMk cId="1548364380" sldId="1304"/>
            <ac:spMk id="2" creationId="{FEE29530-3E1E-3A51-002F-FDCBB5AD28B1}"/>
          </ac:spMkLst>
        </pc:spChg>
        <pc:spChg chg="mod">
          <ac:chgData name="Venkatesh Patil" userId="d9f36aa470552ec6" providerId="LiveId" clId="{C6DCDAFF-CCA0-4E3A-BA61-B3420256C1BB}" dt="2024-02-15T21:30:25.857" v="11861" actId="207"/>
          <ac:spMkLst>
            <pc:docMk/>
            <pc:sldMk cId="1548364380" sldId="1304"/>
            <ac:spMk id="3" creationId="{3FE11139-D865-AA46-05F6-2CA503928856}"/>
          </ac:spMkLst>
        </pc:spChg>
        <pc:grpChg chg="del">
          <ac:chgData name="Venkatesh Patil" userId="d9f36aa470552ec6" providerId="LiveId" clId="{C6DCDAFF-CCA0-4E3A-BA61-B3420256C1BB}" dt="2024-02-15T17:31:36.245" v="2270" actId="478"/>
          <ac:grpSpMkLst>
            <pc:docMk/>
            <pc:sldMk cId="1548364380" sldId="1304"/>
            <ac:grpSpMk id="21" creationId="{60CF85EE-348A-6998-346D-B79CED2BA949}"/>
          </ac:grpSpMkLst>
        </pc:grpChg>
      </pc:sldChg>
      <pc:sldChg chg="addSp modSp add mod modAnim">
        <pc:chgData name="Venkatesh Patil" userId="d9f36aa470552ec6" providerId="LiveId" clId="{C6DCDAFF-CCA0-4E3A-BA61-B3420256C1BB}" dt="2024-02-15T21:43:28.566" v="12014" actId="20577"/>
        <pc:sldMkLst>
          <pc:docMk/>
          <pc:sldMk cId="4291957941" sldId="1305"/>
        </pc:sldMkLst>
        <pc:spChg chg="mod">
          <ac:chgData name="Venkatesh Patil" userId="d9f36aa470552ec6" providerId="LiveId" clId="{C6DCDAFF-CCA0-4E3A-BA61-B3420256C1BB}" dt="2024-02-15T17:43:27.900" v="3045" actId="20577"/>
          <ac:spMkLst>
            <pc:docMk/>
            <pc:sldMk cId="4291957941" sldId="1305"/>
            <ac:spMk id="2" creationId="{B869BFC5-142B-91F9-02D2-2F9D38EEA9CE}"/>
          </ac:spMkLst>
        </pc:spChg>
        <pc:spChg chg="mod">
          <ac:chgData name="Venkatesh Patil" userId="d9f36aa470552ec6" providerId="LiveId" clId="{C6DCDAFF-CCA0-4E3A-BA61-B3420256C1BB}" dt="2024-02-15T21:43:28.566" v="12014" actId="20577"/>
          <ac:spMkLst>
            <pc:docMk/>
            <pc:sldMk cId="4291957941" sldId="1305"/>
            <ac:spMk id="3" creationId="{9AF93138-874D-2033-094A-EFBDB407DA7F}"/>
          </ac:spMkLst>
        </pc:spChg>
        <pc:spChg chg="add mod">
          <ac:chgData name="Venkatesh Patil" userId="d9f36aa470552ec6" providerId="LiveId" clId="{C6DCDAFF-CCA0-4E3A-BA61-B3420256C1BB}" dt="2024-02-15T17:52:46.396" v="3677" actId="164"/>
          <ac:spMkLst>
            <pc:docMk/>
            <pc:sldMk cId="4291957941" sldId="1305"/>
            <ac:spMk id="10" creationId="{64BA3CBE-4D78-9F09-D02C-CF37B19E6C11}"/>
          </ac:spMkLst>
        </pc:spChg>
        <pc:grpChg chg="add mod">
          <ac:chgData name="Venkatesh Patil" userId="d9f36aa470552ec6" providerId="LiveId" clId="{C6DCDAFF-CCA0-4E3A-BA61-B3420256C1BB}" dt="2024-02-15T17:52:57.968" v="3680" actId="1076"/>
          <ac:grpSpMkLst>
            <pc:docMk/>
            <pc:sldMk cId="4291957941" sldId="1305"/>
            <ac:grpSpMk id="11" creationId="{D3B1535B-5C51-C691-648A-E975841CAB0C}"/>
          </ac:grpSpMkLst>
        </pc:grpChg>
        <pc:picChg chg="add mod">
          <ac:chgData name="Venkatesh Patil" userId="d9f36aa470552ec6" providerId="LiveId" clId="{C6DCDAFF-CCA0-4E3A-BA61-B3420256C1BB}" dt="2024-02-15T17:52:46.396" v="3677" actId="164"/>
          <ac:picMkLst>
            <pc:docMk/>
            <pc:sldMk cId="4291957941" sldId="1305"/>
            <ac:picMk id="9" creationId="{B382867A-D4E1-E204-5F0A-9619160626F4}"/>
          </ac:picMkLst>
        </pc:picChg>
      </pc:sldChg>
      <pc:sldChg chg="add del modNotesTx">
        <pc:chgData name="Venkatesh Patil" userId="d9f36aa470552ec6" providerId="LiveId" clId="{C6DCDAFF-CCA0-4E3A-BA61-B3420256C1BB}" dt="2024-02-15T18:10:53.552" v="5216" actId="47"/>
        <pc:sldMkLst>
          <pc:docMk/>
          <pc:sldMk cId="536527007" sldId="1306"/>
        </pc:sldMkLst>
      </pc:sldChg>
      <pc:sldChg chg="addSp delSp modSp add mod modAnim modNotesTx">
        <pc:chgData name="Venkatesh Patil" userId="d9f36aa470552ec6" providerId="LiveId" clId="{C6DCDAFF-CCA0-4E3A-BA61-B3420256C1BB}" dt="2024-02-15T21:44:16.980" v="12028"/>
        <pc:sldMkLst>
          <pc:docMk/>
          <pc:sldMk cId="2088979859" sldId="1307"/>
        </pc:sldMkLst>
        <pc:spChg chg="mod">
          <ac:chgData name="Venkatesh Patil" userId="d9f36aa470552ec6" providerId="LiveId" clId="{C6DCDAFF-CCA0-4E3A-BA61-B3420256C1BB}" dt="2024-02-15T17:57:19.532" v="4216" actId="20577"/>
          <ac:spMkLst>
            <pc:docMk/>
            <pc:sldMk cId="2088979859" sldId="1307"/>
            <ac:spMk id="2" creationId="{1AD05164-E6B7-5A00-0E56-8E453E176556}"/>
          </ac:spMkLst>
        </pc:spChg>
        <pc:spChg chg="mod">
          <ac:chgData name="Venkatesh Patil" userId="d9f36aa470552ec6" providerId="LiveId" clId="{C6DCDAFF-CCA0-4E3A-BA61-B3420256C1BB}" dt="2024-02-15T18:08:03.950" v="5083" actId="5793"/>
          <ac:spMkLst>
            <pc:docMk/>
            <pc:sldMk cId="2088979859" sldId="1307"/>
            <ac:spMk id="3" creationId="{35DFEBCB-E3F5-297B-55D8-6271DC7109FB}"/>
          </ac:spMkLst>
        </pc:spChg>
        <pc:spChg chg="add mod">
          <ac:chgData name="Venkatesh Patil" userId="d9f36aa470552ec6" providerId="LiveId" clId="{C6DCDAFF-CCA0-4E3A-BA61-B3420256C1BB}" dt="2024-02-15T17:57:45.008" v="4222"/>
          <ac:spMkLst>
            <pc:docMk/>
            <pc:sldMk cId="2088979859" sldId="1307"/>
            <ac:spMk id="8" creationId="{013F5243-8EDA-E65C-93CD-0006C5DB8DF5}"/>
          </ac:spMkLst>
        </pc:spChg>
        <pc:spChg chg="del mod topLvl">
          <ac:chgData name="Venkatesh Patil" userId="d9f36aa470552ec6" providerId="LiveId" clId="{C6DCDAFF-CCA0-4E3A-BA61-B3420256C1BB}" dt="2024-02-15T17:58:54.443" v="4229" actId="478"/>
          <ac:spMkLst>
            <pc:docMk/>
            <pc:sldMk cId="2088979859" sldId="1307"/>
            <ac:spMk id="10" creationId="{6E3A17D7-CDE8-4366-5AB8-0CE10B1FE749}"/>
          </ac:spMkLst>
        </pc:spChg>
        <pc:spChg chg="add mod ord">
          <ac:chgData name="Venkatesh Patil" userId="d9f36aa470552ec6" providerId="LiveId" clId="{C6DCDAFF-CCA0-4E3A-BA61-B3420256C1BB}" dt="2024-02-15T18:10:17.081" v="5215" actId="20577"/>
          <ac:spMkLst>
            <pc:docMk/>
            <pc:sldMk cId="2088979859" sldId="1307"/>
            <ac:spMk id="16" creationId="{BE2C0BD6-2BAD-DADA-2141-7FB6DF639F3F}"/>
          </ac:spMkLst>
        </pc:spChg>
        <pc:grpChg chg="del">
          <ac:chgData name="Venkatesh Patil" userId="d9f36aa470552ec6" providerId="LiveId" clId="{C6DCDAFF-CCA0-4E3A-BA61-B3420256C1BB}" dt="2024-02-15T17:58:08.088" v="4228" actId="478"/>
          <ac:grpSpMkLst>
            <pc:docMk/>
            <pc:sldMk cId="2088979859" sldId="1307"/>
            <ac:grpSpMk id="11" creationId="{F40D4986-7A1E-ED4D-703B-AB20183B09BA}"/>
          </ac:grpSpMkLst>
        </pc:grpChg>
        <pc:grpChg chg="add mod">
          <ac:chgData name="Venkatesh Patil" userId="d9f36aa470552ec6" providerId="LiveId" clId="{C6DCDAFF-CCA0-4E3A-BA61-B3420256C1BB}" dt="2024-02-15T18:08:20.317" v="5086" actId="1076"/>
          <ac:grpSpMkLst>
            <pc:docMk/>
            <pc:sldMk cId="2088979859" sldId="1307"/>
            <ac:grpSpMk id="13" creationId="{BC4FD4F5-0DDA-26CE-DDE8-10CDA6B3D7BB}"/>
          </ac:grpSpMkLst>
        </pc:grpChg>
        <pc:grpChg chg="add mod">
          <ac:chgData name="Venkatesh Patil" userId="d9f36aa470552ec6" providerId="LiveId" clId="{C6DCDAFF-CCA0-4E3A-BA61-B3420256C1BB}" dt="2024-02-15T18:09:00.318" v="5091" actId="164"/>
          <ac:grpSpMkLst>
            <pc:docMk/>
            <pc:sldMk cId="2088979859" sldId="1307"/>
            <ac:grpSpMk id="20" creationId="{BC6FD694-ADA8-DF88-BDAE-E3CCA685B51E}"/>
          </ac:grpSpMkLst>
        </pc:grpChg>
        <pc:picChg chg="del topLvl">
          <ac:chgData name="Venkatesh Patil" userId="d9f36aa470552ec6" providerId="LiveId" clId="{C6DCDAFF-CCA0-4E3A-BA61-B3420256C1BB}" dt="2024-02-15T17:58:08.088" v="4228" actId="478"/>
          <ac:picMkLst>
            <pc:docMk/>
            <pc:sldMk cId="2088979859" sldId="1307"/>
            <ac:picMk id="9" creationId="{68D48A4F-C4B0-CB3F-BA23-4A0CF09EEF4A}"/>
          </ac:picMkLst>
        </pc:picChg>
        <pc:picChg chg="add mod ord">
          <ac:chgData name="Venkatesh Patil" userId="d9f36aa470552ec6" providerId="LiveId" clId="{C6DCDAFF-CCA0-4E3A-BA61-B3420256C1BB}" dt="2024-02-15T18:08:13.275" v="5085" actId="167"/>
          <ac:picMkLst>
            <pc:docMk/>
            <pc:sldMk cId="2088979859" sldId="1307"/>
            <ac:picMk id="12" creationId="{5E86A1CC-2D01-BFCB-305D-44276003BFBF}"/>
          </ac:picMkLst>
        </pc:picChg>
        <pc:picChg chg="mod">
          <ac:chgData name="Venkatesh Patil" userId="d9f36aa470552ec6" providerId="LiveId" clId="{C6DCDAFF-CCA0-4E3A-BA61-B3420256C1BB}" dt="2024-02-15T18:00:16.608" v="4341"/>
          <ac:picMkLst>
            <pc:docMk/>
            <pc:sldMk cId="2088979859" sldId="1307"/>
            <ac:picMk id="14" creationId="{C4790EE5-7F81-C4B2-DB31-FEA352E3310E}"/>
          </ac:picMkLst>
        </pc:picChg>
        <pc:picChg chg="add mod">
          <ac:chgData name="Venkatesh Patil" userId="d9f36aa470552ec6" providerId="LiveId" clId="{C6DCDAFF-CCA0-4E3A-BA61-B3420256C1BB}" dt="2024-02-15T18:09:00.318" v="5091" actId="164"/>
          <ac:picMkLst>
            <pc:docMk/>
            <pc:sldMk cId="2088979859" sldId="1307"/>
            <ac:picMk id="18" creationId="{297F8E1F-E0F7-F5C8-ED28-7CED608333C0}"/>
          </ac:picMkLst>
        </pc:picChg>
        <pc:inkChg chg="mod">
          <ac:chgData name="Venkatesh Patil" userId="d9f36aa470552ec6" providerId="LiveId" clId="{C6DCDAFF-CCA0-4E3A-BA61-B3420256C1BB}" dt="2024-02-15T18:00:16.608" v="4341"/>
          <ac:inkMkLst>
            <pc:docMk/>
            <pc:sldMk cId="2088979859" sldId="1307"/>
            <ac:inkMk id="15" creationId="{A037372F-980F-476F-E81E-98F24EE6E6D9}"/>
          </ac:inkMkLst>
        </pc:inkChg>
        <pc:inkChg chg="add mod">
          <ac:chgData name="Venkatesh Patil" userId="d9f36aa470552ec6" providerId="LiveId" clId="{C6DCDAFF-CCA0-4E3A-BA61-B3420256C1BB}" dt="2024-02-15T18:09:00.318" v="5091" actId="164"/>
          <ac:inkMkLst>
            <pc:docMk/>
            <pc:sldMk cId="2088979859" sldId="1307"/>
            <ac:inkMk id="19" creationId="{78779224-DD97-C41B-2928-D3FCF0B0AD23}"/>
          </ac:inkMkLst>
        </pc:inkChg>
      </pc:sldChg>
      <pc:sldChg chg="modSp add mod ord">
        <pc:chgData name="Venkatesh Patil" userId="d9f36aa470552ec6" providerId="LiveId" clId="{C6DCDAFF-CCA0-4E3A-BA61-B3420256C1BB}" dt="2024-02-15T18:37:21.488" v="6031" actId="20577"/>
        <pc:sldMkLst>
          <pc:docMk/>
          <pc:sldMk cId="3743535229" sldId="1308"/>
        </pc:sldMkLst>
        <pc:spChg chg="mod">
          <ac:chgData name="Venkatesh Patil" userId="d9f36aa470552ec6" providerId="LiveId" clId="{C6DCDAFF-CCA0-4E3A-BA61-B3420256C1BB}" dt="2024-02-15T18:37:21.488" v="6031" actId="20577"/>
          <ac:spMkLst>
            <pc:docMk/>
            <pc:sldMk cId="3743535229" sldId="1308"/>
            <ac:spMk id="13314" creationId="{66310736-D693-BC9D-8371-6A03BE0601AA}"/>
          </ac:spMkLst>
        </pc:spChg>
      </pc:sldChg>
      <pc:sldChg chg="addSp delSp modSp add mod modAnim modNotesTx">
        <pc:chgData name="Venkatesh Patil" userId="d9f36aa470552ec6" providerId="LiveId" clId="{C6DCDAFF-CCA0-4E3A-BA61-B3420256C1BB}" dt="2024-02-15T21:47:07.830" v="12041" actId="113"/>
        <pc:sldMkLst>
          <pc:docMk/>
          <pc:sldMk cId="2175665337" sldId="1309"/>
        </pc:sldMkLst>
        <pc:spChg chg="mod">
          <ac:chgData name="Venkatesh Patil" userId="d9f36aa470552ec6" providerId="LiveId" clId="{C6DCDAFF-CCA0-4E3A-BA61-B3420256C1BB}" dt="2024-02-15T18:39:50.790" v="6064" actId="20577"/>
          <ac:spMkLst>
            <pc:docMk/>
            <pc:sldMk cId="2175665337" sldId="1309"/>
            <ac:spMk id="2" creationId="{BCC919D4-1BB0-0F97-4FF1-B6AC63BD53FC}"/>
          </ac:spMkLst>
        </pc:spChg>
        <pc:spChg chg="mod">
          <ac:chgData name="Venkatesh Patil" userId="d9f36aa470552ec6" providerId="LiveId" clId="{C6DCDAFF-CCA0-4E3A-BA61-B3420256C1BB}" dt="2024-02-15T18:42:40.513" v="6217" actId="207"/>
          <ac:spMkLst>
            <pc:docMk/>
            <pc:sldMk cId="2175665337" sldId="1309"/>
            <ac:spMk id="3" creationId="{FFD13E1C-E527-119E-D937-1468DC946D4A}"/>
          </ac:spMkLst>
        </pc:spChg>
        <pc:spChg chg="del mod">
          <ac:chgData name="Venkatesh Patil" userId="d9f36aa470552ec6" providerId="LiveId" clId="{C6DCDAFF-CCA0-4E3A-BA61-B3420256C1BB}" dt="2024-02-15T18:47:47.524" v="6525" actId="478"/>
          <ac:spMkLst>
            <pc:docMk/>
            <pc:sldMk cId="2175665337" sldId="1309"/>
            <ac:spMk id="10" creationId="{5DC5F95E-5181-F118-99AB-74487BAC3F8E}"/>
          </ac:spMkLst>
        </pc:spChg>
        <pc:spChg chg="del">
          <ac:chgData name="Venkatesh Patil" userId="d9f36aa470552ec6" providerId="LiveId" clId="{C6DCDAFF-CCA0-4E3A-BA61-B3420256C1BB}" dt="2024-02-15T18:41:13.755" v="6130" actId="478"/>
          <ac:spMkLst>
            <pc:docMk/>
            <pc:sldMk cId="2175665337" sldId="1309"/>
            <ac:spMk id="11" creationId="{749BBC53-2DDE-811C-7B75-823CE3EB7A75}"/>
          </ac:spMkLst>
        </pc:spChg>
        <pc:spChg chg="del">
          <ac:chgData name="Venkatesh Patil" userId="d9f36aa470552ec6" providerId="LiveId" clId="{C6DCDAFF-CCA0-4E3A-BA61-B3420256C1BB}" dt="2024-02-15T18:41:11.841" v="6129" actId="478"/>
          <ac:spMkLst>
            <pc:docMk/>
            <pc:sldMk cId="2175665337" sldId="1309"/>
            <ac:spMk id="12" creationId="{3CA16E88-9C40-11F5-A8F6-47A169816CEB}"/>
          </ac:spMkLst>
        </pc:spChg>
        <pc:spChg chg="del mod">
          <ac:chgData name="Venkatesh Patil" userId="d9f36aa470552ec6" providerId="LiveId" clId="{C6DCDAFF-CCA0-4E3A-BA61-B3420256C1BB}" dt="2024-02-15T18:41:07.163" v="6127" actId="478"/>
          <ac:spMkLst>
            <pc:docMk/>
            <pc:sldMk cId="2175665337" sldId="1309"/>
            <ac:spMk id="13" creationId="{59F0BAC9-D75C-D5C3-85D7-CA93DCC2149E}"/>
          </ac:spMkLst>
        </pc:spChg>
        <pc:spChg chg="del">
          <ac:chgData name="Venkatesh Patil" userId="d9f36aa470552ec6" providerId="LiveId" clId="{C6DCDAFF-CCA0-4E3A-BA61-B3420256C1BB}" dt="2024-02-15T18:41:04.738" v="6125" actId="478"/>
          <ac:spMkLst>
            <pc:docMk/>
            <pc:sldMk cId="2175665337" sldId="1309"/>
            <ac:spMk id="14" creationId="{50ABBE23-6008-5C62-EE12-48F3EDEE382A}"/>
          </ac:spMkLst>
        </pc:spChg>
        <pc:spChg chg="del">
          <ac:chgData name="Venkatesh Patil" userId="d9f36aa470552ec6" providerId="LiveId" clId="{C6DCDAFF-CCA0-4E3A-BA61-B3420256C1BB}" dt="2024-02-15T18:41:02.521" v="6123" actId="478"/>
          <ac:spMkLst>
            <pc:docMk/>
            <pc:sldMk cId="2175665337" sldId="1309"/>
            <ac:spMk id="21" creationId="{AD23560C-A569-181F-283F-DEF177723AFF}"/>
          </ac:spMkLst>
        </pc:spChg>
        <pc:graphicFrameChg chg="add mod modGraphic">
          <ac:chgData name="Venkatesh Patil" userId="d9f36aa470552ec6" providerId="LiveId" clId="{C6DCDAFF-CCA0-4E3A-BA61-B3420256C1BB}" dt="2024-02-15T21:47:07.830" v="12041" actId="113"/>
          <ac:graphicFrameMkLst>
            <pc:docMk/>
            <pc:sldMk cId="2175665337" sldId="1309"/>
            <ac:graphicFrameMk id="8" creationId="{B74EC8DB-AEA9-646F-7C59-01DBA8241A90}"/>
          </ac:graphicFrameMkLst>
        </pc:graphicFrameChg>
        <pc:picChg chg="del">
          <ac:chgData name="Venkatesh Patil" userId="d9f36aa470552ec6" providerId="LiveId" clId="{C6DCDAFF-CCA0-4E3A-BA61-B3420256C1BB}" dt="2024-02-15T18:39:57.328" v="6065" actId="478"/>
          <ac:picMkLst>
            <pc:docMk/>
            <pc:sldMk cId="2175665337" sldId="1309"/>
            <ac:picMk id="9" creationId="{66297578-4473-020A-2EB9-19DF9C0C6C7D}"/>
          </ac:picMkLst>
        </pc:picChg>
        <pc:picChg chg="del">
          <ac:chgData name="Venkatesh Patil" userId="d9f36aa470552ec6" providerId="LiveId" clId="{C6DCDAFF-CCA0-4E3A-BA61-B3420256C1BB}" dt="2024-02-15T18:42:32.680" v="6216" actId="478"/>
          <ac:picMkLst>
            <pc:docMk/>
            <pc:sldMk cId="2175665337" sldId="1309"/>
            <ac:picMk id="18" creationId="{76B9F1B3-8727-98A9-4484-9C2F1337F9D3}"/>
          </ac:picMkLst>
        </pc:picChg>
        <pc:cxnChg chg="del">
          <ac:chgData name="Venkatesh Patil" userId="d9f36aa470552ec6" providerId="LiveId" clId="{C6DCDAFF-CCA0-4E3A-BA61-B3420256C1BB}" dt="2024-02-15T18:41:03.997" v="6124" actId="478"/>
          <ac:cxnSpMkLst>
            <pc:docMk/>
            <pc:sldMk cId="2175665337" sldId="1309"/>
            <ac:cxnSpMk id="20" creationId="{53157E61-8485-1139-540C-435F3AC6A503}"/>
          </ac:cxnSpMkLst>
        </pc:cxnChg>
      </pc:sldChg>
      <pc:sldChg chg="add del">
        <pc:chgData name="Venkatesh Patil" userId="d9f36aa470552ec6" providerId="LiveId" clId="{C6DCDAFF-CCA0-4E3A-BA61-B3420256C1BB}" dt="2024-02-15T19:52:14.550" v="8435" actId="47"/>
        <pc:sldMkLst>
          <pc:docMk/>
          <pc:sldMk cId="572986852" sldId="1310"/>
        </pc:sldMkLst>
      </pc:sldChg>
      <pc:sldChg chg="addSp delSp modSp add mod modAnim">
        <pc:chgData name="Venkatesh Patil" userId="d9f36aa470552ec6" providerId="LiveId" clId="{C6DCDAFF-CCA0-4E3A-BA61-B3420256C1BB}" dt="2024-02-15T21:49:14.571" v="12059"/>
        <pc:sldMkLst>
          <pc:docMk/>
          <pc:sldMk cId="4103425247" sldId="1311"/>
        </pc:sldMkLst>
        <pc:spChg chg="mod">
          <ac:chgData name="Venkatesh Patil" userId="d9f36aa470552ec6" providerId="LiveId" clId="{C6DCDAFF-CCA0-4E3A-BA61-B3420256C1BB}" dt="2024-02-15T19:22:55.093" v="7412" actId="14100"/>
          <ac:spMkLst>
            <pc:docMk/>
            <pc:sldMk cId="4103425247" sldId="1311"/>
            <ac:spMk id="25" creationId="{F5C5B3CE-81AA-84A8-7F4D-C01F5004850F}"/>
          </ac:spMkLst>
        </pc:spChg>
        <pc:spChg chg="mod">
          <ac:chgData name="Venkatesh Patil" userId="d9f36aa470552ec6" providerId="LiveId" clId="{C6DCDAFF-CCA0-4E3A-BA61-B3420256C1BB}" dt="2024-02-15T19:25:50.387" v="7565" actId="14100"/>
          <ac:spMkLst>
            <pc:docMk/>
            <pc:sldMk cId="4103425247" sldId="1311"/>
            <ac:spMk id="34" creationId="{DE5C841C-27D4-BDC1-64EE-0CD95A904D90}"/>
          </ac:spMkLst>
        </pc:spChg>
        <pc:spChg chg="mod">
          <ac:chgData name="Venkatesh Patil" userId="d9f36aa470552ec6" providerId="LiveId" clId="{C6DCDAFF-CCA0-4E3A-BA61-B3420256C1BB}" dt="2024-02-15T19:26:51.627" v="7627" actId="14100"/>
          <ac:spMkLst>
            <pc:docMk/>
            <pc:sldMk cId="4103425247" sldId="1311"/>
            <ac:spMk id="35" creationId="{AE2B9F0C-5DCF-8498-9B2A-69C476A97F54}"/>
          </ac:spMkLst>
        </pc:spChg>
        <pc:spChg chg="mod">
          <ac:chgData name="Venkatesh Patil" userId="d9f36aa470552ec6" providerId="LiveId" clId="{C6DCDAFF-CCA0-4E3A-BA61-B3420256C1BB}" dt="2024-02-15T19:26:28.318" v="7612" actId="20577"/>
          <ac:spMkLst>
            <pc:docMk/>
            <pc:sldMk cId="4103425247" sldId="1311"/>
            <ac:spMk id="37" creationId="{51FFF3CD-AED7-8273-7689-989FB05157FB}"/>
          </ac:spMkLst>
        </pc:spChg>
        <pc:spChg chg="del">
          <ac:chgData name="Venkatesh Patil" userId="d9f36aa470552ec6" providerId="LiveId" clId="{C6DCDAFF-CCA0-4E3A-BA61-B3420256C1BB}" dt="2024-02-15T19:27:01.307" v="7628" actId="478"/>
          <ac:spMkLst>
            <pc:docMk/>
            <pc:sldMk cId="4103425247" sldId="1311"/>
            <ac:spMk id="39" creationId="{84AF5FDC-99E1-48AD-6D4B-282E4D785A61}"/>
          </ac:spMkLst>
        </pc:spChg>
        <pc:grpChg chg="del">
          <ac:chgData name="Venkatesh Patil" userId="d9f36aa470552ec6" providerId="LiveId" clId="{C6DCDAFF-CCA0-4E3A-BA61-B3420256C1BB}" dt="2024-02-15T19:16:46.018" v="7404" actId="478"/>
          <ac:grpSpMkLst>
            <pc:docMk/>
            <pc:sldMk cId="4103425247" sldId="1311"/>
            <ac:grpSpMk id="44" creationId="{87C52CFD-EE74-9B33-0862-4B18CF59FBBB}"/>
          </ac:grpSpMkLst>
        </pc:grpChg>
        <pc:picChg chg="add mod ord">
          <ac:chgData name="Venkatesh Patil" userId="d9f36aa470552ec6" providerId="LiveId" clId="{C6DCDAFF-CCA0-4E3A-BA61-B3420256C1BB}" dt="2024-02-15T19:22:37.853" v="7410" actId="167"/>
          <ac:picMkLst>
            <pc:docMk/>
            <pc:sldMk cId="4103425247" sldId="1311"/>
            <ac:picMk id="8" creationId="{29E34172-2171-9E75-3829-D658B26D9833}"/>
          </ac:picMkLst>
        </pc:picChg>
        <pc:picChg chg="add del mod ord">
          <ac:chgData name="Venkatesh Patil" userId="d9f36aa470552ec6" providerId="LiveId" clId="{C6DCDAFF-CCA0-4E3A-BA61-B3420256C1BB}" dt="2024-02-15T19:23:40.246" v="7419" actId="478"/>
          <ac:picMkLst>
            <pc:docMk/>
            <pc:sldMk cId="4103425247" sldId="1311"/>
            <ac:picMk id="10" creationId="{30E28E16-10EF-53D1-F932-27802DCEE848}"/>
          </ac:picMkLst>
        </pc:picChg>
        <pc:picChg chg="add mod ord">
          <ac:chgData name="Venkatesh Patil" userId="d9f36aa470552ec6" providerId="LiveId" clId="{C6DCDAFF-CCA0-4E3A-BA61-B3420256C1BB}" dt="2024-02-15T19:25:37.357" v="7562" actId="167"/>
          <ac:picMkLst>
            <pc:docMk/>
            <pc:sldMk cId="4103425247" sldId="1311"/>
            <ac:picMk id="12" creationId="{48C63FA6-EBDA-BE62-8899-B8A319B2E739}"/>
          </ac:picMkLst>
        </pc:picChg>
        <pc:picChg chg="del">
          <ac:chgData name="Venkatesh Patil" userId="d9f36aa470552ec6" providerId="LiveId" clId="{C6DCDAFF-CCA0-4E3A-BA61-B3420256C1BB}" dt="2024-02-15T19:22:49.963" v="7411" actId="478"/>
          <ac:picMkLst>
            <pc:docMk/>
            <pc:sldMk cId="4103425247" sldId="1311"/>
            <ac:picMk id="29" creationId="{1C4E834E-3B67-5DBF-637F-294F40C57320}"/>
          </ac:picMkLst>
        </pc:picChg>
        <pc:picChg chg="del">
          <ac:chgData name="Venkatesh Patil" userId="d9f36aa470552ec6" providerId="LiveId" clId="{C6DCDAFF-CCA0-4E3A-BA61-B3420256C1BB}" dt="2024-02-15T19:16:43.653" v="7403" actId="478"/>
          <ac:picMkLst>
            <pc:docMk/>
            <pc:sldMk cId="4103425247" sldId="1311"/>
            <ac:picMk id="31" creationId="{22C46B51-615B-D4B5-0767-BA556B9A8350}"/>
          </ac:picMkLst>
        </pc:picChg>
      </pc:sldChg>
      <pc:sldChg chg="addSp delSp modSp add mod delAnim modAnim modNotesTx">
        <pc:chgData name="Venkatesh Patil" userId="d9f36aa470552ec6" providerId="LiveId" clId="{C6DCDAFF-CCA0-4E3A-BA61-B3420256C1BB}" dt="2024-02-15T21:50:24.604" v="12071"/>
        <pc:sldMkLst>
          <pc:docMk/>
          <pc:sldMk cId="1300882120" sldId="1312"/>
        </pc:sldMkLst>
        <pc:spChg chg="mod">
          <ac:chgData name="Venkatesh Patil" userId="d9f36aa470552ec6" providerId="LiveId" clId="{C6DCDAFF-CCA0-4E3A-BA61-B3420256C1BB}" dt="2024-02-15T19:36:15.487" v="7955" actId="20577"/>
          <ac:spMkLst>
            <pc:docMk/>
            <pc:sldMk cId="1300882120" sldId="1312"/>
            <ac:spMk id="2" creationId="{8305B6E3-45A0-E972-0F9C-5F7A8E386871}"/>
          </ac:spMkLst>
        </pc:spChg>
        <pc:spChg chg="add del mod">
          <ac:chgData name="Venkatesh Patil" userId="d9f36aa470552ec6" providerId="LiveId" clId="{C6DCDAFF-CCA0-4E3A-BA61-B3420256C1BB}" dt="2024-02-15T19:28:04.737" v="7682" actId="478"/>
          <ac:spMkLst>
            <pc:docMk/>
            <pc:sldMk cId="1300882120" sldId="1312"/>
            <ac:spMk id="10" creationId="{C91F8F46-836A-B613-DF1C-694942A7673A}"/>
          </ac:spMkLst>
        </pc:spChg>
        <pc:spChg chg="add mod">
          <ac:chgData name="Venkatesh Patil" userId="d9f36aa470552ec6" providerId="LiveId" clId="{C6DCDAFF-CCA0-4E3A-BA61-B3420256C1BB}" dt="2024-02-15T19:30:09.479" v="7731" actId="208"/>
          <ac:spMkLst>
            <pc:docMk/>
            <pc:sldMk cId="1300882120" sldId="1312"/>
            <ac:spMk id="11" creationId="{93924551-451C-7B5C-0305-45102D1CAC21}"/>
          </ac:spMkLst>
        </pc:spChg>
        <pc:spChg chg="add mod">
          <ac:chgData name="Venkatesh Patil" userId="d9f36aa470552ec6" providerId="LiveId" clId="{C6DCDAFF-CCA0-4E3A-BA61-B3420256C1BB}" dt="2024-02-15T19:32:06.765" v="7850" actId="14100"/>
          <ac:spMkLst>
            <pc:docMk/>
            <pc:sldMk cId="1300882120" sldId="1312"/>
            <ac:spMk id="13" creationId="{6DF8ED58-CECD-A389-73EB-92C4D743B8F0}"/>
          </ac:spMkLst>
        </pc:spChg>
        <pc:spChg chg="add mod">
          <ac:chgData name="Venkatesh Patil" userId="d9f36aa470552ec6" providerId="LiveId" clId="{C6DCDAFF-CCA0-4E3A-BA61-B3420256C1BB}" dt="2024-02-15T19:35:30.960" v="7949" actId="14100"/>
          <ac:spMkLst>
            <pc:docMk/>
            <pc:sldMk cId="1300882120" sldId="1312"/>
            <ac:spMk id="14" creationId="{E74B8899-6E24-1B64-871C-1F6D228FC90B}"/>
          </ac:spMkLst>
        </pc:spChg>
        <pc:spChg chg="add mod">
          <ac:chgData name="Venkatesh Patil" userId="d9f36aa470552ec6" providerId="LiveId" clId="{C6DCDAFF-CCA0-4E3A-BA61-B3420256C1BB}" dt="2024-02-15T19:38:48.057" v="8133" actId="20577"/>
          <ac:spMkLst>
            <pc:docMk/>
            <pc:sldMk cId="1300882120" sldId="1312"/>
            <ac:spMk id="15" creationId="{05B50FAD-AFA9-4F40-A25A-21A85F426A9A}"/>
          </ac:spMkLst>
        </pc:spChg>
        <pc:spChg chg="add mod">
          <ac:chgData name="Venkatesh Patil" userId="d9f36aa470552ec6" providerId="LiveId" clId="{C6DCDAFF-CCA0-4E3A-BA61-B3420256C1BB}" dt="2024-02-15T19:33:29.049" v="7857" actId="13926"/>
          <ac:spMkLst>
            <pc:docMk/>
            <pc:sldMk cId="1300882120" sldId="1312"/>
            <ac:spMk id="16" creationId="{8B3675A8-99AB-E51C-4E27-CDFF5CD9E423}"/>
          </ac:spMkLst>
        </pc:spChg>
        <pc:spChg chg="add mod">
          <ac:chgData name="Venkatesh Patil" userId="d9f36aa470552ec6" providerId="LiveId" clId="{C6DCDAFF-CCA0-4E3A-BA61-B3420256C1BB}" dt="2024-02-15T19:35:39.763" v="7950" actId="207"/>
          <ac:spMkLst>
            <pc:docMk/>
            <pc:sldMk cId="1300882120" sldId="1312"/>
            <ac:spMk id="17" creationId="{FC9EBD11-1F40-BD3D-C066-1498CD3E54BB}"/>
          </ac:spMkLst>
        </pc:spChg>
        <pc:spChg chg="del">
          <ac:chgData name="Venkatesh Patil" userId="d9f36aa470552ec6" providerId="LiveId" clId="{C6DCDAFF-CCA0-4E3A-BA61-B3420256C1BB}" dt="2024-02-15T19:28:02.969" v="7681" actId="478"/>
          <ac:spMkLst>
            <pc:docMk/>
            <pc:sldMk cId="1300882120" sldId="1312"/>
            <ac:spMk id="25" creationId="{2DC525A5-2337-8D0F-AA74-6CD741B7F440}"/>
          </ac:spMkLst>
        </pc:spChg>
        <pc:spChg chg="del mod">
          <ac:chgData name="Venkatesh Patil" userId="d9f36aa470552ec6" providerId="LiveId" clId="{C6DCDAFF-CCA0-4E3A-BA61-B3420256C1BB}" dt="2024-02-15T19:27:57.747" v="7679" actId="478"/>
          <ac:spMkLst>
            <pc:docMk/>
            <pc:sldMk cId="1300882120" sldId="1312"/>
            <ac:spMk id="34" creationId="{929A9EFB-0DAC-115B-2441-3F3FBB458C69}"/>
          </ac:spMkLst>
        </pc:spChg>
        <pc:spChg chg="del">
          <ac:chgData name="Venkatesh Patil" userId="d9f36aa470552ec6" providerId="LiveId" clId="{C6DCDAFF-CCA0-4E3A-BA61-B3420256C1BB}" dt="2024-02-15T19:27:56.887" v="7678" actId="478"/>
          <ac:spMkLst>
            <pc:docMk/>
            <pc:sldMk cId="1300882120" sldId="1312"/>
            <ac:spMk id="35" creationId="{DAE89375-225E-9131-D0B5-890241F25F68}"/>
          </ac:spMkLst>
        </pc:spChg>
        <pc:spChg chg="del mod">
          <ac:chgData name="Venkatesh Patil" userId="d9f36aa470552ec6" providerId="LiveId" clId="{C6DCDAFF-CCA0-4E3A-BA61-B3420256C1BB}" dt="2024-02-15T19:27:55.027" v="7676" actId="478"/>
          <ac:spMkLst>
            <pc:docMk/>
            <pc:sldMk cId="1300882120" sldId="1312"/>
            <ac:spMk id="37" creationId="{07B315CE-5E73-0043-5AFC-95235405630B}"/>
          </ac:spMkLst>
        </pc:spChg>
        <pc:picChg chg="add mod">
          <ac:chgData name="Venkatesh Patil" userId="d9f36aa470552ec6" providerId="LiveId" clId="{C6DCDAFF-CCA0-4E3A-BA61-B3420256C1BB}" dt="2024-02-15T19:28:32.207" v="7716" actId="1076"/>
          <ac:picMkLst>
            <pc:docMk/>
            <pc:sldMk cId="1300882120" sldId="1312"/>
            <ac:picMk id="3" creationId="{14EA76A5-9F40-6914-945D-E96BC0039FB9}"/>
          </ac:picMkLst>
        </pc:picChg>
        <pc:picChg chg="del">
          <ac:chgData name="Venkatesh Patil" userId="d9f36aa470552ec6" providerId="LiveId" clId="{C6DCDAFF-CCA0-4E3A-BA61-B3420256C1BB}" dt="2024-02-15T19:27:55.917" v="7677" actId="478"/>
          <ac:picMkLst>
            <pc:docMk/>
            <pc:sldMk cId="1300882120" sldId="1312"/>
            <ac:picMk id="8" creationId="{A7268967-948B-D82F-8FA4-1BF571FEBF9D}"/>
          </ac:picMkLst>
        </pc:picChg>
        <pc:picChg chg="del">
          <ac:chgData name="Venkatesh Patil" userId="d9f36aa470552ec6" providerId="LiveId" clId="{C6DCDAFF-CCA0-4E3A-BA61-B3420256C1BB}" dt="2024-02-15T19:27:58.567" v="7680" actId="478"/>
          <ac:picMkLst>
            <pc:docMk/>
            <pc:sldMk cId="1300882120" sldId="1312"/>
            <ac:picMk id="12" creationId="{23CB4A57-9800-FFA7-A122-15AA0D5D28CD}"/>
          </ac:picMkLst>
        </pc:picChg>
        <pc:cxnChg chg="add mod">
          <ac:chgData name="Venkatesh Patil" userId="d9f36aa470552ec6" providerId="LiveId" clId="{C6DCDAFF-CCA0-4E3A-BA61-B3420256C1BB}" dt="2024-02-15T19:36:03.046" v="7952" actId="1582"/>
          <ac:cxnSpMkLst>
            <pc:docMk/>
            <pc:sldMk cId="1300882120" sldId="1312"/>
            <ac:cxnSpMk id="19" creationId="{BCA97A5D-ACDD-0746-32F8-9288CE12E725}"/>
          </ac:cxnSpMkLst>
        </pc:cxnChg>
      </pc:sldChg>
      <pc:sldChg chg="modSp add mod ord">
        <pc:chgData name="Venkatesh Patil" userId="d9f36aa470552ec6" providerId="LiveId" clId="{C6DCDAFF-CCA0-4E3A-BA61-B3420256C1BB}" dt="2024-02-15T19:53:02.038" v="8469" actId="20577"/>
        <pc:sldMkLst>
          <pc:docMk/>
          <pc:sldMk cId="190924557" sldId="1313"/>
        </pc:sldMkLst>
        <pc:spChg chg="mod">
          <ac:chgData name="Venkatesh Patil" userId="d9f36aa470552ec6" providerId="LiveId" clId="{C6DCDAFF-CCA0-4E3A-BA61-B3420256C1BB}" dt="2024-02-15T19:53:02.038" v="8469" actId="20577"/>
          <ac:spMkLst>
            <pc:docMk/>
            <pc:sldMk cId="190924557" sldId="1313"/>
            <ac:spMk id="13314" creationId="{1864F5CE-4342-E184-F266-C03B0FD40BAC}"/>
          </ac:spMkLst>
        </pc:spChg>
      </pc:sldChg>
      <pc:sldChg chg="addSp modSp add mod ord modAnim modNotesTx">
        <pc:chgData name="Venkatesh Patil" userId="d9f36aa470552ec6" providerId="LiveId" clId="{C6DCDAFF-CCA0-4E3A-BA61-B3420256C1BB}" dt="2024-02-15T21:51:21.239" v="12076"/>
        <pc:sldMkLst>
          <pc:docMk/>
          <pc:sldMk cId="1042276125" sldId="1314"/>
        </pc:sldMkLst>
        <pc:spChg chg="mod">
          <ac:chgData name="Venkatesh Patil" userId="d9f36aa470552ec6" providerId="LiveId" clId="{C6DCDAFF-CCA0-4E3A-BA61-B3420256C1BB}" dt="2024-02-15T20:12:27.509" v="9303" actId="20577"/>
          <ac:spMkLst>
            <pc:docMk/>
            <pc:sldMk cId="1042276125" sldId="1314"/>
            <ac:spMk id="2" creationId="{AD764D44-0D1E-9A88-390D-805D112D9C63}"/>
          </ac:spMkLst>
        </pc:spChg>
        <pc:spChg chg="mod">
          <ac:chgData name="Venkatesh Patil" userId="d9f36aa470552ec6" providerId="LiveId" clId="{C6DCDAFF-CCA0-4E3A-BA61-B3420256C1BB}" dt="2024-02-15T20:16:11.103" v="9508" actId="20577"/>
          <ac:spMkLst>
            <pc:docMk/>
            <pc:sldMk cId="1042276125" sldId="1314"/>
            <ac:spMk id="3" creationId="{57E41B0B-04B4-BE16-0F70-C46BA237C404}"/>
          </ac:spMkLst>
        </pc:spChg>
        <pc:picChg chg="add mod ord">
          <ac:chgData name="Venkatesh Patil" userId="d9f36aa470552ec6" providerId="LiveId" clId="{C6DCDAFF-CCA0-4E3A-BA61-B3420256C1BB}" dt="2024-02-15T20:16:17.584" v="9510" actId="1076"/>
          <ac:picMkLst>
            <pc:docMk/>
            <pc:sldMk cId="1042276125" sldId="1314"/>
            <ac:picMk id="9" creationId="{A3A84F19-D152-D779-6FD1-4D87DA78E0CC}"/>
          </ac:picMkLst>
        </pc:picChg>
        <pc:picChg chg="add mod ord">
          <ac:chgData name="Venkatesh Patil" userId="d9f36aa470552ec6" providerId="LiveId" clId="{C6DCDAFF-CCA0-4E3A-BA61-B3420256C1BB}" dt="2024-02-15T20:17:34.726" v="9514" actId="1076"/>
          <ac:picMkLst>
            <pc:docMk/>
            <pc:sldMk cId="1042276125" sldId="1314"/>
            <ac:picMk id="11" creationId="{C0E6C825-0188-DEEC-47D7-25C531CB944D}"/>
          </ac:picMkLst>
        </pc:picChg>
      </pc:sldChg>
      <pc:sldChg chg="addSp modSp add mod ord modAnim">
        <pc:chgData name="Venkatesh Patil" userId="d9f36aa470552ec6" providerId="LiveId" clId="{C6DCDAFF-CCA0-4E3A-BA61-B3420256C1BB}" dt="2024-02-15T21:50:59.726" v="12074"/>
        <pc:sldMkLst>
          <pc:docMk/>
          <pc:sldMk cId="2434550051" sldId="1315"/>
        </pc:sldMkLst>
        <pc:spChg chg="mod">
          <ac:chgData name="Venkatesh Patil" userId="d9f36aa470552ec6" providerId="LiveId" clId="{C6DCDAFF-CCA0-4E3A-BA61-B3420256C1BB}" dt="2024-02-15T20:10:51.477" v="9265" actId="6549"/>
          <ac:spMkLst>
            <pc:docMk/>
            <pc:sldMk cId="2434550051" sldId="1315"/>
            <ac:spMk id="3" creationId="{0F4D9BAB-E4BE-D755-6C61-C5213CA39991}"/>
          </ac:spMkLst>
        </pc:spChg>
        <pc:picChg chg="add mod">
          <ac:chgData name="Venkatesh Patil" userId="d9f36aa470552ec6" providerId="LiveId" clId="{C6DCDAFF-CCA0-4E3A-BA61-B3420256C1BB}" dt="2024-02-15T20:10:48.961" v="9264" actId="1076"/>
          <ac:picMkLst>
            <pc:docMk/>
            <pc:sldMk cId="2434550051" sldId="1315"/>
            <ac:picMk id="9" creationId="{C84096A1-16B9-1201-0158-DDA50A13C68E}"/>
          </ac:picMkLst>
        </pc:picChg>
        <pc:picChg chg="add mod">
          <ac:chgData name="Venkatesh Patil" userId="d9f36aa470552ec6" providerId="LiveId" clId="{C6DCDAFF-CCA0-4E3A-BA61-B3420256C1BB}" dt="2024-02-15T20:11:17.059" v="9267" actId="1076"/>
          <ac:picMkLst>
            <pc:docMk/>
            <pc:sldMk cId="2434550051" sldId="1315"/>
            <ac:picMk id="11" creationId="{53680CE3-3F68-647F-2268-811B5BFE10FB}"/>
          </ac:picMkLst>
        </pc:picChg>
      </pc:sldChg>
      <pc:sldChg chg="modSp add mod">
        <pc:chgData name="Venkatesh Patil" userId="d9f36aa470552ec6" providerId="LiveId" clId="{C6DCDAFF-CCA0-4E3A-BA61-B3420256C1BB}" dt="2024-02-15T20:12:18.139" v="9286" actId="20577"/>
        <pc:sldMkLst>
          <pc:docMk/>
          <pc:sldMk cId="1894174467" sldId="1316"/>
        </pc:sldMkLst>
        <pc:spChg chg="mod">
          <ac:chgData name="Venkatesh Patil" userId="d9f36aa470552ec6" providerId="LiveId" clId="{C6DCDAFF-CCA0-4E3A-BA61-B3420256C1BB}" dt="2024-02-15T20:12:18.139" v="9286" actId="20577"/>
          <ac:spMkLst>
            <pc:docMk/>
            <pc:sldMk cId="1894174467" sldId="1316"/>
            <ac:spMk id="13314" creationId="{C2A2DD76-D6D6-0E57-AE85-633CF211DE3C}"/>
          </ac:spMkLst>
        </pc:spChg>
      </pc:sldChg>
      <pc:sldChg chg="addSp delSp modSp add mod ord modAnim modNotesTx">
        <pc:chgData name="Venkatesh Patil" userId="d9f36aa470552ec6" providerId="LiveId" clId="{C6DCDAFF-CCA0-4E3A-BA61-B3420256C1BB}" dt="2024-02-15T21:52:12.371" v="12084"/>
        <pc:sldMkLst>
          <pc:docMk/>
          <pc:sldMk cId="2378582068" sldId="1317"/>
        </pc:sldMkLst>
        <pc:spChg chg="mod ord">
          <ac:chgData name="Venkatesh Patil" userId="d9f36aa470552ec6" providerId="LiveId" clId="{C6DCDAFF-CCA0-4E3A-BA61-B3420256C1BB}" dt="2024-02-15T20:37:27.135" v="9990" actId="6549"/>
          <ac:spMkLst>
            <pc:docMk/>
            <pc:sldMk cId="2378582068" sldId="1317"/>
            <ac:spMk id="3" creationId="{7648C353-3218-5456-0867-950DF2E23644}"/>
          </ac:spMkLst>
        </pc:spChg>
        <pc:grpChg chg="add mod">
          <ac:chgData name="Venkatesh Patil" userId="d9f36aa470552ec6" providerId="LiveId" clId="{C6DCDAFF-CCA0-4E3A-BA61-B3420256C1BB}" dt="2024-02-15T20:37:20.723" v="9988" actId="1076"/>
          <ac:grpSpMkLst>
            <pc:docMk/>
            <pc:sldMk cId="2378582068" sldId="1317"/>
            <ac:grpSpMk id="18" creationId="{185D21B7-7F29-3F48-DE1B-B115E2BC0336}"/>
          </ac:grpSpMkLst>
        </pc:grpChg>
        <pc:picChg chg="add del mod">
          <ac:chgData name="Venkatesh Patil" userId="d9f36aa470552ec6" providerId="LiveId" clId="{C6DCDAFF-CCA0-4E3A-BA61-B3420256C1BB}" dt="2024-02-15T20:23:08.420" v="9734" actId="478"/>
          <ac:picMkLst>
            <pc:docMk/>
            <pc:sldMk cId="2378582068" sldId="1317"/>
            <ac:picMk id="8" creationId="{261B0535-37DC-DBEF-F337-856B24029F80}"/>
          </ac:picMkLst>
        </pc:picChg>
        <pc:picChg chg="del">
          <ac:chgData name="Venkatesh Patil" userId="d9f36aa470552ec6" providerId="LiveId" clId="{C6DCDAFF-CCA0-4E3A-BA61-B3420256C1BB}" dt="2024-02-15T20:19:01.143" v="9519" actId="478"/>
          <ac:picMkLst>
            <pc:docMk/>
            <pc:sldMk cId="2378582068" sldId="1317"/>
            <ac:picMk id="9" creationId="{303C2357-719E-2320-7A44-394E85C23F48}"/>
          </ac:picMkLst>
        </pc:picChg>
        <pc:picChg chg="del">
          <ac:chgData name="Venkatesh Patil" userId="d9f36aa470552ec6" providerId="LiveId" clId="{C6DCDAFF-CCA0-4E3A-BA61-B3420256C1BB}" dt="2024-02-15T20:18:59.824" v="9518" actId="478"/>
          <ac:picMkLst>
            <pc:docMk/>
            <pc:sldMk cId="2378582068" sldId="1317"/>
            <ac:picMk id="11" creationId="{ED538609-614E-92A6-1E45-391633E3B881}"/>
          </ac:picMkLst>
        </pc:picChg>
        <pc:picChg chg="add mod ord">
          <ac:chgData name="Venkatesh Patil" userId="d9f36aa470552ec6" providerId="LiveId" clId="{C6DCDAFF-CCA0-4E3A-BA61-B3420256C1BB}" dt="2024-02-15T20:37:10.371" v="9987" actId="1076"/>
          <ac:picMkLst>
            <pc:docMk/>
            <pc:sldMk cId="2378582068" sldId="1317"/>
            <ac:picMk id="12" creationId="{EC978888-A201-387D-C859-02776FD56426}"/>
          </ac:picMkLst>
        </pc:picChg>
        <pc:picChg chg="add mod">
          <ac:chgData name="Venkatesh Patil" userId="d9f36aa470552ec6" providerId="LiveId" clId="{C6DCDAFF-CCA0-4E3A-BA61-B3420256C1BB}" dt="2024-02-15T20:35:53.280" v="9911" actId="164"/>
          <ac:picMkLst>
            <pc:docMk/>
            <pc:sldMk cId="2378582068" sldId="1317"/>
            <ac:picMk id="14" creationId="{6532E1B5-A995-4DCB-2D69-EDB42591BD5C}"/>
          </ac:picMkLst>
        </pc:picChg>
        <pc:picChg chg="add mod">
          <ac:chgData name="Venkatesh Patil" userId="d9f36aa470552ec6" providerId="LiveId" clId="{C6DCDAFF-CCA0-4E3A-BA61-B3420256C1BB}" dt="2024-02-15T20:37:33.657" v="9991" actId="1076"/>
          <ac:picMkLst>
            <pc:docMk/>
            <pc:sldMk cId="2378582068" sldId="1317"/>
            <ac:picMk id="20" creationId="{DAF43721-A7BD-5DBC-6D7A-CF269199AB1B}"/>
          </ac:picMkLst>
        </pc:picChg>
        <pc:inkChg chg="add mod">
          <ac:chgData name="Venkatesh Patil" userId="d9f36aa470552ec6" providerId="LiveId" clId="{C6DCDAFF-CCA0-4E3A-BA61-B3420256C1BB}" dt="2024-02-15T20:35:53.280" v="9911" actId="164"/>
          <ac:inkMkLst>
            <pc:docMk/>
            <pc:sldMk cId="2378582068" sldId="1317"/>
            <ac:inkMk id="15" creationId="{3D9E70EC-5C44-F341-A934-6D2E16D76455}"/>
          </ac:inkMkLst>
        </pc:inkChg>
        <pc:inkChg chg="add mod">
          <ac:chgData name="Venkatesh Patil" userId="d9f36aa470552ec6" providerId="LiveId" clId="{C6DCDAFF-CCA0-4E3A-BA61-B3420256C1BB}" dt="2024-02-15T20:35:53.280" v="9911" actId="164"/>
          <ac:inkMkLst>
            <pc:docMk/>
            <pc:sldMk cId="2378582068" sldId="1317"/>
            <ac:inkMk id="16" creationId="{2934903D-38CA-65FA-A7F2-A743D0D7378D}"/>
          </ac:inkMkLst>
        </pc:inkChg>
        <pc:inkChg chg="add mod">
          <ac:chgData name="Venkatesh Patil" userId="d9f36aa470552ec6" providerId="LiveId" clId="{C6DCDAFF-CCA0-4E3A-BA61-B3420256C1BB}" dt="2024-02-15T20:35:53.280" v="9911" actId="164"/>
          <ac:inkMkLst>
            <pc:docMk/>
            <pc:sldMk cId="2378582068" sldId="1317"/>
            <ac:inkMk id="17" creationId="{CAF16B7F-F37D-E6FA-5EA2-20C0343CD99B}"/>
          </ac:inkMkLst>
        </pc:inkChg>
      </pc:sldChg>
      <pc:sldChg chg="modSp add modAnim">
        <pc:chgData name="Venkatesh Patil" userId="d9f36aa470552ec6" providerId="LiveId" clId="{C6DCDAFF-CCA0-4E3A-BA61-B3420256C1BB}" dt="2024-02-15T21:51:40.354" v="12079" actId="20577"/>
        <pc:sldMkLst>
          <pc:docMk/>
          <pc:sldMk cId="167534804" sldId="1318"/>
        </pc:sldMkLst>
        <pc:spChg chg="mod">
          <ac:chgData name="Venkatesh Patil" userId="d9f36aa470552ec6" providerId="LiveId" clId="{C6DCDAFF-CCA0-4E3A-BA61-B3420256C1BB}" dt="2024-02-15T21:51:40.354" v="12079" actId="20577"/>
          <ac:spMkLst>
            <pc:docMk/>
            <pc:sldMk cId="167534804" sldId="1318"/>
            <ac:spMk id="3" creationId="{070AE0A2-9080-446C-1A44-132F2D3D8191}"/>
          </ac:spMkLst>
        </pc:spChg>
      </pc:sldChg>
      <pc:sldChg chg="addSp delSp modSp add mod modAnim">
        <pc:chgData name="Venkatesh Patil" userId="d9f36aa470552ec6" providerId="LiveId" clId="{C6DCDAFF-CCA0-4E3A-BA61-B3420256C1BB}" dt="2024-02-15T21:52:26.980" v="12087"/>
        <pc:sldMkLst>
          <pc:docMk/>
          <pc:sldMk cId="3972817617" sldId="1319"/>
        </pc:sldMkLst>
        <pc:spChg chg="mod">
          <ac:chgData name="Venkatesh Patil" userId="d9f36aa470552ec6" providerId="LiveId" clId="{C6DCDAFF-CCA0-4E3A-BA61-B3420256C1BB}" dt="2024-02-15T20:38:07.180" v="10032" actId="20577"/>
          <ac:spMkLst>
            <pc:docMk/>
            <pc:sldMk cId="3972817617" sldId="1319"/>
            <ac:spMk id="2" creationId="{EDF8B696-9546-7BE0-A6EE-0803E00C36E3}"/>
          </ac:spMkLst>
        </pc:spChg>
        <pc:spChg chg="mod">
          <ac:chgData name="Venkatesh Patil" userId="d9f36aa470552ec6" providerId="LiveId" clId="{C6DCDAFF-CCA0-4E3A-BA61-B3420256C1BB}" dt="2024-02-15T20:50:18.165" v="10385" actId="6549"/>
          <ac:spMkLst>
            <pc:docMk/>
            <pc:sldMk cId="3972817617" sldId="1319"/>
            <ac:spMk id="3" creationId="{506D9A13-20E8-E2FA-DCA4-4B1A20478F0D}"/>
          </ac:spMkLst>
        </pc:spChg>
        <pc:grpChg chg="del">
          <ac:chgData name="Venkatesh Patil" userId="d9f36aa470552ec6" providerId="LiveId" clId="{C6DCDAFF-CCA0-4E3A-BA61-B3420256C1BB}" dt="2024-02-15T20:38:14.214" v="10034" actId="478"/>
          <ac:grpSpMkLst>
            <pc:docMk/>
            <pc:sldMk cId="3972817617" sldId="1319"/>
            <ac:grpSpMk id="18" creationId="{9D7E0C66-CE57-8E44-5196-AD462BD4B8E4}"/>
          </ac:grpSpMkLst>
        </pc:grpChg>
        <pc:picChg chg="add mod">
          <ac:chgData name="Venkatesh Patil" userId="d9f36aa470552ec6" providerId="LiveId" clId="{C6DCDAFF-CCA0-4E3A-BA61-B3420256C1BB}" dt="2024-02-15T20:50:24.349" v="10386" actId="14100"/>
          <ac:picMkLst>
            <pc:docMk/>
            <pc:sldMk cId="3972817617" sldId="1319"/>
            <ac:picMk id="9" creationId="{AB89BFFF-58DD-264C-C951-3EFD24E4D302}"/>
          </ac:picMkLst>
        </pc:picChg>
        <pc:picChg chg="add mod">
          <ac:chgData name="Venkatesh Patil" userId="d9f36aa470552ec6" providerId="LiveId" clId="{C6DCDAFF-CCA0-4E3A-BA61-B3420256C1BB}" dt="2024-02-15T20:50:29.025" v="10388" actId="1076"/>
          <ac:picMkLst>
            <pc:docMk/>
            <pc:sldMk cId="3972817617" sldId="1319"/>
            <ac:picMk id="11" creationId="{CEB067A1-0B02-9357-8E73-D8B10482F57B}"/>
          </ac:picMkLst>
        </pc:picChg>
        <pc:picChg chg="del">
          <ac:chgData name="Venkatesh Patil" userId="d9f36aa470552ec6" providerId="LiveId" clId="{C6DCDAFF-CCA0-4E3A-BA61-B3420256C1BB}" dt="2024-02-15T20:38:12.440" v="10033" actId="478"/>
          <ac:picMkLst>
            <pc:docMk/>
            <pc:sldMk cId="3972817617" sldId="1319"/>
            <ac:picMk id="12" creationId="{EE465798-174A-D758-2A22-63D71B64C8FC}"/>
          </ac:picMkLst>
        </pc:picChg>
        <pc:picChg chg="del">
          <ac:chgData name="Venkatesh Patil" userId="d9f36aa470552ec6" providerId="LiveId" clId="{C6DCDAFF-CCA0-4E3A-BA61-B3420256C1BB}" dt="2024-02-15T20:47:35.939" v="10380" actId="478"/>
          <ac:picMkLst>
            <pc:docMk/>
            <pc:sldMk cId="3972817617" sldId="1319"/>
            <ac:picMk id="20" creationId="{A18AF086-44B8-4D40-5245-D56097EC6470}"/>
          </ac:picMkLst>
        </pc:picChg>
      </pc:sldChg>
      <pc:sldChg chg="add del">
        <pc:chgData name="Venkatesh Patil" userId="d9f36aa470552ec6" providerId="LiveId" clId="{C6DCDAFF-CCA0-4E3A-BA61-B3420256C1BB}" dt="2024-02-15T21:52:53.246" v="12088" actId="47"/>
        <pc:sldMkLst>
          <pc:docMk/>
          <pc:sldMk cId="1082610328" sldId="1320"/>
        </pc:sldMkLst>
      </pc:sldChg>
      <pc:sldChg chg="addSp delSp modSp add del mod modAnim">
        <pc:chgData name="Venkatesh Patil" userId="d9f36aa470552ec6" providerId="LiveId" clId="{C6DCDAFF-CCA0-4E3A-BA61-B3420256C1BB}" dt="2024-02-15T21:52:53.280" v="12089" actId="47"/>
        <pc:sldMkLst>
          <pc:docMk/>
          <pc:sldMk cId="1924989363" sldId="1321"/>
        </pc:sldMkLst>
        <pc:spChg chg="mod">
          <ac:chgData name="Venkatesh Patil" userId="d9f36aa470552ec6" providerId="LiveId" clId="{C6DCDAFF-CCA0-4E3A-BA61-B3420256C1BB}" dt="2024-02-15T20:59:50.741" v="10398" actId="20577"/>
          <ac:spMkLst>
            <pc:docMk/>
            <pc:sldMk cId="1924989363" sldId="1321"/>
            <ac:spMk id="2" creationId="{86062015-5C17-C186-4A38-7583625D7BE7}"/>
          </ac:spMkLst>
        </pc:spChg>
        <pc:spChg chg="mod">
          <ac:chgData name="Venkatesh Patil" userId="d9f36aa470552ec6" providerId="LiveId" clId="{C6DCDAFF-CCA0-4E3A-BA61-B3420256C1BB}" dt="2024-02-15T20:59:58.744" v="10400" actId="6549"/>
          <ac:spMkLst>
            <pc:docMk/>
            <pc:sldMk cId="1924989363" sldId="1321"/>
            <ac:spMk id="3" creationId="{121A4C29-101B-0039-9D62-B3B3903EFC45}"/>
          </ac:spMkLst>
        </pc:spChg>
        <pc:spChg chg="add mod">
          <ac:chgData name="Venkatesh Patil" userId="d9f36aa470552ec6" providerId="LiveId" clId="{C6DCDAFF-CCA0-4E3A-BA61-B3420256C1BB}" dt="2024-02-15T21:07:49.795" v="10932" actId="20577"/>
          <ac:spMkLst>
            <pc:docMk/>
            <pc:sldMk cId="1924989363" sldId="1321"/>
            <ac:spMk id="12" creationId="{B99203E9-AECF-6F7B-2110-4FA7F49FDBEA}"/>
          </ac:spMkLst>
        </pc:spChg>
        <pc:spChg chg="add mod">
          <ac:chgData name="Venkatesh Patil" userId="d9f36aa470552ec6" providerId="LiveId" clId="{C6DCDAFF-CCA0-4E3A-BA61-B3420256C1BB}" dt="2024-02-15T21:02:06.658" v="10497" actId="313"/>
          <ac:spMkLst>
            <pc:docMk/>
            <pc:sldMk cId="1924989363" sldId="1321"/>
            <ac:spMk id="13" creationId="{4E831B30-3A2A-4C70-349F-C7F6D1D8D6CC}"/>
          </ac:spMkLst>
        </pc:spChg>
        <pc:spChg chg="add mod">
          <ac:chgData name="Venkatesh Patil" userId="d9f36aa470552ec6" providerId="LiveId" clId="{C6DCDAFF-CCA0-4E3A-BA61-B3420256C1BB}" dt="2024-02-15T21:02:54.614" v="10538" actId="20577"/>
          <ac:spMkLst>
            <pc:docMk/>
            <pc:sldMk cId="1924989363" sldId="1321"/>
            <ac:spMk id="14" creationId="{9C21094A-D136-C43B-EDDB-1D722523B035}"/>
          </ac:spMkLst>
        </pc:spChg>
        <pc:spChg chg="add mod">
          <ac:chgData name="Venkatesh Patil" userId="d9f36aa470552ec6" providerId="LiveId" clId="{C6DCDAFF-CCA0-4E3A-BA61-B3420256C1BB}" dt="2024-02-15T21:03:06.085" v="10557" actId="14100"/>
          <ac:spMkLst>
            <pc:docMk/>
            <pc:sldMk cId="1924989363" sldId="1321"/>
            <ac:spMk id="15" creationId="{087D5F6E-86A8-7AF1-3553-E45B59D932F2}"/>
          </ac:spMkLst>
        </pc:spChg>
        <pc:spChg chg="add mod">
          <ac:chgData name="Venkatesh Patil" userId="d9f36aa470552ec6" providerId="LiveId" clId="{C6DCDAFF-CCA0-4E3A-BA61-B3420256C1BB}" dt="2024-02-15T21:04:19.553" v="10625" actId="1076"/>
          <ac:spMkLst>
            <pc:docMk/>
            <pc:sldMk cId="1924989363" sldId="1321"/>
            <ac:spMk id="16" creationId="{0798C62D-6176-0B3C-36B3-93D18FC8BDEE}"/>
          </ac:spMkLst>
        </pc:spChg>
        <pc:spChg chg="add mod">
          <ac:chgData name="Venkatesh Patil" userId="d9f36aa470552ec6" providerId="LiveId" clId="{C6DCDAFF-CCA0-4E3A-BA61-B3420256C1BB}" dt="2024-02-15T21:05:40.170" v="10760" actId="313"/>
          <ac:spMkLst>
            <pc:docMk/>
            <pc:sldMk cId="1924989363" sldId="1321"/>
            <ac:spMk id="17" creationId="{18578BB5-77C3-A33A-F2BB-168DFC758ECD}"/>
          </ac:spMkLst>
        </pc:spChg>
        <pc:spChg chg="add mod">
          <ac:chgData name="Venkatesh Patil" userId="d9f36aa470552ec6" providerId="LiveId" clId="{C6DCDAFF-CCA0-4E3A-BA61-B3420256C1BB}" dt="2024-02-15T21:07:05.667" v="10871" actId="20577"/>
          <ac:spMkLst>
            <pc:docMk/>
            <pc:sldMk cId="1924989363" sldId="1321"/>
            <ac:spMk id="18" creationId="{5B6C2E23-9EBF-4B49-862F-F26C3A2748AC}"/>
          </ac:spMkLst>
        </pc:spChg>
        <pc:spChg chg="add mod">
          <ac:chgData name="Venkatesh Patil" userId="d9f36aa470552ec6" providerId="LiveId" clId="{C6DCDAFF-CCA0-4E3A-BA61-B3420256C1BB}" dt="2024-02-15T21:09:50.273" v="11036" actId="14100"/>
          <ac:spMkLst>
            <pc:docMk/>
            <pc:sldMk cId="1924989363" sldId="1321"/>
            <ac:spMk id="19" creationId="{E0706A8A-7885-0C0D-243A-535C7727D829}"/>
          </ac:spMkLst>
        </pc:spChg>
        <pc:picChg chg="del">
          <ac:chgData name="Venkatesh Patil" userId="d9f36aa470552ec6" providerId="LiveId" clId="{C6DCDAFF-CCA0-4E3A-BA61-B3420256C1BB}" dt="2024-02-15T20:59:59.579" v="10401" actId="478"/>
          <ac:picMkLst>
            <pc:docMk/>
            <pc:sldMk cId="1924989363" sldId="1321"/>
            <ac:picMk id="9" creationId="{9AC3918F-5029-81A2-0618-056A6204A544}"/>
          </ac:picMkLst>
        </pc:picChg>
        <pc:picChg chg="add mod">
          <ac:chgData name="Venkatesh Patil" userId="d9f36aa470552ec6" providerId="LiveId" clId="{C6DCDAFF-CCA0-4E3A-BA61-B3420256C1BB}" dt="2024-02-15T21:00:03.446" v="10403" actId="1076"/>
          <ac:picMkLst>
            <pc:docMk/>
            <pc:sldMk cId="1924989363" sldId="1321"/>
            <ac:picMk id="10" creationId="{0FDFFB36-0207-5978-7D98-0218C7E7F3E7}"/>
          </ac:picMkLst>
        </pc:picChg>
        <pc:picChg chg="del">
          <ac:chgData name="Venkatesh Patil" userId="d9f36aa470552ec6" providerId="LiveId" clId="{C6DCDAFF-CCA0-4E3A-BA61-B3420256C1BB}" dt="2024-02-15T20:59:54.424" v="10399" actId="478"/>
          <ac:picMkLst>
            <pc:docMk/>
            <pc:sldMk cId="1924989363" sldId="1321"/>
            <ac:picMk id="11" creationId="{05CBF524-27E5-0FC6-5C04-D9ABF1C02C9E}"/>
          </ac:picMkLst>
        </pc:picChg>
      </pc:sldChg>
      <pc:sldChg chg="addSp delSp modSp add mod modAnim modNotesTx">
        <pc:chgData name="Venkatesh Patil" userId="d9f36aa470552ec6" providerId="LiveId" clId="{C6DCDAFF-CCA0-4E3A-BA61-B3420256C1BB}" dt="2024-02-15T21:56:07.096" v="12350" actId="20577"/>
        <pc:sldMkLst>
          <pc:docMk/>
          <pc:sldMk cId="2036206000" sldId="1322"/>
        </pc:sldMkLst>
        <pc:spChg chg="mod">
          <ac:chgData name="Venkatesh Patil" userId="d9f36aa470552ec6" providerId="LiveId" clId="{C6DCDAFF-CCA0-4E3A-BA61-B3420256C1BB}" dt="2024-02-15T21:15:34.390" v="11190" actId="20577"/>
          <ac:spMkLst>
            <pc:docMk/>
            <pc:sldMk cId="2036206000" sldId="1322"/>
            <ac:spMk id="2" creationId="{B6CE1FCC-7F34-9FA5-65B1-F010D9170F9E}"/>
          </ac:spMkLst>
        </pc:spChg>
        <pc:spChg chg="mod">
          <ac:chgData name="Venkatesh Patil" userId="d9f36aa470552ec6" providerId="LiveId" clId="{C6DCDAFF-CCA0-4E3A-BA61-B3420256C1BB}" dt="2024-02-15T21:14:34.129" v="11088" actId="1076"/>
          <ac:spMkLst>
            <pc:docMk/>
            <pc:sldMk cId="2036206000" sldId="1322"/>
            <ac:spMk id="3" creationId="{85F0CFC6-1ED7-C588-5C24-A561BF4C2547}"/>
          </ac:spMkLst>
        </pc:spChg>
        <pc:spChg chg="add mod">
          <ac:chgData name="Venkatesh Patil" userId="d9f36aa470552ec6" providerId="LiveId" clId="{C6DCDAFF-CCA0-4E3A-BA61-B3420256C1BB}" dt="2024-02-15T21:56:07.096" v="12350" actId="20577"/>
          <ac:spMkLst>
            <pc:docMk/>
            <pc:sldMk cId="2036206000" sldId="1322"/>
            <ac:spMk id="8" creationId="{0A9617EB-E5D2-FC57-BF97-9F3171CEA03A}"/>
          </ac:spMkLst>
        </pc:spChg>
        <pc:spChg chg="del">
          <ac:chgData name="Venkatesh Patil" userId="d9f36aa470552ec6" providerId="LiveId" clId="{C6DCDAFF-CCA0-4E3A-BA61-B3420256C1BB}" dt="2024-02-15T21:14:27.732" v="11084" actId="478"/>
          <ac:spMkLst>
            <pc:docMk/>
            <pc:sldMk cId="2036206000" sldId="1322"/>
            <ac:spMk id="12" creationId="{55F62AC3-CB24-09AD-C45C-5A22D841F14F}"/>
          </ac:spMkLst>
        </pc:spChg>
        <pc:spChg chg="del">
          <ac:chgData name="Venkatesh Patil" userId="d9f36aa470552ec6" providerId="LiveId" clId="{C6DCDAFF-CCA0-4E3A-BA61-B3420256C1BB}" dt="2024-02-15T21:14:36.049" v="11089" actId="478"/>
          <ac:spMkLst>
            <pc:docMk/>
            <pc:sldMk cId="2036206000" sldId="1322"/>
            <ac:spMk id="13" creationId="{32746600-D042-3CD9-DC21-1853F36E19B9}"/>
          </ac:spMkLst>
        </pc:spChg>
        <pc:spChg chg="del">
          <ac:chgData name="Venkatesh Patil" userId="d9f36aa470552ec6" providerId="LiveId" clId="{C6DCDAFF-CCA0-4E3A-BA61-B3420256C1BB}" dt="2024-02-15T21:14:37.289" v="11090" actId="478"/>
          <ac:spMkLst>
            <pc:docMk/>
            <pc:sldMk cId="2036206000" sldId="1322"/>
            <ac:spMk id="14" creationId="{6303AF6B-C31D-D210-C657-F8929263B058}"/>
          </ac:spMkLst>
        </pc:spChg>
        <pc:spChg chg="del">
          <ac:chgData name="Venkatesh Patil" userId="d9f36aa470552ec6" providerId="LiveId" clId="{C6DCDAFF-CCA0-4E3A-BA61-B3420256C1BB}" dt="2024-02-15T21:14:38.400" v="11091" actId="478"/>
          <ac:spMkLst>
            <pc:docMk/>
            <pc:sldMk cId="2036206000" sldId="1322"/>
            <ac:spMk id="15" creationId="{C904ED18-30EB-1BB1-4A3A-7880064DD86D}"/>
          </ac:spMkLst>
        </pc:spChg>
        <pc:spChg chg="del">
          <ac:chgData name="Venkatesh Patil" userId="d9f36aa470552ec6" providerId="LiveId" clId="{C6DCDAFF-CCA0-4E3A-BA61-B3420256C1BB}" dt="2024-02-15T21:14:39.629" v="11092" actId="478"/>
          <ac:spMkLst>
            <pc:docMk/>
            <pc:sldMk cId="2036206000" sldId="1322"/>
            <ac:spMk id="16" creationId="{95FD42AD-103E-8F96-3681-96C51332BA87}"/>
          </ac:spMkLst>
        </pc:spChg>
        <pc:spChg chg="del">
          <ac:chgData name="Venkatesh Patil" userId="d9f36aa470552ec6" providerId="LiveId" clId="{C6DCDAFF-CCA0-4E3A-BA61-B3420256C1BB}" dt="2024-02-15T21:14:30.820" v="11086" actId="478"/>
          <ac:spMkLst>
            <pc:docMk/>
            <pc:sldMk cId="2036206000" sldId="1322"/>
            <ac:spMk id="17" creationId="{DC1E2D69-5518-1796-EAD3-FFAC6CA6E448}"/>
          </ac:spMkLst>
        </pc:spChg>
        <pc:spChg chg="del">
          <ac:chgData name="Venkatesh Patil" userId="d9f36aa470552ec6" providerId="LiveId" clId="{C6DCDAFF-CCA0-4E3A-BA61-B3420256C1BB}" dt="2024-02-15T21:14:29.139" v="11085" actId="478"/>
          <ac:spMkLst>
            <pc:docMk/>
            <pc:sldMk cId="2036206000" sldId="1322"/>
            <ac:spMk id="18" creationId="{48DB9D4A-653B-76CE-8D81-DFC1A859ECEE}"/>
          </ac:spMkLst>
        </pc:spChg>
        <pc:spChg chg="del">
          <ac:chgData name="Venkatesh Patil" userId="d9f36aa470552ec6" providerId="LiveId" clId="{C6DCDAFF-CCA0-4E3A-BA61-B3420256C1BB}" dt="2024-02-15T21:14:24.995" v="11083" actId="478"/>
          <ac:spMkLst>
            <pc:docMk/>
            <pc:sldMk cId="2036206000" sldId="1322"/>
            <ac:spMk id="19" creationId="{B20842F5-08EF-2BC8-6A99-A9C30B533245}"/>
          </ac:spMkLst>
        </pc:spChg>
        <pc:picChg chg="del">
          <ac:chgData name="Venkatesh Patil" userId="d9f36aa470552ec6" providerId="LiveId" clId="{C6DCDAFF-CCA0-4E3A-BA61-B3420256C1BB}" dt="2024-02-15T21:14:22.912" v="11082" actId="478"/>
          <ac:picMkLst>
            <pc:docMk/>
            <pc:sldMk cId="2036206000" sldId="1322"/>
            <ac:picMk id="10" creationId="{6EFE2C3F-47B7-C693-41ED-132289486CBF}"/>
          </ac:picMkLst>
        </pc:picChg>
      </pc:sldChg>
      <pc:sldChg chg="addSp delSp modSp add mod modAnim modShow">
        <pc:chgData name="Venkatesh Patil" userId="d9f36aa470552ec6" providerId="LiveId" clId="{C6DCDAFF-CCA0-4E3A-BA61-B3420256C1BB}" dt="2024-02-15T21:38:39.013" v="11975" actId="729"/>
        <pc:sldMkLst>
          <pc:docMk/>
          <pc:sldMk cId="1082541056" sldId="1323"/>
        </pc:sldMkLst>
        <pc:spChg chg="del">
          <ac:chgData name="Venkatesh Patil" userId="d9f36aa470552ec6" providerId="LiveId" clId="{C6DCDAFF-CCA0-4E3A-BA61-B3420256C1BB}" dt="2024-02-15T21:36:53.335" v="11887" actId="478"/>
          <ac:spMkLst>
            <pc:docMk/>
            <pc:sldMk cId="1082541056" sldId="1323"/>
            <ac:spMk id="3" creationId="{67E5E21D-31BF-318F-0B3A-9BA838CBFE86}"/>
          </ac:spMkLst>
        </pc:spChg>
        <pc:spChg chg="add del">
          <ac:chgData name="Venkatesh Patil" userId="d9f36aa470552ec6" providerId="LiveId" clId="{C6DCDAFF-CCA0-4E3A-BA61-B3420256C1BB}" dt="2024-02-15T21:36:53.335" v="11887" actId="478"/>
          <ac:spMkLst>
            <pc:docMk/>
            <pc:sldMk cId="1082541056" sldId="1323"/>
            <ac:spMk id="8" creationId="{621DECBA-7ED6-D85B-1E75-59925C91DDD3}"/>
          </ac:spMkLst>
        </pc:spChg>
        <pc:spChg chg="add del mod">
          <ac:chgData name="Venkatesh Patil" userId="d9f36aa470552ec6" providerId="LiveId" clId="{C6DCDAFF-CCA0-4E3A-BA61-B3420256C1BB}" dt="2024-02-15T21:36:58.244" v="11888" actId="478"/>
          <ac:spMkLst>
            <pc:docMk/>
            <pc:sldMk cId="1082541056" sldId="1323"/>
            <ac:spMk id="9" creationId="{77F08CFB-2EB4-63E2-4A0D-89B64D042DA1}"/>
          </ac:spMkLst>
        </pc:spChg>
        <pc:spChg chg="add mod">
          <ac:chgData name="Venkatesh Patil" userId="d9f36aa470552ec6" providerId="LiveId" clId="{C6DCDAFF-CCA0-4E3A-BA61-B3420256C1BB}" dt="2024-02-15T21:38:34.040" v="11974" actId="1076"/>
          <ac:spMkLst>
            <pc:docMk/>
            <pc:sldMk cId="1082541056" sldId="1323"/>
            <ac:spMk id="10" creationId="{62B02658-6A13-585D-C201-F58A81917DE7}"/>
          </ac:spMkLst>
        </pc:spChg>
      </pc:sldChg>
      <pc:sldChg chg="addSp delSp modSp add mod modShow">
        <pc:chgData name="Venkatesh Patil" userId="d9f36aa470552ec6" providerId="LiveId" clId="{C6DCDAFF-CCA0-4E3A-BA61-B3420256C1BB}" dt="2024-02-15T23:35:10.699" v="12406" actId="20577"/>
        <pc:sldMkLst>
          <pc:docMk/>
          <pc:sldMk cId="1646906209" sldId="1324"/>
        </pc:sldMkLst>
        <pc:spChg chg="mod">
          <ac:chgData name="Venkatesh Patil" userId="d9f36aa470552ec6" providerId="LiveId" clId="{C6DCDAFF-CCA0-4E3A-BA61-B3420256C1BB}" dt="2024-02-15T23:35:10.699" v="12406" actId="20577"/>
          <ac:spMkLst>
            <pc:docMk/>
            <pc:sldMk cId="1646906209" sldId="1324"/>
            <ac:spMk id="2" creationId="{2FA5FA3A-9358-278A-6D3A-1DA6433D0B02}"/>
          </ac:spMkLst>
        </pc:spChg>
        <pc:spChg chg="del">
          <ac:chgData name="Venkatesh Patil" userId="d9f36aa470552ec6" providerId="LiveId" clId="{C6DCDAFF-CCA0-4E3A-BA61-B3420256C1BB}" dt="2024-02-15T23:25:08.187" v="12352" actId="478"/>
          <ac:spMkLst>
            <pc:docMk/>
            <pc:sldMk cId="1646906209" sldId="1324"/>
            <ac:spMk id="10" creationId="{F1BB0AEB-F8C5-D44D-4A99-0ED6FC0B0A16}"/>
          </ac:spMkLst>
        </pc:spChg>
        <pc:picChg chg="add mod">
          <ac:chgData name="Venkatesh Patil" userId="d9f36aa470552ec6" providerId="LiveId" clId="{C6DCDAFF-CCA0-4E3A-BA61-B3420256C1BB}" dt="2024-02-15T23:28:02.924" v="12355" actId="1076"/>
          <ac:picMkLst>
            <pc:docMk/>
            <pc:sldMk cId="1646906209" sldId="1324"/>
            <ac:picMk id="8" creationId="{FE6C5AC9-2B99-6635-F355-39E6DE953919}"/>
          </ac:picMkLst>
        </pc:picChg>
        <pc:picChg chg="add mod">
          <ac:chgData name="Venkatesh Patil" userId="d9f36aa470552ec6" providerId="LiveId" clId="{C6DCDAFF-CCA0-4E3A-BA61-B3420256C1BB}" dt="2024-02-15T23:28:15.939" v="12357" actId="1076"/>
          <ac:picMkLst>
            <pc:docMk/>
            <pc:sldMk cId="1646906209" sldId="1324"/>
            <ac:picMk id="11" creationId="{BC5AE98D-535A-C1C7-4D1E-B05A52F30629}"/>
          </ac:picMkLst>
        </pc:picChg>
        <pc:picChg chg="add mod">
          <ac:chgData name="Venkatesh Patil" userId="d9f36aa470552ec6" providerId="LiveId" clId="{C6DCDAFF-CCA0-4E3A-BA61-B3420256C1BB}" dt="2024-02-15T23:28:42.251" v="12359" actId="1076"/>
          <ac:picMkLst>
            <pc:docMk/>
            <pc:sldMk cId="1646906209" sldId="1324"/>
            <ac:picMk id="13" creationId="{7C811B3D-9B37-1960-B8D8-2D4443630BA4}"/>
          </ac:picMkLst>
        </pc:picChg>
      </pc:sldChg>
      <pc:sldChg chg="addSp delSp modSp add mod modShow">
        <pc:chgData name="Venkatesh Patil" userId="d9f36aa470552ec6" providerId="LiveId" clId="{C6DCDAFF-CCA0-4E3A-BA61-B3420256C1BB}" dt="2024-02-15T23:35:17.396" v="12416" actId="20577"/>
        <pc:sldMkLst>
          <pc:docMk/>
          <pc:sldMk cId="2839912669" sldId="1325"/>
        </pc:sldMkLst>
        <pc:spChg chg="mod">
          <ac:chgData name="Venkatesh Patil" userId="d9f36aa470552ec6" providerId="LiveId" clId="{C6DCDAFF-CCA0-4E3A-BA61-B3420256C1BB}" dt="2024-02-15T23:35:17.396" v="12416" actId="20577"/>
          <ac:spMkLst>
            <pc:docMk/>
            <pc:sldMk cId="2839912669" sldId="1325"/>
            <ac:spMk id="2" creationId="{108612CF-7E0D-EAE4-A5C5-EBA4482E3CD1}"/>
          </ac:spMkLst>
        </pc:spChg>
        <pc:picChg chg="del">
          <ac:chgData name="Venkatesh Patil" userId="d9f36aa470552ec6" providerId="LiveId" clId="{C6DCDAFF-CCA0-4E3A-BA61-B3420256C1BB}" dt="2024-02-15T23:29:10.038" v="12361" actId="478"/>
          <ac:picMkLst>
            <pc:docMk/>
            <pc:sldMk cId="2839912669" sldId="1325"/>
            <ac:picMk id="8" creationId="{B5F05106-8551-8301-D4EB-7B8105E877A4}"/>
          </ac:picMkLst>
        </pc:picChg>
        <pc:picChg chg="add mod">
          <ac:chgData name="Venkatesh Patil" userId="d9f36aa470552ec6" providerId="LiveId" clId="{C6DCDAFF-CCA0-4E3A-BA61-B3420256C1BB}" dt="2024-02-15T23:29:38.303" v="12365" actId="1076"/>
          <ac:picMkLst>
            <pc:docMk/>
            <pc:sldMk cId="2839912669" sldId="1325"/>
            <ac:picMk id="9" creationId="{5AEAD8D5-3D43-E816-F85C-C4F48FF9A093}"/>
          </ac:picMkLst>
        </pc:picChg>
        <pc:picChg chg="del">
          <ac:chgData name="Venkatesh Patil" userId="d9f36aa470552ec6" providerId="LiveId" clId="{C6DCDAFF-CCA0-4E3A-BA61-B3420256C1BB}" dt="2024-02-15T23:29:11.752" v="12362" actId="478"/>
          <ac:picMkLst>
            <pc:docMk/>
            <pc:sldMk cId="2839912669" sldId="1325"/>
            <ac:picMk id="11" creationId="{38761128-AC18-4E14-9004-2577F72469A3}"/>
          </ac:picMkLst>
        </pc:picChg>
        <pc:picChg chg="add mod">
          <ac:chgData name="Venkatesh Patil" userId="d9f36aa470552ec6" providerId="LiveId" clId="{C6DCDAFF-CCA0-4E3A-BA61-B3420256C1BB}" dt="2024-02-15T23:29:52.652" v="12367" actId="1076"/>
          <ac:picMkLst>
            <pc:docMk/>
            <pc:sldMk cId="2839912669" sldId="1325"/>
            <ac:picMk id="12" creationId="{456E2A3F-4465-AC78-A0AB-6F0C6F4AC892}"/>
          </ac:picMkLst>
        </pc:picChg>
        <pc:picChg chg="del">
          <ac:chgData name="Venkatesh Patil" userId="d9f36aa470552ec6" providerId="LiveId" clId="{C6DCDAFF-CCA0-4E3A-BA61-B3420256C1BB}" dt="2024-02-15T23:29:12.466" v="12363" actId="478"/>
          <ac:picMkLst>
            <pc:docMk/>
            <pc:sldMk cId="2839912669" sldId="1325"/>
            <ac:picMk id="13" creationId="{A81F77F8-FC1F-66E3-226E-560B610FCA85}"/>
          </ac:picMkLst>
        </pc:picChg>
        <pc:picChg chg="add mod">
          <ac:chgData name="Venkatesh Patil" userId="d9f36aa470552ec6" providerId="LiveId" clId="{C6DCDAFF-CCA0-4E3A-BA61-B3420256C1BB}" dt="2024-02-15T23:30:10.799" v="12369" actId="1076"/>
          <ac:picMkLst>
            <pc:docMk/>
            <pc:sldMk cId="2839912669" sldId="1325"/>
            <ac:picMk id="15" creationId="{C842E96B-5EB6-FFB2-41C3-E44EAB3F5ECD}"/>
          </ac:picMkLst>
        </pc:picChg>
      </pc:sldChg>
      <pc:sldChg chg="addSp delSp modSp add mod modShow">
        <pc:chgData name="Venkatesh Patil" userId="d9f36aa470552ec6" providerId="LiveId" clId="{C6DCDAFF-CCA0-4E3A-BA61-B3420256C1BB}" dt="2024-02-15T23:35:27.096" v="12426" actId="20577"/>
        <pc:sldMkLst>
          <pc:docMk/>
          <pc:sldMk cId="1486132325" sldId="1326"/>
        </pc:sldMkLst>
        <pc:spChg chg="mod">
          <ac:chgData name="Venkatesh Patil" userId="d9f36aa470552ec6" providerId="LiveId" clId="{C6DCDAFF-CCA0-4E3A-BA61-B3420256C1BB}" dt="2024-02-15T23:35:27.096" v="12426" actId="20577"/>
          <ac:spMkLst>
            <pc:docMk/>
            <pc:sldMk cId="1486132325" sldId="1326"/>
            <ac:spMk id="2" creationId="{B1F0271C-EBE6-F859-EAD5-64FB1B66223A}"/>
          </ac:spMkLst>
        </pc:spChg>
        <pc:picChg chg="add del mod">
          <ac:chgData name="Venkatesh Patil" userId="d9f36aa470552ec6" providerId="LiveId" clId="{C6DCDAFF-CCA0-4E3A-BA61-B3420256C1BB}" dt="2024-02-15T23:31:28.567" v="12376" actId="478"/>
          <ac:picMkLst>
            <pc:docMk/>
            <pc:sldMk cId="1486132325" sldId="1326"/>
            <ac:picMk id="8" creationId="{8E3E381F-E75C-C559-8281-6D3A642A6156}"/>
          </ac:picMkLst>
        </pc:picChg>
        <pc:picChg chg="del">
          <ac:chgData name="Venkatesh Patil" userId="d9f36aa470552ec6" providerId="LiveId" clId="{C6DCDAFF-CCA0-4E3A-BA61-B3420256C1BB}" dt="2024-02-15T23:30:17.063" v="12371" actId="478"/>
          <ac:picMkLst>
            <pc:docMk/>
            <pc:sldMk cId="1486132325" sldId="1326"/>
            <ac:picMk id="9" creationId="{960F201E-637E-160B-DF60-671D69FB7D05}"/>
          </ac:picMkLst>
        </pc:picChg>
        <pc:picChg chg="add del mod">
          <ac:chgData name="Venkatesh Patil" userId="d9f36aa470552ec6" providerId="LiveId" clId="{C6DCDAFF-CCA0-4E3A-BA61-B3420256C1BB}" dt="2024-02-15T23:33:13.614" v="12379" actId="478"/>
          <ac:picMkLst>
            <pc:docMk/>
            <pc:sldMk cId="1486132325" sldId="1326"/>
            <ac:picMk id="11" creationId="{31DA5432-24EA-666D-061E-42B70026D749}"/>
          </ac:picMkLst>
        </pc:picChg>
        <pc:picChg chg="del">
          <ac:chgData name="Venkatesh Patil" userId="d9f36aa470552ec6" providerId="LiveId" clId="{C6DCDAFF-CCA0-4E3A-BA61-B3420256C1BB}" dt="2024-02-15T23:30:17.876" v="12372" actId="478"/>
          <ac:picMkLst>
            <pc:docMk/>
            <pc:sldMk cId="1486132325" sldId="1326"/>
            <ac:picMk id="12" creationId="{78C5D5E6-A012-E0CD-963D-7A6A18588C1F}"/>
          </ac:picMkLst>
        </pc:picChg>
        <pc:picChg chg="add mod">
          <ac:chgData name="Venkatesh Patil" userId="d9f36aa470552ec6" providerId="LiveId" clId="{C6DCDAFF-CCA0-4E3A-BA61-B3420256C1BB}" dt="2024-02-15T23:33:16.941" v="12381" actId="1076"/>
          <ac:picMkLst>
            <pc:docMk/>
            <pc:sldMk cId="1486132325" sldId="1326"/>
            <ac:picMk id="14" creationId="{6637EA5F-D22A-B2FD-115D-4B7D9E3CD9B3}"/>
          </ac:picMkLst>
        </pc:picChg>
        <pc:picChg chg="del">
          <ac:chgData name="Venkatesh Patil" userId="d9f36aa470552ec6" providerId="LiveId" clId="{C6DCDAFF-CCA0-4E3A-BA61-B3420256C1BB}" dt="2024-02-15T23:30:18.589" v="12373" actId="478"/>
          <ac:picMkLst>
            <pc:docMk/>
            <pc:sldMk cId="1486132325" sldId="1326"/>
            <ac:picMk id="15" creationId="{8780515C-F5D6-64E0-1148-5182E3640773}"/>
          </ac:picMkLst>
        </pc:picChg>
        <pc:picChg chg="add mod">
          <ac:chgData name="Venkatesh Patil" userId="d9f36aa470552ec6" providerId="LiveId" clId="{C6DCDAFF-CCA0-4E3A-BA61-B3420256C1BB}" dt="2024-02-15T23:33:30.400" v="12383" actId="1076"/>
          <ac:picMkLst>
            <pc:docMk/>
            <pc:sldMk cId="1486132325" sldId="1326"/>
            <ac:picMk id="17" creationId="{C0740B38-9F23-1E75-2204-11F0176DC155}"/>
          </ac:picMkLst>
        </pc:picChg>
        <pc:picChg chg="add mod">
          <ac:chgData name="Venkatesh Patil" userId="d9f36aa470552ec6" providerId="LiveId" clId="{C6DCDAFF-CCA0-4E3A-BA61-B3420256C1BB}" dt="2024-02-15T23:33:42.054" v="12385" actId="1076"/>
          <ac:picMkLst>
            <pc:docMk/>
            <pc:sldMk cId="1486132325" sldId="1326"/>
            <ac:picMk id="19" creationId="{4226E870-62C8-B6E0-DB8D-6BE248EAA021}"/>
          </ac:picMkLst>
        </pc:picChg>
      </pc:sldChg>
      <pc:sldChg chg="addSp delSp modSp add mod modShow">
        <pc:chgData name="Venkatesh Patil" userId="d9f36aa470552ec6" providerId="LiveId" clId="{C6DCDAFF-CCA0-4E3A-BA61-B3420256C1BB}" dt="2024-02-15T23:35:33.863" v="12436" actId="20577"/>
        <pc:sldMkLst>
          <pc:docMk/>
          <pc:sldMk cId="2453144204" sldId="1327"/>
        </pc:sldMkLst>
        <pc:spChg chg="mod">
          <ac:chgData name="Venkatesh Patil" userId="d9f36aa470552ec6" providerId="LiveId" clId="{C6DCDAFF-CCA0-4E3A-BA61-B3420256C1BB}" dt="2024-02-15T23:35:33.863" v="12436" actId="20577"/>
          <ac:spMkLst>
            <pc:docMk/>
            <pc:sldMk cId="2453144204" sldId="1327"/>
            <ac:spMk id="2" creationId="{E73CC503-0370-F404-C920-8B3D8795AC25}"/>
          </ac:spMkLst>
        </pc:spChg>
        <pc:picChg chg="add mod">
          <ac:chgData name="Venkatesh Patil" userId="d9f36aa470552ec6" providerId="LiveId" clId="{C6DCDAFF-CCA0-4E3A-BA61-B3420256C1BB}" dt="2024-02-15T23:34:18.008" v="12389" actId="1076"/>
          <ac:picMkLst>
            <pc:docMk/>
            <pc:sldMk cId="2453144204" sldId="1327"/>
            <ac:picMk id="8" creationId="{FAD90963-2AF0-0CC4-8FAA-C23D11CE12DC}"/>
          </ac:picMkLst>
        </pc:picChg>
        <pc:picChg chg="add mod">
          <ac:chgData name="Venkatesh Patil" userId="d9f36aa470552ec6" providerId="LiveId" clId="{C6DCDAFF-CCA0-4E3A-BA61-B3420256C1BB}" dt="2024-02-15T23:34:39.849" v="12393" actId="1076"/>
          <ac:picMkLst>
            <pc:docMk/>
            <pc:sldMk cId="2453144204" sldId="1327"/>
            <ac:picMk id="10" creationId="{2B0B3864-CB19-9F50-0D15-5FE59B68A5E9}"/>
          </ac:picMkLst>
        </pc:picChg>
        <pc:picChg chg="add mod">
          <ac:chgData name="Venkatesh Patil" userId="d9f36aa470552ec6" providerId="LiveId" clId="{C6DCDAFF-CCA0-4E3A-BA61-B3420256C1BB}" dt="2024-02-15T23:34:52.872" v="12395" actId="1076"/>
          <ac:picMkLst>
            <pc:docMk/>
            <pc:sldMk cId="2453144204" sldId="1327"/>
            <ac:picMk id="12" creationId="{F8874CB5-0D46-27C3-B31A-525FC001DA96}"/>
          </ac:picMkLst>
        </pc:picChg>
        <pc:picChg chg="del">
          <ac:chgData name="Venkatesh Patil" userId="d9f36aa470552ec6" providerId="LiveId" clId="{C6DCDAFF-CCA0-4E3A-BA61-B3420256C1BB}" dt="2024-02-15T23:34:12.096" v="12387" actId="478"/>
          <ac:picMkLst>
            <pc:docMk/>
            <pc:sldMk cId="2453144204" sldId="1327"/>
            <ac:picMk id="14" creationId="{748A753E-7CA3-7968-44AD-3B512CCD1440}"/>
          </ac:picMkLst>
        </pc:picChg>
        <pc:picChg chg="del">
          <ac:chgData name="Venkatesh Patil" userId="d9f36aa470552ec6" providerId="LiveId" clId="{C6DCDAFF-CCA0-4E3A-BA61-B3420256C1BB}" dt="2024-02-15T23:34:20.551" v="12390" actId="478"/>
          <ac:picMkLst>
            <pc:docMk/>
            <pc:sldMk cId="2453144204" sldId="1327"/>
            <ac:picMk id="17" creationId="{57E2DD2E-9B88-6C4D-127D-226925DE2B9C}"/>
          </ac:picMkLst>
        </pc:picChg>
        <pc:picChg chg="del">
          <ac:chgData name="Venkatesh Patil" userId="d9f36aa470552ec6" providerId="LiveId" clId="{C6DCDAFF-CCA0-4E3A-BA61-B3420256C1BB}" dt="2024-02-15T23:34:21.287" v="12391" actId="478"/>
          <ac:picMkLst>
            <pc:docMk/>
            <pc:sldMk cId="2453144204" sldId="1327"/>
            <ac:picMk id="19" creationId="{9B5D45BB-D3D6-6A79-49B7-F41EEFDF0B71}"/>
          </ac:picMkLst>
        </pc:picChg>
      </pc:sldChg>
    </pc:docChg>
  </pc:docChgLst>
  <pc:docChgLst>
    <pc:chgData name="Venkatesh Patil" userId="d9f36aa470552ec6" providerId="LiveId" clId="{D71BBD36-014D-4854-9267-371D986DA540}"/>
    <pc:docChg chg="undo custSel modSld">
      <pc:chgData name="Venkatesh Patil" userId="d9f36aa470552ec6" providerId="LiveId" clId="{D71BBD36-014D-4854-9267-371D986DA540}" dt="2024-01-25T21:04:37.251" v="306" actId="20577"/>
      <pc:docMkLst>
        <pc:docMk/>
      </pc:docMkLst>
      <pc:sldChg chg="modSp mod">
        <pc:chgData name="Venkatesh Patil" userId="d9f36aa470552ec6" providerId="LiveId" clId="{D71BBD36-014D-4854-9267-371D986DA540}" dt="2024-01-25T21:04:37.251" v="306" actId="20577"/>
        <pc:sldMkLst>
          <pc:docMk/>
          <pc:sldMk cId="3690305819" sldId="1082"/>
        </pc:sldMkLst>
        <pc:spChg chg="mod">
          <ac:chgData name="Venkatesh Patil" userId="d9f36aa470552ec6" providerId="LiveId" clId="{D71BBD36-014D-4854-9267-371D986DA540}" dt="2024-01-25T21:04:37.251" v="306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addSp modSp mod">
        <pc:chgData name="Venkatesh Patil" userId="d9f36aa470552ec6" providerId="LiveId" clId="{D71BBD36-014D-4854-9267-371D986DA540}" dt="2024-01-25T21:02:24.113" v="250" actId="6549"/>
        <pc:sldMkLst>
          <pc:docMk/>
          <pc:sldMk cId="1696703871" sldId="1118"/>
        </pc:sldMkLst>
        <pc:spChg chg="mod">
          <ac:chgData name="Venkatesh Patil" userId="d9f36aa470552ec6" providerId="LiveId" clId="{D71BBD36-014D-4854-9267-371D986DA540}" dt="2024-01-25T21:02:24.113" v="250" actId="6549"/>
          <ac:spMkLst>
            <pc:docMk/>
            <pc:sldMk cId="1696703871" sldId="1118"/>
            <ac:spMk id="3" creationId="{E2B2E24C-621E-60FD-8622-E48AFEA72431}"/>
          </ac:spMkLst>
        </pc:spChg>
        <pc:inkChg chg="add">
          <ac:chgData name="Venkatesh Patil" userId="d9f36aa470552ec6" providerId="LiveId" clId="{D71BBD36-014D-4854-9267-371D986DA540}" dt="2024-01-25T21:02:03.635" v="239" actId="9405"/>
          <ac:inkMkLst>
            <pc:docMk/>
            <pc:sldMk cId="1696703871" sldId="1118"/>
            <ac:inkMk id="8" creationId="{036E9D2C-2D87-A767-9061-3B0E6F3F28CD}"/>
          </ac:inkMkLst>
        </pc:inkChg>
      </pc:sldChg>
      <pc:sldChg chg="addSp delSp modSp mod">
        <pc:chgData name="Venkatesh Patil" userId="d9f36aa470552ec6" providerId="LiveId" clId="{D71BBD36-014D-4854-9267-371D986DA540}" dt="2024-01-25T21:01:20.423" v="221"/>
        <pc:sldMkLst>
          <pc:docMk/>
          <pc:sldMk cId="43108961" sldId="1202"/>
        </pc:sldMkLst>
        <pc:spChg chg="mod">
          <ac:chgData name="Venkatesh Patil" userId="d9f36aa470552ec6" providerId="LiveId" clId="{D71BBD36-014D-4854-9267-371D986DA540}" dt="2024-01-25T21:00:29.296" v="214" actId="20577"/>
          <ac:spMkLst>
            <pc:docMk/>
            <pc:sldMk cId="43108961" sldId="1202"/>
            <ac:spMk id="3" creationId="{E2B2E24C-621E-60FD-8622-E48AFEA72431}"/>
          </ac:spMkLst>
        </pc:spChg>
        <pc:grpChg chg="mod">
          <ac:chgData name="Venkatesh Patil" userId="d9f36aa470552ec6" providerId="LiveId" clId="{D71BBD36-014D-4854-9267-371D986DA540}" dt="2024-01-25T21:01:20.423" v="221"/>
          <ac:grpSpMkLst>
            <pc:docMk/>
            <pc:sldMk cId="43108961" sldId="1202"/>
            <ac:grpSpMk id="13" creationId="{7B5A3693-895F-80E1-1106-91F219AE36BC}"/>
          </ac:grpSpMkLst>
        </pc:grpChg>
        <pc:inkChg chg="add del">
          <ac:chgData name="Venkatesh Patil" userId="d9f36aa470552ec6" providerId="LiveId" clId="{D71BBD36-014D-4854-9267-371D986DA540}" dt="2024-01-25T21:01:08.629" v="218" actId="9405"/>
          <ac:inkMkLst>
            <pc:docMk/>
            <pc:sldMk cId="43108961" sldId="1202"/>
            <ac:inkMk id="8" creationId="{AD5291AB-5964-FF7E-4354-DE4C5EF4A8D2}"/>
          </ac:inkMkLst>
        </pc:inkChg>
        <pc:inkChg chg="add del">
          <ac:chgData name="Venkatesh Patil" userId="d9f36aa470552ec6" providerId="LiveId" clId="{D71BBD36-014D-4854-9267-371D986DA540}" dt="2024-01-25T21:01:08.206" v="217" actId="9405"/>
          <ac:inkMkLst>
            <pc:docMk/>
            <pc:sldMk cId="43108961" sldId="1202"/>
            <ac:inkMk id="9" creationId="{172A46E7-79D1-421D-2AE8-D571C64A6CE1}"/>
          </ac:inkMkLst>
        </pc:inkChg>
        <pc:inkChg chg="add mod">
          <ac:chgData name="Venkatesh Patil" userId="d9f36aa470552ec6" providerId="LiveId" clId="{D71BBD36-014D-4854-9267-371D986DA540}" dt="2024-01-25T21:01:20.423" v="221"/>
          <ac:inkMkLst>
            <pc:docMk/>
            <pc:sldMk cId="43108961" sldId="1202"/>
            <ac:inkMk id="11" creationId="{7B156C24-AA50-0164-4D9A-24027011519D}"/>
          </ac:inkMkLst>
        </pc:inkChg>
        <pc:inkChg chg="add mod">
          <ac:chgData name="Venkatesh Patil" userId="d9f36aa470552ec6" providerId="LiveId" clId="{D71BBD36-014D-4854-9267-371D986DA540}" dt="2024-01-25T21:01:20.423" v="221"/>
          <ac:inkMkLst>
            <pc:docMk/>
            <pc:sldMk cId="43108961" sldId="1202"/>
            <ac:inkMk id="12" creationId="{1E8A34B4-D96D-6315-E0E2-C61640A4DA04}"/>
          </ac:inkMkLst>
        </pc:inkChg>
      </pc:sldChg>
      <pc:sldChg chg="modAnim">
        <pc:chgData name="Venkatesh Patil" userId="d9f36aa470552ec6" providerId="LiveId" clId="{D71BBD36-014D-4854-9267-371D986DA540}" dt="2024-01-25T18:07:34.704" v="72"/>
        <pc:sldMkLst>
          <pc:docMk/>
          <pc:sldMk cId="3882187748" sldId="1206"/>
        </pc:sldMkLst>
      </pc:sldChg>
      <pc:sldChg chg="modAnim">
        <pc:chgData name="Venkatesh Patil" userId="d9f36aa470552ec6" providerId="LiveId" clId="{D71BBD36-014D-4854-9267-371D986DA540}" dt="2024-01-25T18:35:11.076" v="93"/>
        <pc:sldMkLst>
          <pc:docMk/>
          <pc:sldMk cId="3458155074" sldId="1212"/>
        </pc:sldMkLst>
      </pc:sldChg>
      <pc:sldChg chg="modAnim">
        <pc:chgData name="Venkatesh Patil" userId="d9f36aa470552ec6" providerId="LiveId" clId="{D71BBD36-014D-4854-9267-371D986DA540}" dt="2024-01-25T18:17:52.392" v="73"/>
        <pc:sldMkLst>
          <pc:docMk/>
          <pc:sldMk cId="3436986724" sldId="1213"/>
        </pc:sldMkLst>
      </pc:sldChg>
      <pc:sldChg chg="modSp modAnim">
        <pc:chgData name="Venkatesh Patil" userId="d9f36aa470552ec6" providerId="LiveId" clId="{D71BBD36-014D-4854-9267-371D986DA540}" dt="2024-01-25T18:21:00.024" v="83" actId="20577"/>
        <pc:sldMkLst>
          <pc:docMk/>
          <pc:sldMk cId="1047888053" sldId="1214"/>
        </pc:sldMkLst>
        <pc:spChg chg="mod">
          <ac:chgData name="Venkatesh Patil" userId="d9f36aa470552ec6" providerId="LiveId" clId="{D71BBD36-014D-4854-9267-371D986DA540}" dt="2024-01-25T18:21:00.024" v="83" actId="20577"/>
          <ac:spMkLst>
            <pc:docMk/>
            <pc:sldMk cId="1047888053" sldId="1214"/>
            <ac:spMk id="3" creationId="{E2B2E24C-621E-60FD-8622-E48AFEA72431}"/>
          </ac:spMkLst>
        </pc:spChg>
      </pc:sldChg>
      <pc:sldChg chg="modAnim">
        <pc:chgData name="Venkatesh Patil" userId="d9f36aa470552ec6" providerId="LiveId" clId="{D71BBD36-014D-4854-9267-371D986DA540}" dt="2024-01-25T18:24:13.011" v="87"/>
        <pc:sldMkLst>
          <pc:docMk/>
          <pc:sldMk cId="2068026858" sldId="1215"/>
        </pc:sldMkLst>
      </pc:sldChg>
      <pc:sldChg chg="modAnim">
        <pc:chgData name="Venkatesh Patil" userId="d9f36aa470552ec6" providerId="LiveId" clId="{D71BBD36-014D-4854-9267-371D986DA540}" dt="2024-01-25T18:32:59.767" v="91"/>
        <pc:sldMkLst>
          <pc:docMk/>
          <pc:sldMk cId="3567378166" sldId="1218"/>
        </pc:sldMkLst>
      </pc:sldChg>
      <pc:sldChg chg="modAnim modNotesTx">
        <pc:chgData name="Venkatesh Patil" userId="d9f36aa470552ec6" providerId="LiveId" clId="{D71BBD36-014D-4854-9267-371D986DA540}" dt="2024-01-25T18:43:44.995" v="163" actId="20577"/>
        <pc:sldMkLst>
          <pc:docMk/>
          <pc:sldMk cId="1926502199" sldId="1225"/>
        </pc:sldMkLst>
      </pc:sldChg>
      <pc:sldChg chg="modAnim">
        <pc:chgData name="Venkatesh Patil" userId="d9f36aa470552ec6" providerId="LiveId" clId="{D71BBD36-014D-4854-9267-371D986DA540}" dt="2024-01-25T18:36:58.703" v="101"/>
        <pc:sldMkLst>
          <pc:docMk/>
          <pc:sldMk cId="4154268039" sldId="1226"/>
        </pc:sldMkLst>
      </pc:sldChg>
    </pc:docChg>
  </pc:docChgLst>
  <pc:docChgLst>
    <pc:chgData name="Venkatesh Patil" userId="d9f36aa470552ec6" providerId="LiveId" clId="{EA195962-E959-4263-8CDC-5C52306E340C}"/>
    <pc:docChg chg="undo custSel addSld delSld modSld sldOrd">
      <pc:chgData name="Venkatesh Patil" userId="d9f36aa470552ec6" providerId="LiveId" clId="{EA195962-E959-4263-8CDC-5C52306E340C}" dt="2024-02-02T00:17:58.275" v="5590" actId="1076"/>
      <pc:docMkLst>
        <pc:docMk/>
      </pc:docMkLst>
      <pc:sldChg chg="modSp mod">
        <pc:chgData name="Venkatesh Patil" userId="d9f36aa470552ec6" providerId="LiveId" clId="{EA195962-E959-4263-8CDC-5C52306E340C}" dt="2024-02-01T22:22:52.276" v="4803" actId="20577"/>
        <pc:sldMkLst>
          <pc:docMk/>
          <pc:sldMk cId="3526645437" sldId="781"/>
        </pc:sldMkLst>
        <pc:spChg chg="mod">
          <ac:chgData name="Venkatesh Patil" userId="d9f36aa470552ec6" providerId="LiveId" clId="{EA195962-E959-4263-8CDC-5C52306E340C}" dt="2024-02-01T22:22:52.276" v="4803" actId="20577"/>
          <ac:spMkLst>
            <pc:docMk/>
            <pc:sldMk cId="3526645437" sldId="781"/>
            <ac:spMk id="2" creationId="{E42BD60D-5E55-7134-84BD-1CF383695861}"/>
          </ac:spMkLst>
        </pc:spChg>
      </pc:sldChg>
      <pc:sldChg chg="modSp mod">
        <pc:chgData name="Venkatesh Patil" userId="d9f36aa470552ec6" providerId="LiveId" clId="{EA195962-E959-4263-8CDC-5C52306E340C}" dt="2024-02-02T00:17:58.275" v="5590" actId="1076"/>
        <pc:sldMkLst>
          <pc:docMk/>
          <pc:sldMk cId="3690305819" sldId="1082"/>
        </pc:sldMkLst>
        <pc:spChg chg="mod">
          <ac:chgData name="Venkatesh Patil" userId="d9f36aa470552ec6" providerId="LiveId" clId="{EA195962-E959-4263-8CDC-5C52306E340C}" dt="2024-02-02T00:00:00.567" v="5589" actId="6549"/>
          <ac:spMkLst>
            <pc:docMk/>
            <pc:sldMk cId="3690305819" sldId="1082"/>
            <ac:spMk id="507907" creationId="{00000000-0000-0000-0000-000000000000}"/>
          </ac:spMkLst>
        </pc:spChg>
        <pc:grpChg chg="mod">
          <ac:chgData name="Venkatesh Patil" userId="d9f36aa470552ec6" providerId="LiveId" clId="{EA195962-E959-4263-8CDC-5C52306E340C}" dt="2024-02-02T00:17:58.275" v="5590" actId="1076"/>
          <ac:grpSpMkLst>
            <pc:docMk/>
            <pc:sldMk cId="3690305819" sldId="1082"/>
            <ac:grpSpMk id="5" creationId="{616DCD2F-32FD-12FB-A0C8-538156EDE041}"/>
          </ac:grpSpMkLst>
        </pc:grpChg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797848498" sldId="1090"/>
        </pc:sldMkLst>
      </pc:sldChg>
      <pc:sldChg chg="modSp mod ord">
        <pc:chgData name="Venkatesh Patil" userId="d9f36aa470552ec6" providerId="LiveId" clId="{EA195962-E959-4263-8CDC-5C52306E340C}" dt="2024-02-01T23:56:47.541" v="5405"/>
        <pc:sldMkLst>
          <pc:docMk/>
          <pc:sldMk cId="1696703871" sldId="1118"/>
        </pc:sldMkLst>
        <pc:spChg chg="mod">
          <ac:chgData name="Venkatesh Patil" userId="d9f36aa470552ec6" providerId="LiveId" clId="{EA195962-E959-4263-8CDC-5C52306E340C}" dt="2024-02-01T23:39:44.239" v="5024" actId="20577"/>
          <ac:spMkLst>
            <pc:docMk/>
            <pc:sldMk cId="1696703871" sldId="1118"/>
            <ac:spMk id="3" creationId="{E2B2E24C-621E-60FD-8622-E48AFEA72431}"/>
          </ac:spMkLst>
        </pc:spChg>
        <pc:inkChg chg="mod">
          <ac:chgData name="Venkatesh Patil" userId="d9f36aa470552ec6" providerId="LiveId" clId="{EA195962-E959-4263-8CDC-5C52306E340C}" dt="2024-02-01T23:39:16.917" v="4992" actId="14100"/>
          <ac:inkMkLst>
            <pc:docMk/>
            <pc:sldMk cId="1696703871" sldId="1118"/>
            <ac:inkMk id="8" creationId="{036E9D2C-2D87-A767-9061-3B0E6F3F28CD}"/>
          </ac:inkMkLst>
        </pc:inkChg>
      </pc:sldChg>
      <pc:sldChg chg="del">
        <pc:chgData name="Venkatesh Patil" userId="d9f36aa470552ec6" providerId="LiveId" clId="{EA195962-E959-4263-8CDC-5C52306E340C}" dt="2024-02-01T17:27:26.220" v="131" actId="47"/>
        <pc:sldMkLst>
          <pc:docMk/>
          <pc:sldMk cId="2800828978" sldId="1146"/>
        </pc:sldMkLst>
      </pc:sldChg>
      <pc:sldChg chg="add del">
        <pc:chgData name="Venkatesh Patil" userId="d9f36aa470552ec6" providerId="LiveId" clId="{EA195962-E959-4263-8CDC-5C52306E340C}" dt="2024-02-01T23:58:04.220" v="5444" actId="47"/>
        <pc:sldMkLst>
          <pc:docMk/>
          <pc:sldMk cId="2833252156" sldId="1150"/>
        </pc:sldMkLst>
      </pc:sldChg>
      <pc:sldChg chg="add del">
        <pc:chgData name="Venkatesh Patil" userId="d9f36aa470552ec6" providerId="LiveId" clId="{EA195962-E959-4263-8CDC-5C52306E340C}" dt="2024-02-01T23:57:41.032" v="5437" actId="47"/>
        <pc:sldMkLst>
          <pc:docMk/>
          <pc:sldMk cId="3195457423" sldId="1155"/>
        </pc:sldMkLst>
      </pc:sldChg>
      <pc:sldChg chg="add mod ord modShow">
        <pc:chgData name="Venkatesh Patil" userId="d9f36aa470552ec6" providerId="LiveId" clId="{EA195962-E959-4263-8CDC-5C52306E340C}" dt="2024-02-01T23:58:51.549" v="5447" actId="729"/>
        <pc:sldMkLst>
          <pc:docMk/>
          <pc:sldMk cId="2933881701" sldId="1162"/>
        </pc:sldMkLst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3796816068" sldId="1163"/>
        </pc:sldMkLst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3204749860" sldId="1168"/>
        </pc:sldMkLst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375506325" sldId="1169"/>
        </pc:sldMkLst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368370393" sldId="1170"/>
        </pc:sldMkLst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1211077825" sldId="1171"/>
        </pc:sldMkLst>
      </pc:sldChg>
      <pc:sldChg chg="add del">
        <pc:chgData name="Venkatesh Patil" userId="d9f36aa470552ec6" providerId="LiveId" clId="{EA195962-E959-4263-8CDC-5C52306E340C}" dt="2024-02-01T23:52:40.725" v="5380" actId="47"/>
        <pc:sldMkLst>
          <pc:docMk/>
          <pc:sldMk cId="1489456955" sldId="1178"/>
        </pc:sldMkLst>
      </pc:sldChg>
      <pc:sldChg chg="modSp add mod modShow">
        <pc:chgData name="Venkatesh Patil" userId="d9f36aa470552ec6" providerId="LiveId" clId="{EA195962-E959-4263-8CDC-5C52306E340C}" dt="2024-02-01T23:58:51.549" v="5447" actId="729"/>
        <pc:sldMkLst>
          <pc:docMk/>
          <pc:sldMk cId="2127728596" sldId="1178"/>
        </pc:sldMkLst>
        <pc:spChg chg="mod">
          <ac:chgData name="Venkatesh Patil" userId="d9f36aa470552ec6" providerId="LiveId" clId="{EA195962-E959-4263-8CDC-5C52306E340C}" dt="2024-02-01T23:53:34.214" v="5384" actId="5793"/>
          <ac:spMkLst>
            <pc:docMk/>
            <pc:sldMk cId="2127728596" sldId="1178"/>
            <ac:spMk id="8" creationId="{E6CEA93F-DFE6-6088-AE8A-B72072FBAA89}"/>
          </ac:spMkLst>
        </pc:spChg>
      </pc:sldChg>
      <pc:sldChg chg="add mod ord modAnim modShow">
        <pc:chgData name="Venkatesh Patil" userId="d9f36aa470552ec6" providerId="LiveId" clId="{EA195962-E959-4263-8CDC-5C52306E340C}" dt="2024-02-01T23:58:51.549" v="5447" actId="729"/>
        <pc:sldMkLst>
          <pc:docMk/>
          <pc:sldMk cId="1419273385" sldId="1181"/>
        </pc:sldMkLst>
      </pc:sldChg>
      <pc:sldChg chg="add mod ord modAnim modShow">
        <pc:chgData name="Venkatesh Patil" userId="d9f36aa470552ec6" providerId="LiveId" clId="{EA195962-E959-4263-8CDC-5C52306E340C}" dt="2024-02-01T23:58:51.549" v="5447" actId="729"/>
        <pc:sldMkLst>
          <pc:docMk/>
          <pc:sldMk cId="177182183" sldId="1182"/>
        </pc:sldMkLst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606937189" sldId="1183"/>
        </pc:sldMkLst>
      </pc:sldChg>
      <pc:sldChg chg="add mod modShow">
        <pc:chgData name="Venkatesh Patil" userId="d9f36aa470552ec6" providerId="LiveId" clId="{EA195962-E959-4263-8CDC-5C52306E340C}" dt="2024-02-01T23:58:51.549" v="5447" actId="729"/>
        <pc:sldMkLst>
          <pc:docMk/>
          <pc:sldMk cId="1052767382" sldId="1184"/>
        </pc:sldMkLst>
      </pc:sldChg>
      <pc:sldChg chg="add ord">
        <pc:chgData name="Venkatesh Patil" userId="d9f36aa470552ec6" providerId="LiveId" clId="{EA195962-E959-4263-8CDC-5C52306E340C}" dt="2024-02-01T18:48:18.766" v="2189"/>
        <pc:sldMkLst>
          <pc:docMk/>
          <pc:sldMk cId="1820895419" sldId="1193"/>
        </pc:sldMkLst>
      </pc:sldChg>
      <pc:sldChg chg="del">
        <pc:chgData name="Venkatesh Patil" userId="d9f36aa470552ec6" providerId="LiveId" clId="{EA195962-E959-4263-8CDC-5C52306E340C}" dt="2024-02-01T17:28:37.349" v="171" actId="47"/>
        <pc:sldMkLst>
          <pc:docMk/>
          <pc:sldMk cId="2818948554" sldId="1193"/>
        </pc:sldMkLst>
      </pc:sldChg>
      <pc:sldChg chg="del">
        <pc:chgData name="Venkatesh Patil" userId="d9f36aa470552ec6" providerId="LiveId" clId="{EA195962-E959-4263-8CDC-5C52306E340C}" dt="2024-02-01T17:27:47.432" v="153" actId="47"/>
        <pc:sldMkLst>
          <pc:docMk/>
          <pc:sldMk cId="1500311178" sldId="1234"/>
        </pc:sldMkLst>
      </pc:sldChg>
      <pc:sldChg chg="del">
        <pc:chgData name="Venkatesh Patil" userId="d9f36aa470552ec6" providerId="LiveId" clId="{EA195962-E959-4263-8CDC-5C52306E340C}" dt="2024-02-01T17:27:48.657" v="154" actId="47"/>
        <pc:sldMkLst>
          <pc:docMk/>
          <pc:sldMk cId="19331757" sldId="1235"/>
        </pc:sldMkLst>
      </pc:sldChg>
      <pc:sldChg chg="del">
        <pc:chgData name="Venkatesh Patil" userId="d9f36aa470552ec6" providerId="LiveId" clId="{EA195962-E959-4263-8CDC-5C52306E340C}" dt="2024-02-01T17:28:03.469" v="166" actId="47"/>
        <pc:sldMkLst>
          <pc:docMk/>
          <pc:sldMk cId="3433454581" sldId="1237"/>
        </pc:sldMkLst>
      </pc:sldChg>
      <pc:sldChg chg="del">
        <pc:chgData name="Venkatesh Patil" userId="d9f36aa470552ec6" providerId="LiveId" clId="{EA195962-E959-4263-8CDC-5C52306E340C}" dt="2024-02-01T17:27:49.608" v="155" actId="47"/>
        <pc:sldMkLst>
          <pc:docMk/>
          <pc:sldMk cId="1787844151" sldId="1238"/>
        </pc:sldMkLst>
      </pc:sldChg>
      <pc:sldChg chg="del">
        <pc:chgData name="Venkatesh Patil" userId="d9f36aa470552ec6" providerId="LiveId" clId="{EA195962-E959-4263-8CDC-5C52306E340C}" dt="2024-02-01T17:27:51.415" v="156" actId="47"/>
        <pc:sldMkLst>
          <pc:docMk/>
          <pc:sldMk cId="4208660008" sldId="1239"/>
        </pc:sldMkLst>
      </pc:sldChg>
      <pc:sldChg chg="del">
        <pc:chgData name="Venkatesh Patil" userId="d9f36aa470552ec6" providerId="LiveId" clId="{EA195962-E959-4263-8CDC-5C52306E340C}" dt="2024-02-01T17:27:52.799" v="157" actId="47"/>
        <pc:sldMkLst>
          <pc:docMk/>
          <pc:sldMk cId="3494021641" sldId="1240"/>
        </pc:sldMkLst>
      </pc:sldChg>
      <pc:sldChg chg="del">
        <pc:chgData name="Venkatesh Patil" userId="d9f36aa470552ec6" providerId="LiveId" clId="{EA195962-E959-4263-8CDC-5C52306E340C}" dt="2024-02-01T17:27:53.732" v="158" actId="47"/>
        <pc:sldMkLst>
          <pc:docMk/>
          <pc:sldMk cId="402339246" sldId="1241"/>
        </pc:sldMkLst>
      </pc:sldChg>
      <pc:sldChg chg="del">
        <pc:chgData name="Venkatesh Patil" userId="d9f36aa470552ec6" providerId="LiveId" clId="{EA195962-E959-4263-8CDC-5C52306E340C}" dt="2024-02-01T17:27:54.840" v="159" actId="47"/>
        <pc:sldMkLst>
          <pc:docMk/>
          <pc:sldMk cId="2836465" sldId="1242"/>
        </pc:sldMkLst>
      </pc:sldChg>
      <pc:sldChg chg="del">
        <pc:chgData name="Venkatesh Patil" userId="d9f36aa470552ec6" providerId="LiveId" clId="{EA195962-E959-4263-8CDC-5C52306E340C}" dt="2024-02-01T17:27:57.116" v="161" actId="47"/>
        <pc:sldMkLst>
          <pc:docMk/>
          <pc:sldMk cId="2304069791" sldId="1243"/>
        </pc:sldMkLst>
      </pc:sldChg>
      <pc:sldChg chg="del">
        <pc:chgData name="Venkatesh Patil" userId="d9f36aa470552ec6" providerId="LiveId" clId="{EA195962-E959-4263-8CDC-5C52306E340C}" dt="2024-02-01T17:27:55.949" v="160" actId="47"/>
        <pc:sldMkLst>
          <pc:docMk/>
          <pc:sldMk cId="3142641334" sldId="1244"/>
        </pc:sldMkLst>
      </pc:sldChg>
      <pc:sldChg chg="del">
        <pc:chgData name="Venkatesh Patil" userId="d9f36aa470552ec6" providerId="LiveId" clId="{EA195962-E959-4263-8CDC-5C52306E340C}" dt="2024-02-01T17:27:58.078" v="162" actId="47"/>
        <pc:sldMkLst>
          <pc:docMk/>
          <pc:sldMk cId="744269773" sldId="1245"/>
        </pc:sldMkLst>
      </pc:sldChg>
      <pc:sldChg chg="del">
        <pc:chgData name="Venkatesh Patil" userId="d9f36aa470552ec6" providerId="LiveId" clId="{EA195962-E959-4263-8CDC-5C52306E340C}" dt="2024-02-01T17:27:58.940" v="163" actId="47"/>
        <pc:sldMkLst>
          <pc:docMk/>
          <pc:sldMk cId="2282833118" sldId="1246"/>
        </pc:sldMkLst>
      </pc:sldChg>
      <pc:sldChg chg="del">
        <pc:chgData name="Venkatesh Patil" userId="d9f36aa470552ec6" providerId="LiveId" clId="{EA195962-E959-4263-8CDC-5C52306E340C}" dt="2024-02-01T17:27:59.985" v="164" actId="47"/>
        <pc:sldMkLst>
          <pc:docMk/>
          <pc:sldMk cId="3690314679" sldId="1247"/>
        </pc:sldMkLst>
      </pc:sldChg>
      <pc:sldChg chg="del">
        <pc:chgData name="Venkatesh Patil" userId="d9f36aa470552ec6" providerId="LiveId" clId="{EA195962-E959-4263-8CDC-5C52306E340C}" dt="2024-02-01T17:28:02.072" v="165" actId="47"/>
        <pc:sldMkLst>
          <pc:docMk/>
          <pc:sldMk cId="474146950" sldId="1248"/>
        </pc:sldMkLst>
      </pc:sldChg>
      <pc:sldChg chg="del">
        <pc:chgData name="Venkatesh Patil" userId="d9f36aa470552ec6" providerId="LiveId" clId="{EA195962-E959-4263-8CDC-5C52306E340C}" dt="2024-02-01T17:28:04.282" v="167" actId="47"/>
        <pc:sldMkLst>
          <pc:docMk/>
          <pc:sldMk cId="1531515358" sldId="1249"/>
        </pc:sldMkLst>
      </pc:sldChg>
      <pc:sldChg chg="del">
        <pc:chgData name="Venkatesh Patil" userId="d9f36aa470552ec6" providerId="LiveId" clId="{EA195962-E959-4263-8CDC-5C52306E340C}" dt="2024-02-01T17:28:16.743" v="168" actId="47"/>
        <pc:sldMkLst>
          <pc:docMk/>
          <pc:sldMk cId="3186640817" sldId="1252"/>
        </pc:sldMkLst>
      </pc:sldChg>
      <pc:sldChg chg="add del">
        <pc:chgData name="Venkatesh Patil" userId="d9f36aa470552ec6" providerId="LiveId" clId="{EA195962-E959-4263-8CDC-5C52306E340C}" dt="2024-02-01T17:28:28.841" v="170" actId="47"/>
        <pc:sldMkLst>
          <pc:docMk/>
          <pc:sldMk cId="4241761290" sldId="1253"/>
        </pc:sldMkLst>
      </pc:sldChg>
      <pc:sldChg chg="modSp mod">
        <pc:chgData name="Venkatesh Patil" userId="d9f36aa470552ec6" providerId="LiveId" clId="{EA195962-E959-4263-8CDC-5C52306E340C}" dt="2024-02-01T22:27:02.575" v="4821" actId="20577"/>
        <pc:sldMkLst>
          <pc:docMk/>
          <pc:sldMk cId="2715809977" sldId="1254"/>
        </pc:sldMkLst>
        <pc:spChg chg="mod">
          <ac:chgData name="Venkatesh Patil" userId="d9f36aa470552ec6" providerId="LiveId" clId="{EA195962-E959-4263-8CDC-5C52306E340C}" dt="2024-02-01T22:27:02.575" v="4821" actId="20577"/>
          <ac:spMkLst>
            <pc:docMk/>
            <pc:sldMk cId="2715809977" sldId="1254"/>
            <ac:spMk id="13314" creationId="{00000000-0000-0000-0000-000000000000}"/>
          </ac:spMkLst>
        </pc:spChg>
      </pc:sldChg>
      <pc:sldChg chg="modSp mod">
        <pc:chgData name="Venkatesh Patil" userId="d9f36aa470552ec6" providerId="LiveId" clId="{EA195962-E959-4263-8CDC-5C52306E340C}" dt="2024-02-01T23:25:32.113" v="4919" actId="1076"/>
        <pc:sldMkLst>
          <pc:docMk/>
          <pc:sldMk cId="3502830358" sldId="1256"/>
        </pc:sldMkLst>
        <pc:spChg chg="mod">
          <ac:chgData name="Venkatesh Patil" userId="d9f36aa470552ec6" providerId="LiveId" clId="{EA195962-E959-4263-8CDC-5C52306E340C}" dt="2024-02-01T23:25:32.113" v="4919" actId="1076"/>
          <ac:spMkLst>
            <pc:docMk/>
            <pc:sldMk cId="3502830358" sldId="1256"/>
            <ac:spMk id="6" creationId="{FF43D8F2-F3AD-C3A9-E8D2-1CF411116A6D}"/>
          </ac:spMkLst>
        </pc:spChg>
      </pc:sldChg>
      <pc:sldChg chg="addSp delSp modSp add mod delAnim modAnim">
        <pc:chgData name="Venkatesh Patil" userId="d9f36aa470552ec6" providerId="LiveId" clId="{EA195962-E959-4263-8CDC-5C52306E340C}" dt="2024-02-01T18:42:54.369" v="2123"/>
        <pc:sldMkLst>
          <pc:docMk/>
          <pc:sldMk cId="1026977182" sldId="1257"/>
        </pc:sldMkLst>
        <pc:spChg chg="mod">
          <ac:chgData name="Venkatesh Patil" userId="d9f36aa470552ec6" providerId="LiveId" clId="{EA195962-E959-4263-8CDC-5C52306E340C}" dt="2024-02-01T18:18:18.520" v="1417" actId="20577"/>
          <ac:spMkLst>
            <pc:docMk/>
            <pc:sldMk cId="1026977182" sldId="1257"/>
            <ac:spMk id="2" creationId="{99E8BF50-85F7-89D0-EDC7-AEB9D4C67745}"/>
          </ac:spMkLst>
        </pc:spChg>
        <pc:spChg chg="add del mod">
          <ac:chgData name="Venkatesh Patil" userId="d9f36aa470552ec6" providerId="LiveId" clId="{EA195962-E959-4263-8CDC-5C52306E340C}" dt="2024-02-01T17:31:59.468" v="231" actId="478"/>
          <ac:spMkLst>
            <pc:docMk/>
            <pc:sldMk cId="1026977182" sldId="1257"/>
            <ac:spMk id="3" creationId="{E2B2E24C-621E-60FD-8622-E48AFEA72431}"/>
          </ac:spMkLst>
        </pc:spChg>
        <pc:spChg chg="del">
          <ac:chgData name="Venkatesh Patil" userId="d9f36aa470552ec6" providerId="LiveId" clId="{EA195962-E959-4263-8CDC-5C52306E340C}" dt="2024-02-01T17:30:12.062" v="189" actId="478"/>
          <ac:spMkLst>
            <pc:docMk/>
            <pc:sldMk cId="1026977182" sldId="1257"/>
            <ac:spMk id="10" creationId="{C0B3EA5C-194C-7219-6933-FD33E94E0B78}"/>
          </ac:spMkLst>
        </pc:spChg>
        <pc:spChg chg="add del mod">
          <ac:chgData name="Venkatesh Patil" userId="d9f36aa470552ec6" providerId="LiveId" clId="{EA195962-E959-4263-8CDC-5C52306E340C}" dt="2024-02-01T17:30:09.184" v="188" actId="478"/>
          <ac:spMkLst>
            <pc:docMk/>
            <pc:sldMk cId="1026977182" sldId="1257"/>
            <ac:spMk id="14" creationId="{277A298E-28EC-C221-F717-A09F8FA6F022}"/>
          </ac:spMkLst>
        </pc:spChg>
        <pc:spChg chg="add mod">
          <ac:chgData name="Venkatesh Patil" userId="d9f36aa470552ec6" providerId="LiveId" clId="{EA195962-E959-4263-8CDC-5C52306E340C}" dt="2024-02-01T17:38:34.419" v="695" actId="113"/>
          <ac:spMkLst>
            <pc:docMk/>
            <pc:sldMk cId="1026977182" sldId="1257"/>
            <ac:spMk id="18" creationId="{4439650F-0AEB-D18F-78D7-C9D3453ADE5F}"/>
          </ac:spMkLst>
        </pc:spChg>
        <pc:spChg chg="add mod">
          <ac:chgData name="Venkatesh Patil" userId="d9f36aa470552ec6" providerId="LiveId" clId="{EA195962-E959-4263-8CDC-5C52306E340C}" dt="2024-02-01T17:32:08.884" v="233" actId="164"/>
          <ac:spMkLst>
            <pc:docMk/>
            <pc:sldMk cId="1026977182" sldId="1257"/>
            <ac:spMk id="19" creationId="{5E7C7493-E348-277B-89A3-FAED510124F7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23" creationId="{B7DDAEB9-12D6-81B7-1EC4-2DF0E9B9AD60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25" creationId="{B980865D-360F-68DE-1CAF-C1C8000CA77A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26" creationId="{15675C6D-DA5E-EEBE-FF8C-5797D82EB4BD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27" creationId="{67A0264A-0F80-1E0C-A2D7-9E06C971D9D4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28" creationId="{7AE88B15-C538-1442-2282-A33084841E7A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1" creationId="{6AE8EF56-748F-2A52-E975-0941B48CB78B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2" creationId="{55BA355D-8CAE-F317-0F76-A598F50C5E6E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3" creationId="{81346292-7A71-1FDE-018C-22B417E2F39F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4" creationId="{E3740135-28D7-AB15-8ABE-761DAD2FAFD4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5" creationId="{DCA823C8-12E8-328D-F35F-8D03DDDD9DEA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6" creationId="{D7188D11-76A4-D392-F75D-B7F094ECEADD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7" creationId="{5E101E6D-4F49-2B7D-CD25-3AE9B40FA4B6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8" creationId="{F912761C-4110-6253-AAB4-6EA79D016C6E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39" creationId="{ABC9FF26-AD07-2A7A-4C72-14776D43E5BD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40" creationId="{768B2F1E-B541-6C0E-6991-6BE2344BD7D8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41" creationId="{AD2BAE79-862C-8CCD-36EB-A6BC8D60EDF2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42" creationId="{DE63AA8F-633B-B698-FBE7-D728286099BE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43" creationId="{03C70E85-A429-780C-9A8E-880648CF7600}"/>
          </ac:spMkLst>
        </pc:spChg>
        <pc:spChg chg="mod">
          <ac:chgData name="Venkatesh Patil" userId="d9f36aa470552ec6" providerId="LiveId" clId="{EA195962-E959-4263-8CDC-5C52306E340C}" dt="2024-02-01T17:32:20.124" v="235"/>
          <ac:spMkLst>
            <pc:docMk/>
            <pc:sldMk cId="1026977182" sldId="1257"/>
            <ac:spMk id="44" creationId="{D1B01D54-7DA1-FEA1-A534-8D11F764E1A4}"/>
          </ac:spMkLst>
        </pc:spChg>
        <pc:spChg chg="add del mod">
          <ac:chgData name="Venkatesh Patil" userId="d9f36aa470552ec6" providerId="LiveId" clId="{EA195962-E959-4263-8CDC-5C52306E340C}" dt="2024-02-01T17:35:18.669" v="373" actId="478"/>
          <ac:spMkLst>
            <pc:docMk/>
            <pc:sldMk cId="1026977182" sldId="1257"/>
            <ac:spMk id="45" creationId="{98090559-14FD-720F-8EA4-5990DC8683D3}"/>
          </ac:spMkLst>
        </pc:spChg>
        <pc:spChg chg="add del mod">
          <ac:chgData name="Venkatesh Patil" userId="d9f36aa470552ec6" providerId="LiveId" clId="{EA195962-E959-4263-8CDC-5C52306E340C}" dt="2024-02-01T18:01:01.577" v="816" actId="478"/>
          <ac:spMkLst>
            <pc:docMk/>
            <pc:sldMk cId="1026977182" sldId="1257"/>
            <ac:spMk id="46" creationId="{351AE0BD-937B-219B-491C-0D788637A151}"/>
          </ac:spMkLst>
        </pc:spChg>
        <pc:spChg chg="add del mod">
          <ac:chgData name="Venkatesh Patil" userId="d9f36aa470552ec6" providerId="LiveId" clId="{EA195962-E959-4263-8CDC-5C52306E340C}" dt="2024-02-01T18:07:59.942" v="960" actId="478"/>
          <ac:spMkLst>
            <pc:docMk/>
            <pc:sldMk cId="1026977182" sldId="1257"/>
            <ac:spMk id="47" creationId="{6E5E9A1F-25A7-9671-CC06-294C66FC7D12}"/>
          </ac:spMkLst>
        </pc:spChg>
        <pc:spChg chg="add del mod">
          <ac:chgData name="Venkatesh Patil" userId="d9f36aa470552ec6" providerId="LiveId" clId="{EA195962-E959-4263-8CDC-5C52306E340C}" dt="2024-02-01T18:01:05.888" v="817" actId="478"/>
          <ac:spMkLst>
            <pc:docMk/>
            <pc:sldMk cId="1026977182" sldId="1257"/>
            <ac:spMk id="49" creationId="{2AB89658-C1FF-2F8B-026D-06BF45586BC5}"/>
          </ac:spMkLst>
        </pc:spChg>
        <pc:spChg chg="add mod">
          <ac:chgData name="Venkatesh Patil" userId="d9f36aa470552ec6" providerId="LiveId" clId="{EA195962-E959-4263-8CDC-5C52306E340C}" dt="2024-02-01T18:07:49.316" v="958" actId="164"/>
          <ac:spMkLst>
            <pc:docMk/>
            <pc:sldMk cId="1026977182" sldId="1257"/>
            <ac:spMk id="50" creationId="{0A04357F-F7D6-38CA-6F8E-5BB01AFC6789}"/>
          </ac:spMkLst>
        </pc:spChg>
        <pc:spChg chg="add mod">
          <ac:chgData name="Venkatesh Patil" userId="d9f36aa470552ec6" providerId="LiveId" clId="{EA195962-E959-4263-8CDC-5C52306E340C}" dt="2024-02-01T18:13:28.995" v="1074" actId="1076"/>
          <ac:spMkLst>
            <pc:docMk/>
            <pc:sldMk cId="1026977182" sldId="1257"/>
            <ac:spMk id="60" creationId="{78590C14-D26A-F744-0BF1-0756ECAD7D45}"/>
          </ac:spMkLst>
        </pc:spChg>
        <pc:spChg chg="add mod">
          <ac:chgData name="Venkatesh Patil" userId="d9f36aa470552ec6" providerId="LiveId" clId="{EA195962-E959-4263-8CDC-5C52306E340C}" dt="2024-02-01T18:13:33.740" v="1075" actId="1076"/>
          <ac:spMkLst>
            <pc:docMk/>
            <pc:sldMk cId="1026977182" sldId="1257"/>
            <ac:spMk id="61" creationId="{743A064E-6456-C71C-74CD-23FCDF912796}"/>
          </ac:spMkLst>
        </pc:spChg>
        <pc:spChg chg="add mod">
          <ac:chgData name="Venkatesh Patil" userId="d9f36aa470552ec6" providerId="LiveId" clId="{EA195962-E959-4263-8CDC-5C52306E340C}" dt="2024-02-01T18:13:21.960" v="1072" actId="1076"/>
          <ac:spMkLst>
            <pc:docMk/>
            <pc:sldMk cId="1026977182" sldId="1257"/>
            <ac:spMk id="62" creationId="{B23E682F-CD51-7FF8-C6B0-974E51E2B163}"/>
          </ac:spMkLst>
        </pc:spChg>
        <pc:spChg chg="add mod">
          <ac:chgData name="Venkatesh Patil" userId="d9f36aa470552ec6" providerId="LiveId" clId="{EA195962-E959-4263-8CDC-5C52306E340C}" dt="2024-02-01T18:13:18.256" v="1071" actId="1076"/>
          <ac:spMkLst>
            <pc:docMk/>
            <pc:sldMk cId="1026977182" sldId="1257"/>
            <ac:spMk id="63" creationId="{D92CD9EC-5087-BE5F-49C1-89C12313EE43}"/>
          </ac:spMkLst>
        </pc:spChg>
        <pc:spChg chg="add mod">
          <ac:chgData name="Venkatesh Patil" userId="d9f36aa470552ec6" providerId="LiveId" clId="{EA195962-E959-4263-8CDC-5C52306E340C}" dt="2024-02-01T18:07:49.316" v="958" actId="164"/>
          <ac:spMkLst>
            <pc:docMk/>
            <pc:sldMk cId="1026977182" sldId="1257"/>
            <ac:spMk id="64" creationId="{A5C13193-0E15-9D65-D10A-BDAF71DE03D0}"/>
          </ac:spMkLst>
        </pc:spChg>
        <pc:spChg chg="add mod">
          <ac:chgData name="Venkatesh Patil" userId="d9f36aa470552ec6" providerId="LiveId" clId="{EA195962-E959-4263-8CDC-5C52306E340C}" dt="2024-02-01T18:13:42.005" v="1077" actId="1076"/>
          <ac:spMkLst>
            <pc:docMk/>
            <pc:sldMk cId="1026977182" sldId="1257"/>
            <ac:spMk id="65" creationId="{593AB467-2D23-42C2-E8E8-50EA986D5694}"/>
          </ac:spMkLst>
        </pc:spChg>
        <pc:spChg chg="add mod">
          <ac:chgData name="Venkatesh Patil" userId="d9f36aa470552ec6" providerId="LiveId" clId="{EA195962-E959-4263-8CDC-5C52306E340C}" dt="2024-02-01T18:13:37.673" v="1076" actId="1076"/>
          <ac:spMkLst>
            <pc:docMk/>
            <pc:sldMk cId="1026977182" sldId="1257"/>
            <ac:spMk id="66" creationId="{78854F18-AEF3-5E3A-D5B4-F5726C2213D1}"/>
          </ac:spMkLst>
        </pc:spChg>
        <pc:spChg chg="add mod">
          <ac:chgData name="Venkatesh Patil" userId="d9f36aa470552ec6" providerId="LiveId" clId="{EA195962-E959-4263-8CDC-5C52306E340C}" dt="2024-02-01T18:13:50.700" v="1079" actId="1076"/>
          <ac:spMkLst>
            <pc:docMk/>
            <pc:sldMk cId="1026977182" sldId="1257"/>
            <ac:spMk id="67" creationId="{5D32A4D6-9C1A-7F6E-F920-6D22E65DCEB6}"/>
          </ac:spMkLst>
        </pc:spChg>
        <pc:spChg chg="add mod">
          <ac:chgData name="Venkatesh Patil" userId="d9f36aa470552ec6" providerId="LiveId" clId="{EA195962-E959-4263-8CDC-5C52306E340C}" dt="2024-02-01T18:32:05.632" v="1422" actId="1076"/>
          <ac:spMkLst>
            <pc:docMk/>
            <pc:sldMk cId="1026977182" sldId="1257"/>
            <ac:spMk id="69" creationId="{13483144-4125-D2DB-C460-4B0F37D62B70}"/>
          </ac:spMkLst>
        </pc:spChg>
        <pc:grpChg chg="del">
          <ac:chgData name="Venkatesh Patil" userId="d9f36aa470552ec6" providerId="LiveId" clId="{EA195962-E959-4263-8CDC-5C52306E340C}" dt="2024-02-01T17:30:00.032" v="186" actId="478"/>
          <ac:grpSpMkLst>
            <pc:docMk/>
            <pc:sldMk cId="1026977182" sldId="1257"/>
            <ac:grpSpMk id="15" creationId="{31881BF1-617F-6190-F3D8-70D99CC6FA4E}"/>
          </ac:grpSpMkLst>
        </pc:grpChg>
        <pc:grpChg chg="add del mod">
          <ac:chgData name="Venkatesh Patil" userId="d9f36aa470552ec6" providerId="LiveId" clId="{EA195962-E959-4263-8CDC-5C52306E340C}" dt="2024-02-01T18:00:57.803" v="814" actId="478"/>
          <ac:grpSpMkLst>
            <pc:docMk/>
            <pc:sldMk cId="1026977182" sldId="1257"/>
            <ac:grpSpMk id="20" creationId="{EC61AE49-8518-8C4A-AF99-20EC0EB5AC54}"/>
          </ac:grpSpMkLst>
        </pc:grpChg>
        <pc:grpChg chg="add del mod">
          <ac:chgData name="Venkatesh Patil" userId="d9f36aa470552ec6" providerId="LiveId" clId="{EA195962-E959-4263-8CDC-5C52306E340C}" dt="2024-02-01T18:00:58.678" v="815" actId="478"/>
          <ac:grpSpMkLst>
            <pc:docMk/>
            <pc:sldMk cId="1026977182" sldId="1257"/>
            <ac:grpSpMk id="21" creationId="{214F6077-F667-B350-CFE3-76155F64BB40}"/>
          </ac:grpSpMkLst>
        </pc:grpChg>
        <pc:grpChg chg="mod">
          <ac:chgData name="Venkatesh Patil" userId="d9f36aa470552ec6" providerId="LiveId" clId="{EA195962-E959-4263-8CDC-5C52306E340C}" dt="2024-02-01T17:32:20.124" v="235"/>
          <ac:grpSpMkLst>
            <pc:docMk/>
            <pc:sldMk cId="1026977182" sldId="1257"/>
            <ac:grpSpMk id="24" creationId="{0F2E6840-A74E-7ED8-98D9-AE0354E903E1}"/>
          </ac:grpSpMkLst>
        </pc:grpChg>
        <pc:grpChg chg="add del mod">
          <ac:chgData name="Venkatesh Patil" userId="d9f36aa470552ec6" providerId="LiveId" clId="{EA195962-E959-4263-8CDC-5C52306E340C}" dt="2024-02-01T18:14:07.579" v="1081" actId="478"/>
          <ac:grpSpMkLst>
            <pc:docMk/>
            <pc:sldMk cId="1026977182" sldId="1257"/>
            <ac:grpSpMk id="68" creationId="{95D6E153-0B15-2800-B529-8E71E60E39B6}"/>
          </ac:grpSpMkLst>
        </pc:grpChg>
        <pc:picChg chg="add del mod">
          <ac:chgData name="Venkatesh Patil" userId="d9f36aa470552ec6" providerId="LiveId" clId="{EA195962-E959-4263-8CDC-5C52306E340C}" dt="2024-02-01T18:00:55.806" v="813" actId="478"/>
          <ac:picMkLst>
            <pc:docMk/>
            <pc:sldMk cId="1026977182" sldId="1257"/>
            <ac:picMk id="16" creationId="{770AA3CF-4CA0-B315-AC67-62F40FF7981F}"/>
          </ac:picMkLst>
        </pc:picChg>
        <pc:picChg chg="add del mod">
          <ac:chgData name="Venkatesh Patil" userId="d9f36aa470552ec6" providerId="LiveId" clId="{EA195962-E959-4263-8CDC-5C52306E340C}" dt="2024-02-01T17:30:35.611" v="193" actId="478"/>
          <ac:picMkLst>
            <pc:docMk/>
            <pc:sldMk cId="1026977182" sldId="1257"/>
            <ac:picMk id="17" creationId="{7B03F94D-43F0-9B77-7799-1C8E6886F3FB}"/>
          </ac:picMkLst>
        </pc:picChg>
        <pc:picChg chg="mod">
          <ac:chgData name="Venkatesh Patil" userId="d9f36aa470552ec6" providerId="LiveId" clId="{EA195962-E959-4263-8CDC-5C52306E340C}" dt="2024-02-01T17:32:20.124" v="235"/>
          <ac:picMkLst>
            <pc:docMk/>
            <pc:sldMk cId="1026977182" sldId="1257"/>
            <ac:picMk id="22" creationId="{CA6666B7-E46F-7990-72B3-2191BD19BEBB}"/>
          </ac:picMkLst>
        </pc:picChg>
        <pc:picChg chg="mod">
          <ac:chgData name="Venkatesh Patil" userId="d9f36aa470552ec6" providerId="LiveId" clId="{EA195962-E959-4263-8CDC-5C52306E340C}" dt="2024-02-01T17:32:20.124" v="235"/>
          <ac:picMkLst>
            <pc:docMk/>
            <pc:sldMk cId="1026977182" sldId="1257"/>
            <ac:picMk id="29" creationId="{3FE3F841-ECBC-B76B-0041-118BF5CF7320}"/>
          </ac:picMkLst>
        </pc:picChg>
        <pc:picChg chg="mod">
          <ac:chgData name="Venkatesh Patil" userId="d9f36aa470552ec6" providerId="LiveId" clId="{EA195962-E959-4263-8CDC-5C52306E340C}" dt="2024-02-01T17:32:20.124" v="235"/>
          <ac:picMkLst>
            <pc:docMk/>
            <pc:sldMk cId="1026977182" sldId="1257"/>
            <ac:picMk id="30" creationId="{23B2EF8E-687E-3BAD-A230-F34E886E23C9}"/>
          </ac:picMkLst>
        </pc:picChg>
        <pc:picChg chg="add del mod">
          <ac:chgData name="Venkatesh Patil" userId="d9f36aa470552ec6" providerId="LiveId" clId="{EA195962-E959-4263-8CDC-5C52306E340C}" dt="2024-02-01T18:15:31.812" v="1088" actId="478"/>
          <ac:picMkLst>
            <pc:docMk/>
            <pc:sldMk cId="1026977182" sldId="1257"/>
            <ac:picMk id="71" creationId="{6E01A9E1-3C6C-C09A-6311-7C3C26451896}"/>
          </ac:picMkLst>
        </pc:picChg>
        <pc:picChg chg="add mod">
          <ac:chgData name="Venkatesh Patil" userId="d9f36aa470552ec6" providerId="LiveId" clId="{EA195962-E959-4263-8CDC-5C52306E340C}" dt="2024-02-01T18:31:58.856" v="1419" actId="1076"/>
          <ac:picMkLst>
            <pc:docMk/>
            <pc:sldMk cId="1026977182" sldId="1257"/>
            <ac:picMk id="74" creationId="{5D287C49-EC13-688A-3906-F74394360250}"/>
          </ac:picMkLst>
        </pc:picChg>
        <pc:picChg chg="add mod">
          <ac:chgData name="Venkatesh Patil" userId="d9f36aa470552ec6" providerId="LiveId" clId="{EA195962-E959-4263-8CDC-5C52306E340C}" dt="2024-02-01T18:32:03.246" v="1421" actId="1076"/>
          <ac:picMkLst>
            <pc:docMk/>
            <pc:sldMk cId="1026977182" sldId="1257"/>
            <ac:picMk id="76" creationId="{75EE76D9-0F3B-67C4-CEA8-5885CEDB6B31}"/>
          </ac:picMkLst>
        </pc:picChg>
        <pc:cxnChg chg="add mod">
          <ac:chgData name="Venkatesh Patil" userId="d9f36aa470552ec6" providerId="LiveId" clId="{EA195962-E959-4263-8CDC-5C52306E340C}" dt="2024-02-01T18:07:49.316" v="958" actId="164"/>
          <ac:cxnSpMkLst>
            <pc:docMk/>
            <pc:sldMk cId="1026977182" sldId="1257"/>
            <ac:cxnSpMk id="52" creationId="{589C5244-B607-D0A9-0722-0C63B619F4AD}"/>
          </ac:cxnSpMkLst>
        </pc:cxnChg>
        <pc:cxnChg chg="add mod">
          <ac:chgData name="Venkatesh Patil" userId="d9f36aa470552ec6" providerId="LiveId" clId="{EA195962-E959-4263-8CDC-5C52306E340C}" dt="2024-02-01T18:13:47.041" v="1078" actId="14100"/>
          <ac:cxnSpMkLst>
            <pc:docMk/>
            <pc:sldMk cId="1026977182" sldId="1257"/>
            <ac:cxnSpMk id="53" creationId="{C23E901C-EC33-6723-1E60-FF3D1067FE77}"/>
          </ac:cxnSpMkLst>
        </pc:cxnChg>
        <pc:cxnChg chg="add mod">
          <ac:chgData name="Venkatesh Patil" userId="d9f36aa470552ec6" providerId="LiveId" clId="{EA195962-E959-4263-8CDC-5C52306E340C}" dt="2024-02-01T18:07:49.316" v="958" actId="164"/>
          <ac:cxnSpMkLst>
            <pc:docMk/>
            <pc:sldMk cId="1026977182" sldId="1257"/>
            <ac:cxnSpMk id="55" creationId="{2C04D8EF-5F6D-0EE0-D120-80DA9F41ACC8}"/>
          </ac:cxnSpMkLst>
        </pc:cxnChg>
        <pc:cxnChg chg="add mod">
          <ac:chgData name="Venkatesh Patil" userId="d9f36aa470552ec6" providerId="LiveId" clId="{EA195962-E959-4263-8CDC-5C52306E340C}" dt="2024-02-01T18:07:49.316" v="958" actId="164"/>
          <ac:cxnSpMkLst>
            <pc:docMk/>
            <pc:sldMk cId="1026977182" sldId="1257"/>
            <ac:cxnSpMk id="56" creationId="{92F3DAEB-F747-7B90-A69C-5898B6E51651}"/>
          </ac:cxnSpMkLst>
        </pc:cxnChg>
        <pc:cxnChg chg="add mod">
          <ac:chgData name="Venkatesh Patil" userId="d9f36aa470552ec6" providerId="LiveId" clId="{EA195962-E959-4263-8CDC-5C52306E340C}" dt="2024-02-01T18:07:49.316" v="958" actId="164"/>
          <ac:cxnSpMkLst>
            <pc:docMk/>
            <pc:sldMk cId="1026977182" sldId="1257"/>
            <ac:cxnSpMk id="57" creationId="{484160FD-F6A7-8ECD-17C2-9EB8C55B3129}"/>
          </ac:cxnSpMkLst>
        </pc:cxnChg>
        <pc:cxnChg chg="add mod">
          <ac:chgData name="Venkatesh Patil" userId="d9f36aa470552ec6" providerId="LiveId" clId="{EA195962-E959-4263-8CDC-5C52306E340C}" dt="2024-02-01T18:07:49.316" v="958" actId="164"/>
          <ac:cxnSpMkLst>
            <pc:docMk/>
            <pc:sldMk cId="1026977182" sldId="1257"/>
            <ac:cxnSpMk id="58" creationId="{4E7795B0-6469-EA51-0403-428B632E6619}"/>
          </ac:cxnSpMkLst>
        </pc:cxnChg>
        <pc:cxnChg chg="add mod">
          <ac:chgData name="Venkatesh Patil" userId="d9f36aa470552ec6" providerId="LiveId" clId="{EA195962-E959-4263-8CDC-5C52306E340C}" dt="2024-02-01T18:07:49.316" v="958" actId="164"/>
          <ac:cxnSpMkLst>
            <pc:docMk/>
            <pc:sldMk cId="1026977182" sldId="1257"/>
            <ac:cxnSpMk id="59" creationId="{E5BE55E0-291B-D5BA-FDB2-3F25F2ADA3E4}"/>
          </ac:cxnSpMkLst>
        </pc:cxnChg>
      </pc:sldChg>
      <pc:sldChg chg="addSp delSp modSp add del mod delAnim">
        <pc:chgData name="Venkatesh Patil" userId="d9f36aa470552ec6" providerId="LiveId" clId="{EA195962-E959-4263-8CDC-5C52306E340C}" dt="2024-02-01T22:27:24.336" v="4824" actId="47"/>
        <pc:sldMkLst>
          <pc:docMk/>
          <pc:sldMk cId="3053908291" sldId="1258"/>
        </pc:sldMkLst>
        <pc:spChg chg="add del mod">
          <ac:chgData name="Venkatesh Patil" userId="d9f36aa470552ec6" providerId="LiveId" clId="{EA195962-E959-4263-8CDC-5C52306E340C}" dt="2024-02-01T17:46:45.312" v="754" actId="478"/>
          <ac:spMkLst>
            <pc:docMk/>
            <pc:sldMk cId="3053908291" sldId="1258"/>
            <ac:spMk id="8" creationId="{DFC1B873-DD65-E88F-F658-D9318948B471}"/>
          </ac:spMkLst>
        </pc:spChg>
        <pc:spChg chg="del mod topLvl">
          <ac:chgData name="Venkatesh Patil" userId="d9f36aa470552ec6" providerId="LiveId" clId="{EA195962-E959-4263-8CDC-5C52306E340C}" dt="2024-02-01T17:46:32.700" v="750" actId="478"/>
          <ac:spMkLst>
            <pc:docMk/>
            <pc:sldMk cId="3053908291" sldId="1258"/>
            <ac:spMk id="18" creationId="{4439650F-0AEB-D18F-78D7-C9D3453ADE5F}"/>
          </ac:spMkLst>
        </pc:spChg>
        <pc:spChg chg="del topLvl">
          <ac:chgData name="Venkatesh Patil" userId="d9f36aa470552ec6" providerId="LiveId" clId="{EA195962-E959-4263-8CDC-5C52306E340C}" dt="2024-02-01T17:46:35.768" v="751" actId="478"/>
          <ac:spMkLst>
            <pc:docMk/>
            <pc:sldMk cId="3053908291" sldId="1258"/>
            <ac:spMk id="19" creationId="{5E7C7493-E348-277B-89A3-FAED510124F7}"/>
          </ac:spMkLst>
        </pc:spChg>
        <pc:spChg chg="del">
          <ac:chgData name="Venkatesh Patil" userId="d9f36aa470552ec6" providerId="LiveId" clId="{EA195962-E959-4263-8CDC-5C52306E340C}" dt="2024-02-01T17:46:42.546" v="753" actId="478"/>
          <ac:spMkLst>
            <pc:docMk/>
            <pc:sldMk cId="3053908291" sldId="1258"/>
            <ac:spMk id="46" creationId="{351AE0BD-937B-219B-491C-0D788637A151}"/>
          </ac:spMkLst>
        </pc:spChg>
        <pc:grpChg chg="del">
          <ac:chgData name="Venkatesh Patil" userId="d9f36aa470552ec6" providerId="LiveId" clId="{EA195962-E959-4263-8CDC-5C52306E340C}" dt="2024-02-01T17:46:32.700" v="750" actId="478"/>
          <ac:grpSpMkLst>
            <pc:docMk/>
            <pc:sldMk cId="3053908291" sldId="1258"/>
            <ac:grpSpMk id="20" creationId="{EC61AE49-8518-8C4A-AF99-20EC0EB5AC54}"/>
          </ac:grpSpMkLst>
        </pc:grpChg>
        <pc:grpChg chg="del">
          <ac:chgData name="Venkatesh Patil" userId="d9f36aa470552ec6" providerId="LiveId" clId="{EA195962-E959-4263-8CDC-5C52306E340C}" dt="2024-02-01T17:46:38.910" v="752" actId="478"/>
          <ac:grpSpMkLst>
            <pc:docMk/>
            <pc:sldMk cId="3053908291" sldId="1258"/>
            <ac:grpSpMk id="21" creationId="{214F6077-F667-B350-CFE3-76155F64BB40}"/>
          </ac:grpSpMkLst>
        </pc:grpChg>
        <pc:picChg chg="add mod">
          <ac:chgData name="Venkatesh Patil" userId="d9f36aa470552ec6" providerId="LiveId" clId="{EA195962-E959-4263-8CDC-5C52306E340C}" dt="2024-02-01T17:46:49.272" v="756" actId="1076"/>
          <ac:picMkLst>
            <pc:docMk/>
            <pc:sldMk cId="3053908291" sldId="1258"/>
            <ac:picMk id="10" creationId="{14F89F40-A2ED-A0D5-5DEB-5348745851B9}"/>
          </ac:picMkLst>
        </pc:picChg>
        <pc:picChg chg="del">
          <ac:chgData name="Venkatesh Patil" userId="d9f36aa470552ec6" providerId="LiveId" clId="{EA195962-E959-4263-8CDC-5C52306E340C}" dt="2024-02-01T17:46:28.314" v="748" actId="478"/>
          <ac:picMkLst>
            <pc:docMk/>
            <pc:sldMk cId="3053908291" sldId="1258"/>
            <ac:picMk id="16" creationId="{770AA3CF-4CA0-B315-AC67-62F40FF7981F}"/>
          </ac:picMkLst>
        </pc:picChg>
      </pc:sldChg>
      <pc:sldChg chg="delSp add del mod">
        <pc:chgData name="Venkatesh Patil" userId="d9f36aa470552ec6" providerId="LiveId" clId="{EA195962-E959-4263-8CDC-5C52306E340C}" dt="2024-02-01T22:27:19.382" v="4823" actId="47"/>
        <pc:sldMkLst>
          <pc:docMk/>
          <pc:sldMk cId="1714273513" sldId="1259"/>
        </pc:sldMkLst>
        <pc:picChg chg="del">
          <ac:chgData name="Venkatesh Patil" userId="d9f36aa470552ec6" providerId="LiveId" clId="{EA195962-E959-4263-8CDC-5C52306E340C}" dt="2024-02-01T22:27:16.520" v="4822" actId="478"/>
          <ac:picMkLst>
            <pc:docMk/>
            <pc:sldMk cId="1714273513" sldId="1259"/>
            <ac:picMk id="71" creationId="{6E01A9E1-3C6C-C09A-6311-7C3C26451896}"/>
          </ac:picMkLst>
        </pc:picChg>
      </pc:sldChg>
      <pc:sldChg chg="add mod ord modShow">
        <pc:chgData name="Venkatesh Patil" userId="d9f36aa470552ec6" providerId="LiveId" clId="{EA195962-E959-4263-8CDC-5C52306E340C}" dt="2024-02-01T23:24:44.828" v="4910"/>
        <pc:sldMkLst>
          <pc:docMk/>
          <pc:sldMk cId="4150087418" sldId="1260"/>
        </pc:sldMkLst>
      </pc:sldChg>
      <pc:sldChg chg="addSp delSp modSp add mod delAnim modAnim">
        <pc:chgData name="Venkatesh Patil" userId="d9f36aa470552ec6" providerId="LiveId" clId="{EA195962-E959-4263-8CDC-5C52306E340C}" dt="2024-02-01T19:33:49.745" v="3541"/>
        <pc:sldMkLst>
          <pc:docMk/>
          <pc:sldMk cId="1982237243" sldId="1261"/>
        </pc:sldMkLst>
        <pc:spChg chg="mod">
          <ac:chgData name="Venkatesh Patil" userId="d9f36aa470552ec6" providerId="LiveId" clId="{EA195962-E959-4263-8CDC-5C52306E340C}" dt="2024-02-01T19:32:54.089" v="3534" actId="20577"/>
          <ac:spMkLst>
            <pc:docMk/>
            <pc:sldMk cId="1982237243" sldId="1261"/>
            <ac:spMk id="2" creationId="{99E8BF50-85F7-89D0-EDC7-AEB9D4C67745}"/>
          </ac:spMkLst>
        </pc:spChg>
        <pc:spChg chg="add del mod topLvl">
          <ac:chgData name="Venkatesh Patil" userId="d9f36aa470552ec6" providerId="LiveId" clId="{EA195962-E959-4263-8CDC-5C52306E340C}" dt="2024-02-01T19:15:26.289" v="3129" actId="478"/>
          <ac:spMkLst>
            <pc:docMk/>
            <pc:sldMk cId="1982237243" sldId="1261"/>
            <ac:spMk id="9" creationId="{05421FEB-64A8-6472-4BCE-A97BA6E84B66}"/>
          </ac:spMkLst>
        </pc:spChg>
        <pc:spChg chg="add del mod topLvl">
          <ac:chgData name="Venkatesh Patil" userId="d9f36aa470552ec6" providerId="LiveId" clId="{EA195962-E959-4263-8CDC-5C52306E340C}" dt="2024-02-01T19:15:22.290" v="3127" actId="478"/>
          <ac:spMkLst>
            <pc:docMk/>
            <pc:sldMk cId="1982237243" sldId="1261"/>
            <ac:spMk id="10" creationId="{B459DD32-81B9-90C7-EE35-D76F41C9B611}"/>
          </ac:spMkLst>
        </pc:spChg>
        <pc:spChg chg="add del mod topLvl">
          <ac:chgData name="Venkatesh Patil" userId="d9f36aa470552ec6" providerId="LiveId" clId="{EA195962-E959-4263-8CDC-5C52306E340C}" dt="2024-02-01T19:15:23.302" v="3128" actId="478"/>
          <ac:spMkLst>
            <pc:docMk/>
            <pc:sldMk cId="1982237243" sldId="1261"/>
            <ac:spMk id="11" creationId="{97D76790-671D-0A63-6136-453C98CC62B1}"/>
          </ac:spMkLst>
        </pc:spChg>
        <pc:spChg chg="add del mod topLvl">
          <ac:chgData name="Venkatesh Patil" userId="d9f36aa470552ec6" providerId="LiveId" clId="{EA195962-E959-4263-8CDC-5C52306E340C}" dt="2024-02-01T19:15:20.616" v="3126" actId="478"/>
          <ac:spMkLst>
            <pc:docMk/>
            <pc:sldMk cId="1982237243" sldId="1261"/>
            <ac:spMk id="12" creationId="{2DB7E3CA-1467-670B-B416-C2ADDD9D5155}"/>
          </ac:spMkLst>
        </pc:spChg>
        <pc:spChg chg="add del mod topLvl">
          <ac:chgData name="Venkatesh Patil" userId="d9f36aa470552ec6" providerId="LiveId" clId="{EA195962-E959-4263-8CDC-5C52306E340C}" dt="2024-02-01T19:13:56.320" v="3119" actId="478"/>
          <ac:spMkLst>
            <pc:docMk/>
            <pc:sldMk cId="1982237243" sldId="1261"/>
            <ac:spMk id="13" creationId="{0AD8A1C9-1142-D1A3-9A44-C71801569393}"/>
          </ac:spMkLst>
        </pc:spChg>
        <pc:spChg chg="add del mod topLvl">
          <ac:chgData name="Venkatesh Patil" userId="d9f36aa470552ec6" providerId="LiveId" clId="{EA195962-E959-4263-8CDC-5C52306E340C}" dt="2024-02-01T19:15:18.922" v="3125" actId="478"/>
          <ac:spMkLst>
            <pc:docMk/>
            <pc:sldMk cId="1982237243" sldId="1261"/>
            <ac:spMk id="14" creationId="{B5F03DD0-E151-2216-B910-F66D951EB563}"/>
          </ac:spMkLst>
        </pc:spChg>
        <pc:spChg chg="add del mod topLvl">
          <ac:chgData name="Venkatesh Patil" userId="d9f36aa470552ec6" providerId="LiveId" clId="{EA195962-E959-4263-8CDC-5C52306E340C}" dt="2024-02-01T19:15:15.366" v="3124" actId="478"/>
          <ac:spMkLst>
            <pc:docMk/>
            <pc:sldMk cId="1982237243" sldId="1261"/>
            <ac:spMk id="15" creationId="{2F2E9593-509C-67FC-1DDE-087B7C147AD4}"/>
          </ac:spMkLst>
        </pc:spChg>
        <pc:spChg chg="add del mod">
          <ac:chgData name="Venkatesh Patil" userId="d9f36aa470552ec6" providerId="LiveId" clId="{EA195962-E959-4263-8CDC-5C52306E340C}" dt="2024-02-01T18:49:17.422" v="2197" actId="478"/>
          <ac:spMkLst>
            <pc:docMk/>
            <pc:sldMk cId="1982237243" sldId="1261"/>
            <ac:spMk id="17" creationId="{67F1DE8B-7F95-C894-3E28-A59EDF871B4E}"/>
          </ac:spMkLst>
        </pc:spChg>
        <pc:spChg chg="add del mod">
          <ac:chgData name="Venkatesh Patil" userId="d9f36aa470552ec6" providerId="LiveId" clId="{EA195962-E959-4263-8CDC-5C52306E340C}" dt="2024-02-01T18:49:17.422" v="2197" actId="478"/>
          <ac:spMkLst>
            <pc:docMk/>
            <pc:sldMk cId="1982237243" sldId="1261"/>
            <ac:spMk id="18" creationId="{7CFC978A-67EC-4FAD-90FE-08EEE832396F}"/>
          </ac:spMkLst>
        </pc:spChg>
        <pc:spChg chg="add del mod">
          <ac:chgData name="Venkatesh Patil" userId="d9f36aa470552ec6" providerId="LiveId" clId="{EA195962-E959-4263-8CDC-5C52306E340C}" dt="2024-02-01T18:49:17.422" v="2197" actId="478"/>
          <ac:spMkLst>
            <pc:docMk/>
            <pc:sldMk cId="1982237243" sldId="1261"/>
            <ac:spMk id="19" creationId="{F0E14107-4946-44F1-37B8-6FE344BDE476}"/>
          </ac:spMkLst>
        </pc:spChg>
        <pc:spChg chg="add del mod">
          <ac:chgData name="Venkatesh Patil" userId="d9f36aa470552ec6" providerId="LiveId" clId="{EA195962-E959-4263-8CDC-5C52306E340C}" dt="2024-02-01T18:49:17.422" v="2197" actId="478"/>
          <ac:spMkLst>
            <pc:docMk/>
            <pc:sldMk cId="1982237243" sldId="1261"/>
            <ac:spMk id="21" creationId="{B7BE853B-0EB7-EBE1-6574-E780EC08662D}"/>
          </ac:spMkLst>
        </pc:spChg>
        <pc:spChg chg="add del mod">
          <ac:chgData name="Venkatesh Patil" userId="d9f36aa470552ec6" providerId="LiveId" clId="{EA195962-E959-4263-8CDC-5C52306E340C}" dt="2024-02-01T19:22:50.252" v="3478" actId="478"/>
          <ac:spMkLst>
            <pc:docMk/>
            <pc:sldMk cId="1982237243" sldId="1261"/>
            <ac:spMk id="31" creationId="{515F4398-5100-1609-89A4-331044182C9D}"/>
          </ac:spMkLst>
        </pc:spChg>
        <pc:spChg chg="add del mod">
          <ac:chgData name="Venkatesh Patil" userId="d9f36aa470552ec6" providerId="LiveId" clId="{EA195962-E959-4263-8CDC-5C52306E340C}" dt="2024-02-01T19:28:39.901" v="3510" actId="478"/>
          <ac:spMkLst>
            <pc:docMk/>
            <pc:sldMk cId="1982237243" sldId="1261"/>
            <ac:spMk id="64" creationId="{4F7BED83-DB13-0B5D-D385-57B88DC45C80}"/>
          </ac:spMkLst>
        </pc:spChg>
        <pc:spChg chg="del">
          <ac:chgData name="Venkatesh Patil" userId="d9f36aa470552ec6" providerId="LiveId" clId="{EA195962-E959-4263-8CDC-5C52306E340C}" dt="2024-02-01T18:32:42.867" v="1447" actId="478"/>
          <ac:spMkLst>
            <pc:docMk/>
            <pc:sldMk cId="1982237243" sldId="1261"/>
            <ac:spMk id="69" creationId="{13483144-4125-D2DB-C460-4B0F37D62B70}"/>
          </ac:spMkLst>
        </pc:spChg>
        <pc:spChg chg="add mod">
          <ac:chgData name="Venkatesh Patil" userId="d9f36aa470552ec6" providerId="LiveId" clId="{EA195962-E959-4263-8CDC-5C52306E340C}" dt="2024-02-01T19:30:43.255" v="3528" actId="208"/>
          <ac:spMkLst>
            <pc:docMk/>
            <pc:sldMk cId="1982237243" sldId="1261"/>
            <ac:spMk id="89" creationId="{A60E1D09-2397-E83D-9FB4-ABDC2F726A3C}"/>
          </ac:spMkLst>
        </pc:spChg>
        <pc:grpChg chg="add del mod">
          <ac:chgData name="Venkatesh Patil" userId="d9f36aa470552ec6" providerId="LiveId" clId="{EA195962-E959-4263-8CDC-5C52306E340C}" dt="2024-02-01T18:43:19.478" v="2125" actId="165"/>
          <ac:grpSpMkLst>
            <pc:docMk/>
            <pc:sldMk cId="1982237243" sldId="1261"/>
            <ac:grpSpMk id="16" creationId="{49B95067-952D-7B04-1F2F-DDD192BE8060}"/>
          </ac:grpSpMkLst>
        </pc:grpChg>
        <pc:picChg chg="add del mod topLvl">
          <ac:chgData name="Venkatesh Patil" userId="d9f36aa470552ec6" providerId="LiveId" clId="{EA195962-E959-4263-8CDC-5C52306E340C}" dt="2024-02-01T19:13:58.076" v="3120" actId="478"/>
          <ac:picMkLst>
            <pc:docMk/>
            <pc:sldMk cId="1982237243" sldId="1261"/>
            <ac:picMk id="8" creationId="{795F8C10-8AB9-0F98-CCEC-FFECF5A00B56}"/>
          </ac:picMkLst>
        </pc:picChg>
        <pc:picChg chg="add del mod">
          <ac:chgData name="Venkatesh Patil" userId="d9f36aa470552ec6" providerId="LiveId" clId="{EA195962-E959-4263-8CDC-5C52306E340C}" dt="2024-02-01T18:49:59.880" v="2201" actId="478"/>
          <ac:picMkLst>
            <pc:docMk/>
            <pc:sldMk cId="1982237243" sldId="1261"/>
            <ac:picMk id="23" creationId="{F8B8E6CC-0F44-3748-93A3-B19264FC5D55}"/>
          </ac:picMkLst>
        </pc:picChg>
        <pc:picChg chg="add del mod ord">
          <ac:chgData name="Venkatesh Patil" userId="d9f36aa470552ec6" providerId="LiveId" clId="{EA195962-E959-4263-8CDC-5C52306E340C}" dt="2024-02-01T19:22:48.025" v="3477" actId="478"/>
          <ac:picMkLst>
            <pc:docMk/>
            <pc:sldMk cId="1982237243" sldId="1261"/>
            <ac:picMk id="25" creationId="{E8CDE002-21D0-D916-A661-DB018439F30E}"/>
          </ac:picMkLst>
        </pc:picChg>
        <pc:picChg chg="add del mod">
          <ac:chgData name="Venkatesh Patil" userId="d9f36aa470552ec6" providerId="LiveId" clId="{EA195962-E959-4263-8CDC-5C52306E340C}" dt="2024-02-01T19:22:46.741" v="3476" actId="478"/>
          <ac:picMkLst>
            <pc:docMk/>
            <pc:sldMk cId="1982237243" sldId="1261"/>
            <ac:picMk id="26" creationId="{32A18E99-915B-6FD2-49BF-618F5D7BD26F}"/>
          </ac:picMkLst>
        </pc:picChg>
        <pc:picChg chg="add del mod">
          <ac:chgData name="Venkatesh Patil" userId="d9f36aa470552ec6" providerId="LiveId" clId="{EA195962-E959-4263-8CDC-5C52306E340C}" dt="2024-02-01T19:16:07.535" v="3137" actId="478"/>
          <ac:picMkLst>
            <pc:docMk/>
            <pc:sldMk cId="1982237243" sldId="1261"/>
            <ac:picMk id="28" creationId="{A1F675E7-A1A6-6A4C-4F26-55ED121652F6}"/>
          </ac:picMkLst>
        </pc:picChg>
        <pc:picChg chg="add del mod">
          <ac:chgData name="Venkatesh Patil" userId="d9f36aa470552ec6" providerId="LiveId" clId="{EA195962-E959-4263-8CDC-5C52306E340C}" dt="2024-02-01T19:22:37.822" v="3475" actId="478"/>
          <ac:picMkLst>
            <pc:docMk/>
            <pc:sldMk cId="1982237243" sldId="1261"/>
            <ac:picMk id="30" creationId="{8D38F35F-C9ED-A9FD-16A5-0F75D4C07CA7}"/>
          </ac:picMkLst>
        </pc:picChg>
        <pc:picChg chg="add mod ord">
          <ac:chgData name="Venkatesh Patil" userId="d9f36aa470552ec6" providerId="LiveId" clId="{EA195962-E959-4263-8CDC-5C52306E340C}" dt="2024-02-01T19:29:50.223" v="3521" actId="14100"/>
          <ac:picMkLst>
            <pc:docMk/>
            <pc:sldMk cId="1982237243" sldId="1261"/>
            <ac:picMk id="66" creationId="{4ED40BCE-2F36-6B16-0DF6-4890D59EDBFC}"/>
          </ac:picMkLst>
        </pc:picChg>
        <pc:picChg chg="add mod ord">
          <ac:chgData name="Venkatesh Patil" userId="d9f36aa470552ec6" providerId="LiveId" clId="{EA195962-E959-4263-8CDC-5C52306E340C}" dt="2024-02-01T19:27:34.021" v="3499" actId="167"/>
          <ac:picMkLst>
            <pc:docMk/>
            <pc:sldMk cId="1982237243" sldId="1261"/>
            <ac:picMk id="68" creationId="{C3FF8D48-83EA-F83E-6CBE-52FF9B746765}"/>
          </ac:picMkLst>
        </pc:picChg>
        <pc:picChg chg="del">
          <ac:chgData name="Venkatesh Patil" userId="d9f36aa470552ec6" providerId="LiveId" clId="{EA195962-E959-4263-8CDC-5C52306E340C}" dt="2024-02-01T18:32:34.903" v="1445" actId="478"/>
          <ac:picMkLst>
            <pc:docMk/>
            <pc:sldMk cId="1982237243" sldId="1261"/>
            <ac:picMk id="74" creationId="{5D287C49-EC13-688A-3906-F74394360250}"/>
          </ac:picMkLst>
        </pc:picChg>
        <pc:picChg chg="del">
          <ac:chgData name="Venkatesh Patil" userId="d9f36aa470552ec6" providerId="LiveId" clId="{EA195962-E959-4263-8CDC-5C52306E340C}" dt="2024-02-01T18:32:28.442" v="1442" actId="478"/>
          <ac:picMkLst>
            <pc:docMk/>
            <pc:sldMk cId="1982237243" sldId="1261"/>
            <ac:picMk id="76" creationId="{75EE76D9-0F3B-67C4-CEA8-5885CEDB6B31}"/>
          </ac:picMkLst>
        </pc:picChg>
        <pc:cxnChg chg="add del mod">
          <ac:chgData name="Venkatesh Patil" userId="d9f36aa470552ec6" providerId="LiveId" clId="{EA195962-E959-4263-8CDC-5C52306E340C}" dt="2024-02-01T18:49:17.422" v="2197" actId="478"/>
          <ac:cxnSpMkLst>
            <pc:docMk/>
            <pc:sldMk cId="1982237243" sldId="1261"/>
            <ac:cxnSpMk id="20" creationId="{FF08DDF5-D87F-E736-AEC5-546BA155F0AA}"/>
          </ac:cxnSpMkLst>
        </pc:cxnChg>
        <pc:cxnChg chg="add del mod">
          <ac:chgData name="Venkatesh Patil" userId="d9f36aa470552ec6" providerId="LiveId" clId="{EA195962-E959-4263-8CDC-5C52306E340C}" dt="2024-02-01T19:29:58.891" v="3523" actId="478"/>
          <ac:cxnSpMkLst>
            <pc:docMk/>
            <pc:sldMk cId="1982237243" sldId="1261"/>
            <ac:cxnSpMk id="71" creationId="{8CA70D7C-7F11-4AF7-611E-A33C48979136}"/>
          </ac:cxnSpMkLst>
        </pc:cxnChg>
        <pc:cxnChg chg="add del mod">
          <ac:chgData name="Venkatesh Patil" userId="d9f36aa470552ec6" providerId="LiveId" clId="{EA195962-E959-4263-8CDC-5C52306E340C}" dt="2024-02-01T19:29:19.209" v="3515" actId="478"/>
          <ac:cxnSpMkLst>
            <pc:docMk/>
            <pc:sldMk cId="1982237243" sldId="1261"/>
            <ac:cxnSpMk id="72" creationId="{F895D2BD-98B4-4820-0E86-F069E8B9128F}"/>
          </ac:cxnSpMkLst>
        </pc:cxnChg>
        <pc:cxnChg chg="add mod">
          <ac:chgData name="Venkatesh Patil" userId="d9f36aa470552ec6" providerId="LiveId" clId="{EA195962-E959-4263-8CDC-5C52306E340C}" dt="2024-02-01T19:31:12.992" v="3530" actId="14100"/>
          <ac:cxnSpMkLst>
            <pc:docMk/>
            <pc:sldMk cId="1982237243" sldId="1261"/>
            <ac:cxnSpMk id="80" creationId="{5F296F84-A982-E964-401E-2B306B9E1512}"/>
          </ac:cxnSpMkLst>
        </pc:cxnChg>
        <pc:cxnChg chg="add mod">
          <ac:chgData name="Venkatesh Patil" userId="d9f36aa470552ec6" providerId="LiveId" clId="{EA195962-E959-4263-8CDC-5C52306E340C}" dt="2024-02-01T19:30:54.869" v="3529" actId="14100"/>
          <ac:cxnSpMkLst>
            <pc:docMk/>
            <pc:sldMk cId="1982237243" sldId="1261"/>
            <ac:cxnSpMk id="83" creationId="{85416B4A-6309-DD69-0118-FC57444F3872}"/>
          </ac:cxnSpMkLst>
        </pc:cxnChg>
        <pc:cxnChg chg="add mod">
          <ac:chgData name="Venkatesh Patil" userId="d9f36aa470552ec6" providerId="LiveId" clId="{EA195962-E959-4263-8CDC-5C52306E340C}" dt="2024-02-01T19:29:53.091" v="3522" actId="14100"/>
          <ac:cxnSpMkLst>
            <pc:docMk/>
            <pc:sldMk cId="1982237243" sldId="1261"/>
            <ac:cxnSpMk id="86" creationId="{EBDF2126-57CC-A5E3-2962-93BEFA17D8A1}"/>
          </ac:cxnSpMkLst>
        </pc:cxnChg>
      </pc:sldChg>
      <pc:sldChg chg="addSp delSp modSp add mod delAnim modAnim">
        <pc:chgData name="Venkatesh Patil" userId="d9f36aa470552ec6" providerId="LiveId" clId="{EA195962-E959-4263-8CDC-5C52306E340C}" dt="2024-02-01T18:55:21.742" v="2434"/>
        <pc:sldMkLst>
          <pc:docMk/>
          <pc:sldMk cId="3508710571" sldId="1262"/>
        </pc:sldMkLst>
        <pc:spChg chg="mod">
          <ac:chgData name="Venkatesh Patil" userId="d9f36aa470552ec6" providerId="LiveId" clId="{EA195962-E959-4263-8CDC-5C52306E340C}" dt="2024-02-01T18:44:05.865" v="2154" actId="20577"/>
          <ac:spMkLst>
            <pc:docMk/>
            <pc:sldMk cId="3508710571" sldId="1262"/>
            <ac:spMk id="2" creationId="{99E8BF50-85F7-89D0-EDC7-AEB9D4C67745}"/>
          </ac:spMkLst>
        </pc:spChg>
        <pc:spChg chg="mod">
          <ac:chgData name="Venkatesh Patil" userId="d9f36aa470552ec6" providerId="LiveId" clId="{EA195962-E959-4263-8CDC-5C52306E340C}" dt="2024-02-01T18:50:29.566" v="2216" actId="20577"/>
          <ac:spMkLst>
            <pc:docMk/>
            <pc:sldMk cId="3508710571" sldId="1262"/>
            <ac:spMk id="9" creationId="{05421FEB-64A8-6472-4BCE-A97BA6E84B66}"/>
          </ac:spMkLst>
        </pc:spChg>
        <pc:spChg chg="del">
          <ac:chgData name="Venkatesh Patil" userId="d9f36aa470552ec6" providerId="LiveId" clId="{EA195962-E959-4263-8CDC-5C52306E340C}" dt="2024-02-01T18:46:10.479" v="2158" actId="478"/>
          <ac:spMkLst>
            <pc:docMk/>
            <pc:sldMk cId="3508710571" sldId="1262"/>
            <ac:spMk id="10" creationId="{B459DD32-81B9-90C7-EE35-D76F41C9B611}"/>
          </ac:spMkLst>
        </pc:spChg>
        <pc:spChg chg="del">
          <ac:chgData name="Venkatesh Patil" userId="d9f36aa470552ec6" providerId="LiveId" clId="{EA195962-E959-4263-8CDC-5C52306E340C}" dt="2024-02-01T18:46:09.367" v="2157" actId="478"/>
          <ac:spMkLst>
            <pc:docMk/>
            <pc:sldMk cId="3508710571" sldId="1262"/>
            <ac:spMk id="11" creationId="{97D76790-671D-0A63-6136-453C98CC62B1}"/>
          </ac:spMkLst>
        </pc:spChg>
        <pc:spChg chg="del">
          <ac:chgData name="Venkatesh Patil" userId="d9f36aa470552ec6" providerId="LiveId" clId="{EA195962-E959-4263-8CDC-5C52306E340C}" dt="2024-02-01T18:46:15.044" v="2160" actId="478"/>
          <ac:spMkLst>
            <pc:docMk/>
            <pc:sldMk cId="3508710571" sldId="1262"/>
            <ac:spMk id="12" creationId="{2DB7E3CA-1467-670B-B416-C2ADDD9D5155}"/>
          </ac:spMkLst>
        </pc:spChg>
        <pc:spChg chg="del">
          <ac:chgData name="Venkatesh Patil" userId="d9f36aa470552ec6" providerId="LiveId" clId="{EA195962-E959-4263-8CDC-5C52306E340C}" dt="2024-02-01T18:46:07.768" v="2156" actId="478"/>
          <ac:spMkLst>
            <pc:docMk/>
            <pc:sldMk cId="3508710571" sldId="1262"/>
            <ac:spMk id="13" creationId="{0AD8A1C9-1142-D1A3-9A44-C71801569393}"/>
          </ac:spMkLst>
        </pc:spChg>
        <pc:spChg chg="del">
          <ac:chgData name="Venkatesh Patil" userId="d9f36aa470552ec6" providerId="LiveId" clId="{EA195962-E959-4263-8CDC-5C52306E340C}" dt="2024-02-01T18:46:13.500" v="2159" actId="478"/>
          <ac:spMkLst>
            <pc:docMk/>
            <pc:sldMk cId="3508710571" sldId="1262"/>
            <ac:spMk id="14" creationId="{B5F03DD0-E151-2216-B910-F66D951EB563}"/>
          </ac:spMkLst>
        </pc:spChg>
        <pc:spChg chg="del">
          <ac:chgData name="Venkatesh Patil" userId="d9f36aa470552ec6" providerId="LiveId" clId="{EA195962-E959-4263-8CDC-5C52306E340C}" dt="2024-02-01T18:46:16.842" v="2161" actId="478"/>
          <ac:spMkLst>
            <pc:docMk/>
            <pc:sldMk cId="3508710571" sldId="1262"/>
            <ac:spMk id="15" creationId="{2F2E9593-509C-67FC-1DDE-087B7C147AD4}"/>
          </ac:spMkLst>
        </pc:spChg>
        <pc:spChg chg="add mod">
          <ac:chgData name="Venkatesh Patil" userId="d9f36aa470552ec6" providerId="LiveId" clId="{EA195962-E959-4263-8CDC-5C52306E340C}" dt="2024-02-01T18:52:14.705" v="2300" actId="14100"/>
          <ac:spMkLst>
            <pc:docMk/>
            <pc:sldMk cId="3508710571" sldId="1262"/>
            <ac:spMk id="19" creationId="{2A374C43-7B85-BE35-76F5-3061196B5AFE}"/>
          </ac:spMkLst>
        </pc:spChg>
        <pc:spChg chg="add del mod">
          <ac:chgData name="Venkatesh Patil" userId="d9f36aa470552ec6" providerId="LiveId" clId="{EA195962-E959-4263-8CDC-5C52306E340C}" dt="2024-02-01T18:54:59.817" v="2423" actId="478"/>
          <ac:spMkLst>
            <pc:docMk/>
            <pc:sldMk cId="3508710571" sldId="1262"/>
            <ac:spMk id="20" creationId="{1E80C5DD-E8AA-370F-458A-D66977747BB7}"/>
          </ac:spMkLst>
        </pc:spChg>
        <pc:spChg chg="add mod">
          <ac:chgData name="Venkatesh Patil" userId="d9f36aa470552ec6" providerId="LiveId" clId="{EA195962-E959-4263-8CDC-5C52306E340C}" dt="2024-02-01T18:53:18.313" v="2353" actId="20577"/>
          <ac:spMkLst>
            <pc:docMk/>
            <pc:sldMk cId="3508710571" sldId="1262"/>
            <ac:spMk id="21" creationId="{FFF4F409-ACA0-C3C8-455A-94A35B86166B}"/>
          </ac:spMkLst>
        </pc:spChg>
        <pc:spChg chg="add mod">
          <ac:chgData name="Venkatesh Patil" userId="d9f36aa470552ec6" providerId="LiveId" clId="{EA195962-E959-4263-8CDC-5C52306E340C}" dt="2024-02-01T18:53:50.574" v="2415" actId="20577"/>
          <ac:spMkLst>
            <pc:docMk/>
            <pc:sldMk cId="3508710571" sldId="1262"/>
            <ac:spMk id="22" creationId="{55049265-40C3-E727-62BE-E4E9AB0D2010}"/>
          </ac:spMkLst>
        </pc:spChg>
        <pc:picChg chg="del">
          <ac:chgData name="Venkatesh Patil" userId="d9f36aa470552ec6" providerId="LiveId" clId="{EA195962-E959-4263-8CDC-5C52306E340C}" dt="2024-02-01T18:46:05.201" v="2155" actId="478"/>
          <ac:picMkLst>
            <pc:docMk/>
            <pc:sldMk cId="3508710571" sldId="1262"/>
            <ac:picMk id="8" creationId="{795F8C10-8AB9-0F98-CCEC-FFECF5A00B56}"/>
          </ac:picMkLst>
        </pc:picChg>
        <pc:picChg chg="add mod ord">
          <ac:chgData name="Venkatesh Patil" userId="d9f36aa470552ec6" providerId="LiveId" clId="{EA195962-E959-4263-8CDC-5C52306E340C}" dt="2024-02-01T18:51:39.339" v="2230" actId="1076"/>
          <ac:picMkLst>
            <pc:docMk/>
            <pc:sldMk cId="3508710571" sldId="1262"/>
            <ac:picMk id="16" creationId="{AF47F987-B9E7-E07D-2D38-3911AD84D587}"/>
          </ac:picMkLst>
        </pc:picChg>
        <pc:picChg chg="add mod">
          <ac:chgData name="Venkatesh Patil" userId="d9f36aa470552ec6" providerId="LiveId" clId="{EA195962-E959-4263-8CDC-5C52306E340C}" dt="2024-02-01T18:54:00.058" v="2416" actId="1076"/>
          <ac:picMkLst>
            <pc:docMk/>
            <pc:sldMk cId="3508710571" sldId="1262"/>
            <ac:picMk id="18" creationId="{D7AED2D3-D698-CEF0-F7FC-3CECDBDBB877}"/>
          </ac:picMkLst>
        </pc:picChg>
        <pc:cxnChg chg="add mod">
          <ac:chgData name="Venkatesh Patil" userId="d9f36aa470552ec6" providerId="LiveId" clId="{EA195962-E959-4263-8CDC-5C52306E340C}" dt="2024-02-01T18:54:18.566" v="2419" actId="693"/>
          <ac:cxnSpMkLst>
            <pc:docMk/>
            <pc:sldMk cId="3508710571" sldId="1262"/>
            <ac:cxnSpMk id="24" creationId="{D9DBCB92-9474-B06C-D9BA-C6309F7998D6}"/>
          </ac:cxnSpMkLst>
        </pc:cxnChg>
      </pc:sldChg>
      <pc:sldChg chg="addSp delSp modSp add mod delAnim modAnim">
        <pc:chgData name="Venkatesh Patil" userId="d9f36aa470552ec6" providerId="LiveId" clId="{EA195962-E959-4263-8CDC-5C52306E340C}" dt="2024-02-01T19:11:47.104" v="3066"/>
        <pc:sldMkLst>
          <pc:docMk/>
          <pc:sldMk cId="437823193" sldId="1263"/>
        </pc:sldMkLst>
        <pc:spChg chg="mod">
          <ac:chgData name="Venkatesh Patil" userId="d9f36aa470552ec6" providerId="LiveId" clId="{EA195962-E959-4263-8CDC-5C52306E340C}" dt="2024-02-01T18:59:13.432" v="2458" actId="20577"/>
          <ac:spMkLst>
            <pc:docMk/>
            <pc:sldMk cId="437823193" sldId="1263"/>
            <ac:spMk id="2" creationId="{99E8BF50-85F7-89D0-EDC7-AEB9D4C67745}"/>
          </ac:spMkLst>
        </pc:spChg>
        <pc:spChg chg="mod">
          <ac:chgData name="Venkatesh Patil" userId="d9f36aa470552ec6" providerId="LiveId" clId="{EA195962-E959-4263-8CDC-5C52306E340C}" dt="2024-02-01T19:00:44.862" v="2479" actId="14100"/>
          <ac:spMkLst>
            <pc:docMk/>
            <pc:sldMk cId="437823193" sldId="1263"/>
            <ac:spMk id="9" creationId="{05421FEB-64A8-6472-4BCE-A97BA6E84B66}"/>
          </ac:spMkLst>
        </pc:spChg>
        <pc:spChg chg="mod">
          <ac:chgData name="Venkatesh Patil" userId="d9f36aa470552ec6" providerId="LiveId" clId="{EA195962-E959-4263-8CDC-5C52306E340C}" dt="2024-02-01T19:01:40.049" v="2560" actId="20577"/>
          <ac:spMkLst>
            <pc:docMk/>
            <pc:sldMk cId="437823193" sldId="1263"/>
            <ac:spMk id="19" creationId="{2A374C43-7B85-BE35-76F5-3061196B5AFE}"/>
          </ac:spMkLst>
        </pc:spChg>
        <pc:spChg chg="mod">
          <ac:chgData name="Venkatesh Patil" userId="d9f36aa470552ec6" providerId="LiveId" clId="{EA195962-E959-4263-8CDC-5C52306E340C}" dt="2024-02-01T19:02:15.620" v="2582" actId="20577"/>
          <ac:spMkLst>
            <pc:docMk/>
            <pc:sldMk cId="437823193" sldId="1263"/>
            <ac:spMk id="21" creationId="{FFF4F409-ACA0-C3C8-455A-94A35B86166B}"/>
          </ac:spMkLst>
        </pc:spChg>
        <pc:spChg chg="mod">
          <ac:chgData name="Venkatesh Patil" userId="d9f36aa470552ec6" providerId="LiveId" clId="{EA195962-E959-4263-8CDC-5C52306E340C}" dt="2024-02-01T19:07:37.904" v="2797" actId="20577"/>
          <ac:spMkLst>
            <pc:docMk/>
            <pc:sldMk cId="437823193" sldId="1263"/>
            <ac:spMk id="22" creationId="{55049265-40C3-E727-62BE-E4E9AB0D2010}"/>
          </ac:spMkLst>
        </pc:spChg>
        <pc:spChg chg="add mod">
          <ac:chgData name="Venkatesh Patil" userId="d9f36aa470552ec6" providerId="LiveId" clId="{EA195962-E959-4263-8CDC-5C52306E340C}" dt="2024-02-01T19:06:09.329" v="2728" actId="20577"/>
          <ac:spMkLst>
            <pc:docMk/>
            <pc:sldMk cId="437823193" sldId="1263"/>
            <ac:spMk id="25" creationId="{4BDA4EDE-F41C-8516-1126-A9E89C4C9833}"/>
          </ac:spMkLst>
        </pc:spChg>
        <pc:spChg chg="add mod">
          <ac:chgData name="Venkatesh Patil" userId="d9f36aa470552ec6" providerId="LiveId" clId="{EA195962-E959-4263-8CDC-5C52306E340C}" dt="2024-02-01T19:10:26.949" v="3047" actId="14100"/>
          <ac:spMkLst>
            <pc:docMk/>
            <pc:sldMk cId="437823193" sldId="1263"/>
            <ac:spMk id="26" creationId="{60218929-3A02-723A-6269-62BE1DC16AC5}"/>
          </ac:spMkLst>
        </pc:spChg>
        <pc:spChg chg="add mod">
          <ac:chgData name="Venkatesh Patil" userId="d9f36aa470552ec6" providerId="LiveId" clId="{EA195962-E959-4263-8CDC-5C52306E340C}" dt="2024-02-01T19:09:16.134" v="2947" actId="20577"/>
          <ac:spMkLst>
            <pc:docMk/>
            <pc:sldMk cId="437823193" sldId="1263"/>
            <ac:spMk id="27" creationId="{BB9B3290-71DE-4BA2-BD74-40E18E1541B6}"/>
          </ac:spMkLst>
        </pc:spChg>
        <pc:picChg chg="add mod ord">
          <ac:chgData name="Venkatesh Patil" userId="d9f36aa470552ec6" providerId="LiveId" clId="{EA195962-E959-4263-8CDC-5C52306E340C}" dt="2024-02-01T19:04:28.800" v="2596" actId="167"/>
          <ac:picMkLst>
            <pc:docMk/>
            <pc:sldMk cId="437823193" sldId="1263"/>
            <ac:picMk id="8" creationId="{273D2DC2-EFF1-04F9-0B49-1E9DCA9BFCD4}"/>
          </ac:picMkLst>
        </pc:picChg>
        <pc:picChg chg="add del mod ord">
          <ac:chgData name="Venkatesh Patil" userId="d9f36aa470552ec6" providerId="LiveId" clId="{EA195962-E959-4263-8CDC-5C52306E340C}" dt="2024-02-01T19:04:05.723" v="2589" actId="478"/>
          <ac:picMkLst>
            <pc:docMk/>
            <pc:sldMk cId="437823193" sldId="1263"/>
            <ac:picMk id="13" creationId="{48A248B0-1DFE-DCBA-3E88-5C74184C6DD7}"/>
          </ac:picMkLst>
        </pc:picChg>
        <pc:picChg chg="del">
          <ac:chgData name="Venkatesh Patil" userId="d9f36aa470552ec6" providerId="LiveId" clId="{EA195962-E959-4263-8CDC-5C52306E340C}" dt="2024-02-01T18:58:53.042" v="2436" actId="478"/>
          <ac:picMkLst>
            <pc:docMk/>
            <pc:sldMk cId="437823193" sldId="1263"/>
            <ac:picMk id="16" creationId="{AF47F987-B9E7-E07D-2D38-3911AD84D587}"/>
          </ac:picMkLst>
        </pc:picChg>
        <pc:picChg chg="add mod ord">
          <ac:chgData name="Venkatesh Patil" userId="d9f36aa470552ec6" providerId="LiveId" clId="{EA195962-E959-4263-8CDC-5C52306E340C}" dt="2024-02-01T19:04:32.261" v="2597" actId="1076"/>
          <ac:picMkLst>
            <pc:docMk/>
            <pc:sldMk cId="437823193" sldId="1263"/>
            <ac:picMk id="17" creationId="{F522CC9E-1E22-63F4-F9BE-28EBADB0B422}"/>
          </ac:picMkLst>
        </pc:picChg>
        <pc:picChg chg="del mod">
          <ac:chgData name="Venkatesh Patil" userId="d9f36aa470552ec6" providerId="LiveId" clId="{EA195962-E959-4263-8CDC-5C52306E340C}" dt="2024-02-01T19:02:59.329" v="2583" actId="478"/>
          <ac:picMkLst>
            <pc:docMk/>
            <pc:sldMk cId="437823193" sldId="1263"/>
            <ac:picMk id="18" creationId="{D7AED2D3-D698-CEF0-F7FC-3CECDBDBB877}"/>
          </ac:picMkLst>
        </pc:picChg>
        <pc:picChg chg="add del">
          <ac:chgData name="Venkatesh Patil" userId="d9f36aa470552ec6" providerId="LiveId" clId="{EA195962-E959-4263-8CDC-5C52306E340C}" dt="2024-02-01T19:04:57.896" v="2599" actId="22"/>
          <ac:picMkLst>
            <pc:docMk/>
            <pc:sldMk cId="437823193" sldId="1263"/>
            <ac:picMk id="23" creationId="{2D853CD8-89F0-82F2-BB89-3D3218F71C84}"/>
          </ac:picMkLst>
        </pc:picChg>
        <pc:cxnChg chg="del mod">
          <ac:chgData name="Venkatesh Patil" userId="d9f36aa470552ec6" providerId="LiveId" clId="{EA195962-E959-4263-8CDC-5C52306E340C}" dt="2024-02-01T19:04:20.845" v="2594" actId="478"/>
          <ac:cxnSpMkLst>
            <pc:docMk/>
            <pc:sldMk cId="437823193" sldId="1263"/>
            <ac:cxnSpMk id="24" creationId="{D9DBCB92-9474-B06C-D9BA-C6309F7998D6}"/>
          </ac:cxnSpMkLst>
        </pc:cxnChg>
      </pc:sldChg>
      <pc:sldChg chg="addSp delSp modSp add mod delAnim modAnim">
        <pc:chgData name="Venkatesh Patil" userId="d9f36aa470552ec6" providerId="LiveId" clId="{EA195962-E959-4263-8CDC-5C52306E340C}" dt="2024-02-01T19:53:39.565" v="3940" actId="20577"/>
        <pc:sldMkLst>
          <pc:docMk/>
          <pc:sldMk cId="1517859619" sldId="1264"/>
        </pc:sldMkLst>
        <pc:spChg chg="mod">
          <ac:chgData name="Venkatesh Patil" userId="d9f36aa470552ec6" providerId="LiveId" clId="{EA195962-E959-4263-8CDC-5C52306E340C}" dt="2024-02-01T19:53:39.565" v="3940" actId="20577"/>
          <ac:spMkLst>
            <pc:docMk/>
            <pc:sldMk cId="1517859619" sldId="1264"/>
            <ac:spMk id="2" creationId="{99E8BF50-85F7-89D0-EDC7-AEB9D4C67745}"/>
          </ac:spMkLst>
        </pc:spChg>
        <pc:spChg chg="mod">
          <ac:chgData name="Venkatesh Patil" userId="d9f36aa470552ec6" providerId="LiveId" clId="{EA195962-E959-4263-8CDC-5C52306E340C}" dt="2024-02-01T19:49:26.523" v="3703" actId="20577"/>
          <ac:spMkLst>
            <pc:docMk/>
            <pc:sldMk cId="1517859619" sldId="1264"/>
            <ac:spMk id="9" creationId="{05421FEB-64A8-6472-4BCE-A97BA6E84B66}"/>
          </ac:spMkLst>
        </pc:spChg>
        <pc:spChg chg="mod">
          <ac:chgData name="Venkatesh Patil" userId="d9f36aa470552ec6" providerId="LiveId" clId="{EA195962-E959-4263-8CDC-5C52306E340C}" dt="2024-02-01T19:49:49.171" v="3705" actId="14100"/>
          <ac:spMkLst>
            <pc:docMk/>
            <pc:sldMk cId="1517859619" sldId="1264"/>
            <ac:spMk id="19" creationId="{2A374C43-7B85-BE35-76F5-3061196B5AFE}"/>
          </ac:spMkLst>
        </pc:spChg>
        <pc:spChg chg="mod">
          <ac:chgData name="Venkatesh Patil" userId="d9f36aa470552ec6" providerId="LiveId" clId="{EA195962-E959-4263-8CDC-5C52306E340C}" dt="2024-02-01T19:50:19.636" v="3739" actId="1076"/>
          <ac:spMkLst>
            <pc:docMk/>
            <pc:sldMk cId="1517859619" sldId="1264"/>
            <ac:spMk id="21" creationId="{FFF4F409-ACA0-C3C8-455A-94A35B86166B}"/>
          </ac:spMkLst>
        </pc:spChg>
        <pc:spChg chg="mod">
          <ac:chgData name="Venkatesh Patil" userId="d9f36aa470552ec6" providerId="LiveId" clId="{EA195962-E959-4263-8CDC-5C52306E340C}" dt="2024-02-01T19:51:13.120" v="3798" actId="14100"/>
          <ac:spMkLst>
            <pc:docMk/>
            <pc:sldMk cId="1517859619" sldId="1264"/>
            <ac:spMk id="22" creationId="{55049265-40C3-E727-62BE-E4E9AB0D2010}"/>
          </ac:spMkLst>
        </pc:spChg>
        <pc:spChg chg="mod">
          <ac:chgData name="Venkatesh Patil" userId="d9f36aa470552ec6" providerId="LiveId" clId="{EA195962-E959-4263-8CDC-5C52306E340C}" dt="2024-02-01T19:50:27.073" v="3740" actId="14100"/>
          <ac:spMkLst>
            <pc:docMk/>
            <pc:sldMk cId="1517859619" sldId="1264"/>
            <ac:spMk id="25" creationId="{4BDA4EDE-F41C-8516-1126-A9E89C4C9833}"/>
          </ac:spMkLst>
        </pc:spChg>
        <pc:spChg chg="del">
          <ac:chgData name="Venkatesh Patil" userId="d9f36aa470552ec6" providerId="LiveId" clId="{EA195962-E959-4263-8CDC-5C52306E340C}" dt="2024-02-01T19:50:36.416" v="3741" actId="478"/>
          <ac:spMkLst>
            <pc:docMk/>
            <pc:sldMk cId="1517859619" sldId="1264"/>
            <ac:spMk id="26" creationId="{60218929-3A02-723A-6269-62BE1DC16AC5}"/>
          </ac:spMkLst>
        </pc:spChg>
        <pc:spChg chg="del">
          <ac:chgData name="Venkatesh Patil" userId="d9f36aa470552ec6" providerId="LiveId" clId="{EA195962-E959-4263-8CDC-5C52306E340C}" dt="2024-02-01T19:50:37.873" v="3742" actId="478"/>
          <ac:spMkLst>
            <pc:docMk/>
            <pc:sldMk cId="1517859619" sldId="1264"/>
            <ac:spMk id="27" creationId="{BB9B3290-71DE-4BA2-BD74-40E18E1541B6}"/>
          </ac:spMkLst>
        </pc:spChg>
        <pc:picChg chg="del">
          <ac:chgData name="Venkatesh Patil" userId="d9f36aa470552ec6" providerId="LiveId" clId="{EA195962-E959-4263-8CDC-5C52306E340C}" dt="2024-02-01T19:46:24.986" v="3643" actId="478"/>
          <ac:picMkLst>
            <pc:docMk/>
            <pc:sldMk cId="1517859619" sldId="1264"/>
            <ac:picMk id="8" creationId="{273D2DC2-EFF1-04F9-0B49-1E9DCA9BFCD4}"/>
          </ac:picMkLst>
        </pc:picChg>
        <pc:picChg chg="add mod ord">
          <ac:chgData name="Venkatesh Patil" userId="d9f36aa470552ec6" providerId="LiveId" clId="{EA195962-E959-4263-8CDC-5C52306E340C}" dt="2024-02-01T19:49:40.315" v="3704" actId="167"/>
          <ac:picMkLst>
            <pc:docMk/>
            <pc:sldMk cId="1517859619" sldId="1264"/>
            <ac:picMk id="10" creationId="{73398893-410F-6054-DAE9-9D45D29E8D96}"/>
          </ac:picMkLst>
        </pc:picChg>
        <pc:picChg chg="add mod ord">
          <ac:chgData name="Venkatesh Patil" userId="d9f36aa470552ec6" providerId="LiveId" clId="{EA195962-E959-4263-8CDC-5C52306E340C}" dt="2024-02-01T19:47:50.520" v="3667" actId="1076"/>
          <ac:picMkLst>
            <pc:docMk/>
            <pc:sldMk cId="1517859619" sldId="1264"/>
            <ac:picMk id="12" creationId="{186013EA-B9A5-8307-F041-5EE8848E39DD}"/>
          </ac:picMkLst>
        </pc:picChg>
        <pc:picChg chg="del">
          <ac:chgData name="Venkatesh Patil" userId="d9f36aa470552ec6" providerId="LiveId" clId="{EA195962-E959-4263-8CDC-5C52306E340C}" dt="2024-02-01T19:46:44.419" v="3661" actId="478"/>
          <ac:picMkLst>
            <pc:docMk/>
            <pc:sldMk cId="1517859619" sldId="1264"/>
            <ac:picMk id="17" creationId="{F522CC9E-1E22-63F4-F9BE-28EBADB0B422}"/>
          </ac:picMkLst>
        </pc:picChg>
      </pc:sldChg>
      <pc:sldChg chg="add">
        <pc:chgData name="Venkatesh Patil" userId="d9f36aa470552ec6" providerId="LiveId" clId="{EA195962-E959-4263-8CDC-5C52306E340C}" dt="2024-02-01T19:13:35.304" v="3068" actId="2890"/>
        <pc:sldMkLst>
          <pc:docMk/>
          <pc:sldMk cId="2652724821" sldId="1265"/>
        </pc:sldMkLst>
      </pc:sldChg>
      <pc:sldChg chg="add">
        <pc:chgData name="Venkatesh Patil" userId="d9f36aa470552ec6" providerId="LiveId" clId="{EA195962-E959-4263-8CDC-5C52306E340C}" dt="2024-02-01T19:21:59.116" v="3450" actId="2890"/>
        <pc:sldMkLst>
          <pc:docMk/>
          <pc:sldMk cId="263378964" sldId="1266"/>
        </pc:sldMkLst>
      </pc:sldChg>
      <pc:sldChg chg="addSp delSp modSp add mod">
        <pc:chgData name="Venkatesh Patil" userId="d9f36aa470552ec6" providerId="LiveId" clId="{EA195962-E959-4263-8CDC-5C52306E340C}" dt="2024-02-01T19:44:26.432" v="3642" actId="1076"/>
        <pc:sldMkLst>
          <pc:docMk/>
          <pc:sldMk cId="274599211" sldId="1267"/>
        </pc:sldMkLst>
        <pc:spChg chg="mod">
          <ac:chgData name="Venkatesh Patil" userId="d9f36aa470552ec6" providerId="LiveId" clId="{EA195962-E959-4263-8CDC-5C52306E340C}" dt="2024-02-01T19:34:00.566" v="3550" actId="20577"/>
          <ac:spMkLst>
            <pc:docMk/>
            <pc:sldMk cId="274599211" sldId="1267"/>
            <ac:spMk id="2" creationId="{99E8BF50-85F7-89D0-EDC7-AEB9D4C67745}"/>
          </ac:spMkLst>
        </pc:spChg>
        <pc:spChg chg="add del mod">
          <ac:chgData name="Venkatesh Patil" userId="d9f36aa470552ec6" providerId="LiveId" clId="{EA195962-E959-4263-8CDC-5C52306E340C}" dt="2024-02-01T19:39:49.003" v="3606" actId="478"/>
          <ac:spMkLst>
            <pc:docMk/>
            <pc:sldMk cId="274599211" sldId="1267"/>
            <ac:spMk id="14" creationId="{88120E78-A248-A948-D365-C98E6EE3C53B}"/>
          </ac:spMkLst>
        </pc:spChg>
        <pc:spChg chg="add del">
          <ac:chgData name="Venkatesh Patil" userId="d9f36aa470552ec6" providerId="LiveId" clId="{EA195962-E959-4263-8CDC-5C52306E340C}" dt="2024-02-01T19:37:57.565" v="3584" actId="478"/>
          <ac:spMkLst>
            <pc:docMk/>
            <pc:sldMk cId="274599211" sldId="1267"/>
            <ac:spMk id="15" creationId="{A83C8EE6-C21C-D622-8AD9-0693CD971DA7}"/>
          </ac:spMkLst>
        </pc:spChg>
        <pc:spChg chg="del">
          <ac:chgData name="Venkatesh Patil" userId="d9f36aa470552ec6" providerId="LiveId" clId="{EA195962-E959-4263-8CDC-5C52306E340C}" dt="2024-02-01T19:36:23.325" v="3567" actId="478"/>
          <ac:spMkLst>
            <pc:docMk/>
            <pc:sldMk cId="274599211" sldId="1267"/>
            <ac:spMk id="89" creationId="{A60E1D09-2397-E83D-9FB4-ABDC2F726A3C}"/>
          </ac:spMkLst>
        </pc:spChg>
        <pc:picChg chg="add mod ord">
          <ac:chgData name="Venkatesh Patil" userId="d9f36aa470552ec6" providerId="LiveId" clId="{EA195962-E959-4263-8CDC-5C52306E340C}" dt="2024-02-01T19:43:43.999" v="3627" actId="1076"/>
          <ac:picMkLst>
            <pc:docMk/>
            <pc:sldMk cId="274599211" sldId="1267"/>
            <ac:picMk id="8" creationId="{DEDD7964-1BAA-66BD-FCAC-8262582E4F71}"/>
          </ac:picMkLst>
        </pc:picChg>
        <pc:picChg chg="add mod ord">
          <ac:chgData name="Venkatesh Patil" userId="d9f36aa470552ec6" providerId="LiveId" clId="{EA195962-E959-4263-8CDC-5C52306E340C}" dt="2024-02-01T19:44:14.523" v="3637" actId="1076"/>
          <ac:picMkLst>
            <pc:docMk/>
            <pc:sldMk cId="274599211" sldId="1267"/>
            <ac:picMk id="10" creationId="{330E34F5-671D-9705-CCE5-1E340977F418}"/>
          </ac:picMkLst>
        </pc:picChg>
        <pc:picChg chg="add mod">
          <ac:chgData name="Venkatesh Patil" userId="d9f36aa470552ec6" providerId="LiveId" clId="{EA195962-E959-4263-8CDC-5C52306E340C}" dt="2024-02-01T19:44:16.534" v="3638" actId="1076"/>
          <ac:picMkLst>
            <pc:docMk/>
            <pc:sldMk cId="274599211" sldId="1267"/>
            <ac:picMk id="27" creationId="{B7C6EBD1-B34E-2798-8AFF-706217D746C7}"/>
          </ac:picMkLst>
        </pc:picChg>
        <pc:picChg chg="add mod">
          <ac:chgData name="Venkatesh Patil" userId="d9f36aa470552ec6" providerId="LiveId" clId="{EA195962-E959-4263-8CDC-5C52306E340C}" dt="2024-02-01T19:44:22.959" v="3641" actId="1076"/>
          <ac:picMkLst>
            <pc:docMk/>
            <pc:sldMk cId="274599211" sldId="1267"/>
            <ac:picMk id="29" creationId="{38A857DF-F5AB-39E8-1639-CE891D7CC97E}"/>
          </ac:picMkLst>
        </pc:picChg>
        <pc:picChg chg="add mod">
          <ac:chgData name="Venkatesh Patil" userId="d9f36aa470552ec6" providerId="LiveId" clId="{EA195962-E959-4263-8CDC-5C52306E340C}" dt="2024-02-01T19:44:26.432" v="3642" actId="1076"/>
          <ac:picMkLst>
            <pc:docMk/>
            <pc:sldMk cId="274599211" sldId="1267"/>
            <ac:picMk id="31" creationId="{51ECEA7F-7F38-88EF-1460-F224679D41E1}"/>
          </ac:picMkLst>
        </pc:picChg>
        <pc:picChg chg="add mod">
          <ac:chgData name="Venkatesh Patil" userId="d9f36aa470552ec6" providerId="LiveId" clId="{EA195962-E959-4263-8CDC-5C52306E340C}" dt="2024-02-01T19:44:20.875" v="3640" actId="14100"/>
          <ac:picMkLst>
            <pc:docMk/>
            <pc:sldMk cId="274599211" sldId="1267"/>
            <ac:picMk id="65" creationId="{9A4680A0-3B6C-81EF-2A98-E6FF66534ECE}"/>
          </ac:picMkLst>
        </pc:picChg>
        <pc:picChg chg="del">
          <ac:chgData name="Venkatesh Patil" userId="d9f36aa470552ec6" providerId="LiveId" clId="{EA195962-E959-4263-8CDC-5C52306E340C}" dt="2024-02-01T19:35:22.552" v="3555" actId="478"/>
          <ac:picMkLst>
            <pc:docMk/>
            <pc:sldMk cId="274599211" sldId="1267"/>
            <ac:picMk id="66" creationId="{4ED40BCE-2F36-6B16-0DF6-4890D59EDBFC}"/>
          </ac:picMkLst>
        </pc:picChg>
        <pc:picChg chg="del">
          <ac:chgData name="Venkatesh Patil" userId="d9f36aa470552ec6" providerId="LiveId" clId="{EA195962-E959-4263-8CDC-5C52306E340C}" dt="2024-02-01T19:34:07.740" v="3551" actId="478"/>
          <ac:picMkLst>
            <pc:docMk/>
            <pc:sldMk cId="274599211" sldId="1267"/>
            <ac:picMk id="68" creationId="{C3FF8D48-83EA-F83E-6CBE-52FF9B746765}"/>
          </ac:picMkLst>
        </pc:picChg>
        <pc:cxnChg chg="add del mod">
          <ac:chgData name="Venkatesh Patil" userId="d9f36aa470552ec6" providerId="LiveId" clId="{EA195962-E959-4263-8CDC-5C52306E340C}" dt="2024-02-01T19:39:46.185" v="3603" actId="478"/>
          <ac:cxnSpMkLst>
            <pc:docMk/>
            <pc:sldMk cId="274599211" sldId="1267"/>
            <ac:cxnSpMk id="17" creationId="{D5D1B4FA-4280-750D-62BD-6746D3792E2E}"/>
          </ac:cxnSpMkLst>
        </pc:cxnChg>
        <pc:cxnChg chg="add del mod">
          <ac:chgData name="Venkatesh Patil" userId="d9f36aa470552ec6" providerId="LiveId" clId="{EA195962-E959-4263-8CDC-5C52306E340C}" dt="2024-02-01T19:39:47.024" v="3604" actId="478"/>
          <ac:cxnSpMkLst>
            <pc:docMk/>
            <pc:sldMk cId="274599211" sldId="1267"/>
            <ac:cxnSpMk id="18" creationId="{D8A0E77D-70DB-FAD6-A7AB-A1194DD7ED57}"/>
          </ac:cxnSpMkLst>
        </pc:cxnChg>
        <pc:cxnChg chg="add del mod">
          <ac:chgData name="Venkatesh Patil" userId="d9f36aa470552ec6" providerId="LiveId" clId="{EA195962-E959-4263-8CDC-5C52306E340C}" dt="2024-02-01T19:38:58.707" v="3596" actId="478"/>
          <ac:cxnSpMkLst>
            <pc:docMk/>
            <pc:sldMk cId="274599211" sldId="1267"/>
            <ac:cxnSpMk id="21" creationId="{FB33AA7E-2419-7905-C76F-C452F3000423}"/>
          </ac:cxnSpMkLst>
        </pc:cxnChg>
        <pc:cxnChg chg="add del mod">
          <ac:chgData name="Venkatesh Patil" userId="d9f36aa470552ec6" providerId="LiveId" clId="{EA195962-E959-4263-8CDC-5C52306E340C}" dt="2024-02-01T19:39:47.866" v="3605" actId="478"/>
          <ac:cxnSpMkLst>
            <pc:docMk/>
            <pc:sldMk cId="274599211" sldId="1267"/>
            <ac:cxnSpMk id="24" creationId="{E1579D83-BF3A-D4A3-1061-EFFBB365645F}"/>
          </ac:cxnSpMkLst>
        </pc:cxnChg>
        <pc:cxnChg chg="del mod">
          <ac:chgData name="Venkatesh Patil" userId="d9f36aa470552ec6" providerId="LiveId" clId="{EA195962-E959-4263-8CDC-5C52306E340C}" dt="2024-02-01T19:36:21.734" v="3566" actId="478"/>
          <ac:cxnSpMkLst>
            <pc:docMk/>
            <pc:sldMk cId="274599211" sldId="1267"/>
            <ac:cxnSpMk id="80" creationId="{5F296F84-A982-E964-401E-2B306B9E1512}"/>
          </ac:cxnSpMkLst>
        </pc:cxnChg>
        <pc:cxnChg chg="del mod">
          <ac:chgData name="Venkatesh Patil" userId="d9f36aa470552ec6" providerId="LiveId" clId="{EA195962-E959-4263-8CDC-5C52306E340C}" dt="2024-02-01T19:36:25.934" v="3568" actId="478"/>
          <ac:cxnSpMkLst>
            <pc:docMk/>
            <pc:sldMk cId="274599211" sldId="1267"/>
            <ac:cxnSpMk id="83" creationId="{85416B4A-6309-DD69-0118-FC57444F3872}"/>
          </ac:cxnSpMkLst>
        </pc:cxnChg>
        <pc:cxnChg chg="del mod">
          <ac:chgData name="Venkatesh Patil" userId="d9f36aa470552ec6" providerId="LiveId" clId="{EA195962-E959-4263-8CDC-5C52306E340C}" dt="2024-02-01T19:37:08.566" v="3577" actId="478"/>
          <ac:cxnSpMkLst>
            <pc:docMk/>
            <pc:sldMk cId="274599211" sldId="1267"/>
            <ac:cxnSpMk id="86" creationId="{EBDF2126-57CC-A5E3-2962-93BEFA17D8A1}"/>
          </ac:cxnSpMkLst>
        </pc:cxnChg>
      </pc:sldChg>
      <pc:sldChg chg="add del">
        <pc:chgData name="Venkatesh Patil" userId="d9f36aa470552ec6" providerId="LiveId" clId="{EA195962-E959-4263-8CDC-5C52306E340C}" dt="2024-02-01T19:41:09.708" v="3610" actId="47"/>
        <pc:sldMkLst>
          <pc:docMk/>
          <pc:sldMk cId="1217314790" sldId="1268"/>
        </pc:sldMkLst>
      </pc:sldChg>
      <pc:sldChg chg="addSp delSp modSp add mod ord delAnim modAnim">
        <pc:chgData name="Venkatesh Patil" userId="d9f36aa470552ec6" providerId="LiveId" clId="{EA195962-E959-4263-8CDC-5C52306E340C}" dt="2024-02-01T19:56:14.450" v="4079"/>
        <pc:sldMkLst>
          <pc:docMk/>
          <pc:sldMk cId="3678980050" sldId="1268"/>
        </pc:sldMkLst>
        <pc:spChg chg="mod">
          <ac:chgData name="Venkatesh Patil" userId="d9f36aa470552ec6" providerId="LiveId" clId="{EA195962-E959-4263-8CDC-5C52306E340C}" dt="2024-02-01T19:53:25.593" v="3932" actId="20577"/>
          <ac:spMkLst>
            <pc:docMk/>
            <pc:sldMk cId="3678980050" sldId="1268"/>
            <ac:spMk id="2" creationId="{99E8BF50-85F7-89D0-EDC7-AEB9D4C67745}"/>
          </ac:spMkLst>
        </pc:spChg>
        <pc:spChg chg="mod">
          <ac:chgData name="Venkatesh Patil" userId="d9f36aa470552ec6" providerId="LiveId" clId="{EA195962-E959-4263-8CDC-5C52306E340C}" dt="2024-02-01T19:54:16.321" v="3950" actId="20577"/>
          <ac:spMkLst>
            <pc:docMk/>
            <pc:sldMk cId="3678980050" sldId="1268"/>
            <ac:spMk id="9" creationId="{05421FEB-64A8-6472-4BCE-A97BA6E84B66}"/>
          </ac:spMkLst>
        </pc:spChg>
        <pc:spChg chg="mod">
          <ac:chgData name="Venkatesh Patil" userId="d9f36aa470552ec6" providerId="LiveId" clId="{EA195962-E959-4263-8CDC-5C52306E340C}" dt="2024-02-01T19:54:25.707" v="3951" actId="14100"/>
          <ac:spMkLst>
            <pc:docMk/>
            <pc:sldMk cId="3678980050" sldId="1268"/>
            <ac:spMk id="19" creationId="{2A374C43-7B85-BE35-76F5-3061196B5AFE}"/>
          </ac:spMkLst>
        </pc:spChg>
        <pc:spChg chg="mod">
          <ac:chgData name="Venkatesh Patil" userId="d9f36aa470552ec6" providerId="LiveId" clId="{EA195962-E959-4263-8CDC-5C52306E340C}" dt="2024-02-01T19:54:29.087" v="3952" actId="14100"/>
          <ac:spMkLst>
            <pc:docMk/>
            <pc:sldMk cId="3678980050" sldId="1268"/>
            <ac:spMk id="21" creationId="{FFF4F409-ACA0-C3C8-455A-94A35B86166B}"/>
          </ac:spMkLst>
        </pc:spChg>
        <pc:spChg chg="mod">
          <ac:chgData name="Venkatesh Patil" userId="d9f36aa470552ec6" providerId="LiveId" clId="{EA195962-E959-4263-8CDC-5C52306E340C}" dt="2024-02-01T19:55:57.089" v="4072" actId="20577"/>
          <ac:spMkLst>
            <pc:docMk/>
            <pc:sldMk cId="3678980050" sldId="1268"/>
            <ac:spMk id="22" creationId="{55049265-40C3-E727-62BE-E4E9AB0D2010}"/>
          </ac:spMkLst>
        </pc:spChg>
        <pc:spChg chg="mod">
          <ac:chgData name="Venkatesh Patil" userId="d9f36aa470552ec6" providerId="LiveId" clId="{EA195962-E959-4263-8CDC-5C52306E340C}" dt="2024-02-01T19:54:32.932" v="3953" actId="14100"/>
          <ac:spMkLst>
            <pc:docMk/>
            <pc:sldMk cId="3678980050" sldId="1268"/>
            <ac:spMk id="25" creationId="{4BDA4EDE-F41C-8516-1126-A9E89C4C9833}"/>
          </ac:spMkLst>
        </pc:spChg>
        <pc:picChg chg="add mod ord">
          <ac:chgData name="Venkatesh Patil" userId="d9f36aa470552ec6" providerId="LiveId" clId="{EA195962-E959-4263-8CDC-5C52306E340C}" dt="2024-02-01T19:54:09.587" v="3945" actId="1076"/>
          <ac:picMkLst>
            <pc:docMk/>
            <pc:sldMk cId="3678980050" sldId="1268"/>
            <ac:picMk id="8" creationId="{91630FAA-A08F-4842-7FA4-3DBEA0283149}"/>
          </ac:picMkLst>
        </pc:picChg>
        <pc:picChg chg="del">
          <ac:chgData name="Venkatesh Patil" userId="d9f36aa470552ec6" providerId="LiveId" clId="{EA195962-E959-4263-8CDC-5C52306E340C}" dt="2024-02-01T19:53:46.985" v="3941" actId="478"/>
          <ac:picMkLst>
            <pc:docMk/>
            <pc:sldMk cId="3678980050" sldId="1268"/>
            <ac:picMk id="10" creationId="{73398893-410F-6054-DAE9-9D45D29E8D96}"/>
          </ac:picMkLst>
        </pc:picChg>
      </pc:sldChg>
      <pc:sldChg chg="addSp delSp modSp add mod delAnim modAnim">
        <pc:chgData name="Venkatesh Patil" userId="d9f36aa470552ec6" providerId="LiveId" clId="{EA195962-E959-4263-8CDC-5C52306E340C}" dt="2024-02-01T22:20:58.743" v="4710"/>
        <pc:sldMkLst>
          <pc:docMk/>
          <pc:sldMk cId="2953144658" sldId="1269"/>
        </pc:sldMkLst>
        <pc:spChg chg="mod">
          <ac:chgData name="Venkatesh Patil" userId="d9f36aa470552ec6" providerId="LiveId" clId="{EA195962-E959-4263-8CDC-5C52306E340C}" dt="2024-02-01T19:57:03.931" v="4090" actId="20577"/>
          <ac:spMkLst>
            <pc:docMk/>
            <pc:sldMk cId="2953144658" sldId="1269"/>
            <ac:spMk id="2" creationId="{99E8BF50-85F7-89D0-EDC7-AEB9D4C67745}"/>
          </ac:spMkLst>
        </pc:spChg>
        <pc:spChg chg="del">
          <ac:chgData name="Venkatesh Patil" userId="d9f36aa470552ec6" providerId="LiveId" clId="{EA195962-E959-4263-8CDC-5C52306E340C}" dt="2024-02-01T22:05:33.053" v="4095" actId="478"/>
          <ac:spMkLst>
            <pc:docMk/>
            <pc:sldMk cId="2953144658" sldId="1269"/>
            <ac:spMk id="9" creationId="{05421FEB-64A8-6472-4BCE-A97BA6E84B66}"/>
          </ac:spMkLst>
        </pc:spChg>
        <pc:spChg chg="add mod">
          <ac:chgData name="Venkatesh Patil" userId="d9f36aa470552ec6" providerId="LiveId" clId="{EA195962-E959-4263-8CDC-5C52306E340C}" dt="2024-02-01T22:11:05.704" v="4127" actId="20577"/>
          <ac:spMkLst>
            <pc:docMk/>
            <pc:sldMk cId="2953144658" sldId="1269"/>
            <ac:spMk id="14" creationId="{B87E6BAD-E9CA-C682-2AF4-A2C71FC2DC87}"/>
          </ac:spMkLst>
        </pc:spChg>
        <pc:spChg chg="add mod">
          <ac:chgData name="Venkatesh Patil" userId="d9f36aa470552ec6" providerId="LiveId" clId="{EA195962-E959-4263-8CDC-5C52306E340C}" dt="2024-02-01T22:11:55.433" v="4186" actId="14100"/>
          <ac:spMkLst>
            <pc:docMk/>
            <pc:sldMk cId="2953144658" sldId="1269"/>
            <ac:spMk id="15" creationId="{EC686686-AABB-B476-63D5-899B064BD8CE}"/>
          </ac:spMkLst>
        </pc:spChg>
        <pc:spChg chg="add mod">
          <ac:chgData name="Venkatesh Patil" userId="d9f36aa470552ec6" providerId="LiveId" clId="{EA195962-E959-4263-8CDC-5C52306E340C}" dt="2024-02-01T22:13:42.954" v="4276" actId="20577"/>
          <ac:spMkLst>
            <pc:docMk/>
            <pc:sldMk cId="2953144658" sldId="1269"/>
            <ac:spMk id="16" creationId="{5A168C47-7B70-FF03-EA02-9A1C9A648D36}"/>
          </ac:spMkLst>
        </pc:spChg>
        <pc:spChg chg="add mod">
          <ac:chgData name="Venkatesh Patil" userId="d9f36aa470552ec6" providerId="LiveId" clId="{EA195962-E959-4263-8CDC-5C52306E340C}" dt="2024-02-01T22:13:15.167" v="4258" actId="20577"/>
          <ac:spMkLst>
            <pc:docMk/>
            <pc:sldMk cId="2953144658" sldId="1269"/>
            <ac:spMk id="17" creationId="{FAABCDF5-EA4A-799B-4098-0AC075ECB055}"/>
          </ac:spMkLst>
        </pc:spChg>
        <pc:spChg chg="add mod">
          <ac:chgData name="Venkatesh Patil" userId="d9f36aa470552ec6" providerId="LiveId" clId="{EA195962-E959-4263-8CDC-5C52306E340C}" dt="2024-02-01T22:15:09.185" v="4303" actId="14100"/>
          <ac:spMkLst>
            <pc:docMk/>
            <pc:sldMk cId="2953144658" sldId="1269"/>
            <ac:spMk id="18" creationId="{381609C4-EEB3-4ED9-BE79-7C9B4453576B}"/>
          </ac:spMkLst>
        </pc:spChg>
        <pc:spChg chg="del mod">
          <ac:chgData name="Venkatesh Patil" userId="d9f36aa470552ec6" providerId="LiveId" clId="{EA195962-E959-4263-8CDC-5C52306E340C}" dt="2024-02-01T22:05:31.353" v="4094" actId="478"/>
          <ac:spMkLst>
            <pc:docMk/>
            <pc:sldMk cId="2953144658" sldId="1269"/>
            <ac:spMk id="19" creationId="{2A374C43-7B85-BE35-76F5-3061196B5AFE}"/>
          </ac:spMkLst>
        </pc:spChg>
        <pc:spChg chg="add mod">
          <ac:chgData name="Venkatesh Patil" userId="d9f36aa470552ec6" providerId="LiveId" clId="{EA195962-E959-4263-8CDC-5C52306E340C}" dt="2024-02-01T22:15:48.221" v="4345" actId="20577"/>
          <ac:spMkLst>
            <pc:docMk/>
            <pc:sldMk cId="2953144658" sldId="1269"/>
            <ac:spMk id="20" creationId="{58C0AD1F-F11C-6FED-B9D2-0F3F557BEE2E}"/>
          </ac:spMkLst>
        </pc:spChg>
        <pc:spChg chg="del">
          <ac:chgData name="Venkatesh Patil" userId="d9f36aa470552ec6" providerId="LiveId" clId="{EA195962-E959-4263-8CDC-5C52306E340C}" dt="2024-02-01T22:05:28.611" v="4092" actId="478"/>
          <ac:spMkLst>
            <pc:docMk/>
            <pc:sldMk cId="2953144658" sldId="1269"/>
            <ac:spMk id="21" creationId="{FFF4F409-ACA0-C3C8-455A-94A35B86166B}"/>
          </ac:spMkLst>
        </pc:spChg>
        <pc:spChg chg="del">
          <ac:chgData name="Venkatesh Patil" userId="d9f36aa470552ec6" providerId="LiveId" clId="{EA195962-E959-4263-8CDC-5C52306E340C}" dt="2024-02-01T22:06:49.867" v="4097" actId="478"/>
          <ac:spMkLst>
            <pc:docMk/>
            <pc:sldMk cId="2953144658" sldId="1269"/>
            <ac:spMk id="22" creationId="{55049265-40C3-E727-62BE-E4E9AB0D2010}"/>
          </ac:spMkLst>
        </pc:spChg>
        <pc:spChg chg="add mod">
          <ac:chgData name="Venkatesh Patil" userId="d9f36aa470552ec6" providerId="LiveId" clId="{EA195962-E959-4263-8CDC-5C52306E340C}" dt="2024-02-01T22:18:41.640" v="4523" actId="313"/>
          <ac:spMkLst>
            <pc:docMk/>
            <pc:sldMk cId="2953144658" sldId="1269"/>
            <ac:spMk id="23" creationId="{B6DED421-C085-717D-EF08-E4AA9BE714AC}"/>
          </ac:spMkLst>
        </pc:spChg>
        <pc:spChg chg="add mod">
          <ac:chgData name="Venkatesh Patil" userId="d9f36aa470552ec6" providerId="LiveId" clId="{EA195962-E959-4263-8CDC-5C52306E340C}" dt="2024-02-01T22:17:17.643" v="4474" actId="20577"/>
          <ac:spMkLst>
            <pc:docMk/>
            <pc:sldMk cId="2953144658" sldId="1269"/>
            <ac:spMk id="24" creationId="{FE4CC036-5EE0-5C2D-679E-429188F91842}"/>
          </ac:spMkLst>
        </pc:spChg>
        <pc:spChg chg="del">
          <ac:chgData name="Venkatesh Patil" userId="d9f36aa470552ec6" providerId="LiveId" clId="{EA195962-E959-4263-8CDC-5C52306E340C}" dt="2024-02-01T22:05:34.611" v="4096" actId="478"/>
          <ac:spMkLst>
            <pc:docMk/>
            <pc:sldMk cId="2953144658" sldId="1269"/>
            <ac:spMk id="25" creationId="{4BDA4EDE-F41C-8516-1126-A9E89C4C9833}"/>
          </ac:spMkLst>
        </pc:spChg>
        <pc:spChg chg="add mod">
          <ac:chgData name="Venkatesh Patil" userId="d9f36aa470552ec6" providerId="LiveId" clId="{EA195962-E959-4263-8CDC-5C52306E340C}" dt="2024-02-01T22:18:55.055" v="4524" actId="14100"/>
          <ac:spMkLst>
            <pc:docMk/>
            <pc:sldMk cId="2953144658" sldId="1269"/>
            <ac:spMk id="26" creationId="{AD2A200A-CCBD-CC61-1616-75513E217581}"/>
          </ac:spMkLst>
        </pc:spChg>
        <pc:spChg chg="add mod">
          <ac:chgData name="Venkatesh Patil" userId="d9f36aa470552ec6" providerId="LiveId" clId="{EA195962-E959-4263-8CDC-5C52306E340C}" dt="2024-02-01T22:19:48.799" v="4612" actId="14100"/>
          <ac:spMkLst>
            <pc:docMk/>
            <pc:sldMk cId="2953144658" sldId="1269"/>
            <ac:spMk id="27" creationId="{810AACA0-19C4-DC8C-03E9-96D4DC1D36E0}"/>
          </ac:spMkLst>
        </pc:spChg>
        <pc:spChg chg="add mod">
          <ac:chgData name="Venkatesh Patil" userId="d9f36aa470552ec6" providerId="LiveId" clId="{EA195962-E959-4263-8CDC-5C52306E340C}" dt="2024-02-01T22:20:41.541" v="4698" actId="14100"/>
          <ac:spMkLst>
            <pc:docMk/>
            <pc:sldMk cId="2953144658" sldId="1269"/>
            <ac:spMk id="28" creationId="{DA0BA4BE-623D-69C7-3333-7ED954E4F31D}"/>
          </ac:spMkLst>
        </pc:spChg>
        <pc:picChg chg="add del mod ord">
          <ac:chgData name="Venkatesh Patil" userId="d9f36aa470552ec6" providerId="LiveId" clId="{EA195962-E959-4263-8CDC-5C52306E340C}" dt="2024-02-01T22:09:54.159" v="4103" actId="478"/>
          <ac:picMkLst>
            <pc:docMk/>
            <pc:sldMk cId="2953144658" sldId="1269"/>
            <ac:picMk id="8" creationId="{DF91C435-A0BF-1F0D-DCC9-FCA7770AE8E6}"/>
          </ac:picMkLst>
        </pc:picChg>
        <pc:picChg chg="del">
          <ac:chgData name="Venkatesh Patil" userId="d9f36aa470552ec6" providerId="LiveId" clId="{EA195962-E959-4263-8CDC-5C52306E340C}" dt="2024-02-01T19:57:07.057" v="4091" actId="478"/>
          <ac:picMkLst>
            <pc:docMk/>
            <pc:sldMk cId="2953144658" sldId="1269"/>
            <ac:picMk id="10" creationId="{73398893-410F-6054-DAE9-9D45D29E8D96}"/>
          </ac:picMkLst>
        </pc:picChg>
        <pc:picChg chg="add mod">
          <ac:chgData name="Venkatesh Patil" userId="d9f36aa470552ec6" providerId="LiveId" clId="{EA195962-E959-4263-8CDC-5C52306E340C}" dt="2024-02-01T22:13:05.633" v="4246" actId="1076"/>
          <ac:picMkLst>
            <pc:docMk/>
            <pc:sldMk cId="2953144658" sldId="1269"/>
            <ac:picMk id="13" creationId="{83DD44E2-22CC-76C1-13F2-28CD784F3F92}"/>
          </ac:picMkLst>
        </pc:picChg>
      </pc:sldChg>
      <pc:sldChg chg="modSp add mod ord modShow">
        <pc:chgData name="Venkatesh Patil" userId="d9f36aa470552ec6" providerId="LiveId" clId="{EA195962-E959-4263-8CDC-5C52306E340C}" dt="2024-02-01T23:38:52.516" v="4981" actId="729"/>
        <pc:sldMkLst>
          <pc:docMk/>
          <pc:sldMk cId="2164431321" sldId="1270"/>
        </pc:sldMkLst>
        <pc:spChg chg="mod">
          <ac:chgData name="Venkatesh Patil" userId="d9f36aa470552ec6" providerId="LiveId" clId="{EA195962-E959-4263-8CDC-5C52306E340C}" dt="2024-02-01T23:26:37.618" v="4934" actId="20577"/>
          <ac:spMkLst>
            <pc:docMk/>
            <pc:sldMk cId="2164431321" sldId="1270"/>
            <ac:spMk id="13314" creationId="{00000000-0000-0000-0000-000000000000}"/>
          </ac:spMkLst>
        </pc:spChg>
      </pc:sldChg>
      <pc:sldChg chg="addSp delSp modSp add mod modAnim modNotesTx">
        <pc:chgData name="Venkatesh Patil" userId="d9f36aa470552ec6" providerId="LiveId" clId="{EA195962-E959-4263-8CDC-5C52306E340C}" dt="2024-02-01T23:50:45.376" v="5378" actId="20577"/>
        <pc:sldMkLst>
          <pc:docMk/>
          <pc:sldMk cId="1777756154" sldId="1271"/>
        </pc:sldMkLst>
        <pc:spChg chg="add mod">
          <ac:chgData name="Venkatesh Patil" userId="d9f36aa470552ec6" providerId="LiveId" clId="{EA195962-E959-4263-8CDC-5C52306E340C}" dt="2024-02-01T23:50:45.376" v="5378" actId="20577"/>
          <ac:spMkLst>
            <pc:docMk/>
            <pc:sldMk cId="1777756154" sldId="1271"/>
            <ac:spMk id="2" creationId="{3A6B116E-8241-3E6D-59A2-0D89ED94194F}"/>
          </ac:spMkLst>
        </pc:spChg>
        <pc:spChg chg="add mod">
          <ac:chgData name="Venkatesh Patil" userId="d9f36aa470552ec6" providerId="LiveId" clId="{EA195962-E959-4263-8CDC-5C52306E340C}" dt="2024-02-01T23:27:34.129" v="4955" actId="2711"/>
          <ac:spMkLst>
            <pc:docMk/>
            <pc:sldMk cId="1777756154" sldId="1271"/>
            <ac:spMk id="10" creationId="{DB361266-FB22-4C69-89C1-BB8F36A79B23}"/>
          </ac:spMkLst>
        </pc:spChg>
        <pc:spChg chg="add mod">
          <ac:chgData name="Venkatesh Patil" userId="d9f36aa470552ec6" providerId="LiveId" clId="{EA195962-E959-4263-8CDC-5C52306E340C}" dt="2024-02-01T23:27:27.595" v="4954" actId="2711"/>
          <ac:spMkLst>
            <pc:docMk/>
            <pc:sldMk cId="1777756154" sldId="1271"/>
            <ac:spMk id="11" creationId="{623857D8-063C-C8F7-ED94-B4019CFE0FB1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4" creationId="{2F840C27-94EA-DCDC-AB96-4C44FE47EE5E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6" creationId="{63247C42-85D9-DFB4-8837-813DD5AB8179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7" creationId="{FD17F63E-B2C0-C7B5-9703-FB0D1018191E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8" creationId="{D7C1F1E4-EAE9-70DF-FC35-0A4AF1EB18A1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9" creationId="{8A10AE35-55E2-EE0E-4277-1CB8DE5114DB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2" creationId="{B143234B-70E1-8EDC-5785-78DF74B55158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3" creationId="{B642DF32-2D89-0E39-332A-081858861E17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4" creationId="{7B9FB51B-CF53-599C-2350-9CFB7F228307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5" creationId="{A3B82CD5-73F7-9D78-29B5-75397F9EE83F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6" creationId="{A486AC25-78ED-BD7B-B2FE-8CDB1EF341CB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7" creationId="{8691D426-3A81-16CD-0883-C68A55FE7FF3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8" creationId="{0D1E0FBD-DFC6-4CE5-1FFC-731015BE1B7C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29" creationId="{360BB3D6-0195-B07D-5EA1-7C9D241C18AD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30" creationId="{65AEECEA-FEA4-9FEC-81DC-A86D9508D72B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31" creationId="{7D64FEEF-D88B-A655-13F5-57ED5B90886E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3312" creationId="{44DC07A0-65D6-F598-C361-D472EB47F94E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3313" creationId="{396CC781-C4C3-4F18-7480-4A5054C594D6}"/>
          </ac:spMkLst>
        </pc:spChg>
        <pc:spChg chg="del">
          <ac:chgData name="Venkatesh Patil" userId="d9f36aa470552ec6" providerId="LiveId" clId="{EA195962-E959-4263-8CDC-5C52306E340C}" dt="2024-02-01T23:26:51.682" v="4937" actId="478"/>
          <ac:spMkLst>
            <pc:docMk/>
            <pc:sldMk cId="1777756154" sldId="1271"/>
            <ac:spMk id="13314" creationId="{00000000-0000-0000-0000-000000000000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3315" creationId="{4E96F33B-2BAB-367D-D231-E47C8627011C}"/>
          </ac:spMkLst>
        </pc:spChg>
        <pc:spChg chg="mod">
          <ac:chgData name="Venkatesh Patil" userId="d9f36aa470552ec6" providerId="LiveId" clId="{EA195962-E959-4263-8CDC-5C52306E340C}" dt="2024-02-01T23:27:39.294" v="4956"/>
          <ac:spMkLst>
            <pc:docMk/>
            <pc:sldMk cId="1777756154" sldId="1271"/>
            <ac:spMk id="13316" creationId="{0D1438C2-1C9B-F3D2-80B6-50BC88B362C9}"/>
          </ac:spMkLst>
        </pc:spChg>
        <pc:spChg chg="add mod">
          <ac:chgData name="Venkatesh Patil" userId="d9f36aa470552ec6" providerId="LiveId" clId="{EA195962-E959-4263-8CDC-5C52306E340C}" dt="2024-02-01T23:50:40.576" v="5373" actId="1076"/>
          <ac:spMkLst>
            <pc:docMk/>
            <pc:sldMk cId="1777756154" sldId="1271"/>
            <ac:spMk id="13317" creationId="{48140D6C-FE6E-C5B7-CDB7-E8E7239C516E}"/>
          </ac:spMkLst>
        </pc:spChg>
        <pc:grpChg chg="del">
          <ac:chgData name="Venkatesh Patil" userId="d9f36aa470552ec6" providerId="LiveId" clId="{EA195962-E959-4263-8CDC-5C52306E340C}" dt="2024-02-01T23:26:49.021" v="4936" actId="478"/>
          <ac:grpSpMkLst>
            <pc:docMk/>
            <pc:sldMk cId="1777756154" sldId="1271"/>
            <ac:grpSpMk id="6" creationId="{3A1822BA-EC7B-DEBF-9AFC-D02541521D1A}"/>
          </ac:grpSpMkLst>
        </pc:grpChg>
        <pc:grpChg chg="add mod">
          <ac:chgData name="Venkatesh Patil" userId="d9f36aa470552ec6" providerId="LiveId" clId="{EA195962-E959-4263-8CDC-5C52306E340C}" dt="2024-02-01T23:28:16.231" v="4960" actId="1076"/>
          <ac:grpSpMkLst>
            <pc:docMk/>
            <pc:sldMk cId="1777756154" sldId="1271"/>
            <ac:grpSpMk id="12" creationId="{1379FB5A-D42A-7AA5-E32A-32C44D84406D}"/>
          </ac:grpSpMkLst>
        </pc:grpChg>
        <pc:grpChg chg="mod">
          <ac:chgData name="Venkatesh Patil" userId="d9f36aa470552ec6" providerId="LiveId" clId="{EA195962-E959-4263-8CDC-5C52306E340C}" dt="2024-02-01T23:27:39.294" v="4956"/>
          <ac:grpSpMkLst>
            <pc:docMk/>
            <pc:sldMk cId="1777756154" sldId="1271"/>
            <ac:grpSpMk id="15" creationId="{9316AA6F-22E9-A1A5-9E83-308566CD828F}"/>
          </ac:grpSpMkLst>
        </pc:grpChg>
        <pc:picChg chg="add mod">
          <ac:chgData name="Venkatesh Patil" userId="d9f36aa470552ec6" providerId="LiveId" clId="{EA195962-E959-4263-8CDC-5C52306E340C}" dt="2024-02-01T23:27:07.362" v="4951" actId="1076"/>
          <ac:picMkLst>
            <pc:docMk/>
            <pc:sldMk cId="1777756154" sldId="1271"/>
            <ac:picMk id="9" creationId="{72E71C68-E5A0-928B-6600-231BA412F0C6}"/>
          </ac:picMkLst>
        </pc:picChg>
        <pc:picChg chg="mod">
          <ac:chgData name="Venkatesh Patil" userId="d9f36aa470552ec6" providerId="LiveId" clId="{EA195962-E959-4263-8CDC-5C52306E340C}" dt="2024-02-01T23:27:39.294" v="4956"/>
          <ac:picMkLst>
            <pc:docMk/>
            <pc:sldMk cId="1777756154" sldId="1271"/>
            <ac:picMk id="13" creationId="{0E3A51AC-4483-710A-165E-FF04C442A240}"/>
          </ac:picMkLst>
        </pc:picChg>
        <pc:picChg chg="mod">
          <ac:chgData name="Venkatesh Patil" userId="d9f36aa470552ec6" providerId="LiveId" clId="{EA195962-E959-4263-8CDC-5C52306E340C}" dt="2024-02-01T23:27:39.294" v="4956"/>
          <ac:picMkLst>
            <pc:docMk/>
            <pc:sldMk cId="1777756154" sldId="1271"/>
            <ac:picMk id="20" creationId="{9BD420B7-601B-C883-DA72-2700E5616705}"/>
          </ac:picMkLst>
        </pc:picChg>
        <pc:picChg chg="mod">
          <ac:chgData name="Venkatesh Patil" userId="d9f36aa470552ec6" providerId="LiveId" clId="{EA195962-E959-4263-8CDC-5C52306E340C}" dt="2024-02-01T23:27:39.294" v="4956"/>
          <ac:picMkLst>
            <pc:docMk/>
            <pc:sldMk cId="1777756154" sldId="1271"/>
            <ac:picMk id="21" creationId="{E209D8A4-AD03-C3B4-E40E-757BCB3E38C9}"/>
          </ac:picMkLst>
        </pc:picChg>
      </pc:sldChg>
      <pc:sldChg chg="addSp delSp modSp add mod ord delAnim modShow">
        <pc:chgData name="Venkatesh Patil" userId="d9f36aa470552ec6" providerId="LiveId" clId="{EA195962-E959-4263-8CDC-5C52306E340C}" dt="2024-02-01T23:38:54.409" v="4982" actId="729"/>
        <pc:sldMkLst>
          <pc:docMk/>
          <pc:sldMk cId="1527686152" sldId="1272"/>
        </pc:sldMkLst>
        <pc:spChg chg="del">
          <ac:chgData name="Venkatesh Patil" userId="d9f36aa470552ec6" providerId="LiveId" clId="{EA195962-E959-4263-8CDC-5C52306E340C}" dt="2024-02-01T23:34:18.625" v="4972" actId="478"/>
          <ac:spMkLst>
            <pc:docMk/>
            <pc:sldMk cId="1527686152" sldId="1272"/>
            <ac:spMk id="10" creationId="{DB361266-FB22-4C69-89C1-BB8F36A79B23}"/>
          </ac:spMkLst>
        </pc:spChg>
        <pc:spChg chg="del mod">
          <ac:chgData name="Venkatesh Patil" userId="d9f36aa470552ec6" providerId="LiveId" clId="{EA195962-E959-4263-8CDC-5C52306E340C}" dt="2024-02-01T23:34:19.758" v="4973" actId="478"/>
          <ac:spMkLst>
            <pc:docMk/>
            <pc:sldMk cId="1527686152" sldId="1272"/>
            <ac:spMk id="11" creationId="{623857D8-063C-C8F7-ED94-B4019CFE0FB1}"/>
          </ac:spMkLst>
        </pc:spChg>
        <pc:spChg chg="del mod">
          <ac:chgData name="Venkatesh Patil" userId="d9f36aa470552ec6" providerId="LiveId" clId="{EA195962-E959-4263-8CDC-5C52306E340C}" dt="2024-02-01T23:34:13.932" v="4969" actId="478"/>
          <ac:spMkLst>
            <pc:docMk/>
            <pc:sldMk cId="1527686152" sldId="1272"/>
            <ac:spMk id="13317" creationId="{48140D6C-FE6E-C5B7-CDB7-E8E7239C516E}"/>
          </ac:spMkLst>
        </pc:spChg>
        <pc:grpChg chg="del">
          <ac:chgData name="Venkatesh Patil" userId="d9f36aa470552ec6" providerId="LiveId" clId="{EA195962-E959-4263-8CDC-5C52306E340C}" dt="2024-02-01T23:34:11.320" v="4967" actId="478"/>
          <ac:grpSpMkLst>
            <pc:docMk/>
            <pc:sldMk cId="1527686152" sldId="1272"/>
            <ac:grpSpMk id="12" creationId="{1379FB5A-D42A-7AA5-E32A-32C44D84406D}"/>
          </ac:grpSpMkLst>
        </pc:grpChg>
        <pc:picChg chg="add mod">
          <ac:chgData name="Venkatesh Patil" userId="d9f36aa470552ec6" providerId="LiveId" clId="{EA195962-E959-4263-8CDC-5C52306E340C}" dt="2024-02-01T23:34:23.143" v="4975" actId="1076"/>
          <ac:picMkLst>
            <pc:docMk/>
            <pc:sldMk cId="1527686152" sldId="1272"/>
            <ac:picMk id="7" creationId="{C60B5DED-F8D6-7C37-7692-8B798DA84C04}"/>
          </ac:picMkLst>
        </pc:picChg>
        <pc:picChg chg="del">
          <ac:chgData name="Venkatesh Patil" userId="d9f36aa470552ec6" providerId="LiveId" clId="{EA195962-E959-4263-8CDC-5C52306E340C}" dt="2024-02-01T23:34:14.759" v="4970" actId="478"/>
          <ac:picMkLst>
            <pc:docMk/>
            <pc:sldMk cId="1527686152" sldId="1272"/>
            <ac:picMk id="9" creationId="{72E71C68-E5A0-928B-6600-231BA412F0C6}"/>
          </ac:picMkLst>
        </pc:picChg>
      </pc:sldChg>
      <pc:sldChg chg="addSp delSp modSp add mod modAnim">
        <pc:chgData name="Venkatesh Patil" userId="d9f36aa470552ec6" providerId="LiveId" clId="{EA195962-E959-4263-8CDC-5C52306E340C}" dt="2024-02-01T23:49:30.391" v="5359"/>
        <pc:sldMkLst>
          <pc:docMk/>
          <pc:sldMk cId="145747121" sldId="1273"/>
        </pc:sldMkLst>
        <pc:spChg chg="mod">
          <ac:chgData name="Venkatesh Patil" userId="d9f36aa470552ec6" providerId="LiveId" clId="{EA195962-E959-4263-8CDC-5C52306E340C}" dt="2024-02-01T23:42:15.646" v="5032" actId="20577"/>
          <ac:spMkLst>
            <pc:docMk/>
            <pc:sldMk cId="145747121" sldId="1273"/>
            <ac:spMk id="2" creationId="{99E8BF50-85F7-89D0-EDC7-AEB9D4C67745}"/>
          </ac:spMkLst>
        </pc:spChg>
        <pc:spChg chg="mod">
          <ac:chgData name="Venkatesh Patil" userId="d9f36aa470552ec6" providerId="LiveId" clId="{EA195962-E959-4263-8CDC-5C52306E340C}" dt="2024-02-01T23:49:11.059" v="5357" actId="20577"/>
          <ac:spMkLst>
            <pc:docMk/>
            <pc:sldMk cId="145747121" sldId="1273"/>
            <ac:spMk id="3" creationId="{E2B2E24C-621E-60FD-8622-E48AFEA72431}"/>
          </ac:spMkLst>
        </pc:spChg>
        <pc:spChg chg="del">
          <ac:chgData name="Venkatesh Patil" userId="d9f36aa470552ec6" providerId="LiveId" clId="{EA195962-E959-4263-8CDC-5C52306E340C}" dt="2024-02-01T23:42:25.047" v="5034" actId="478"/>
          <ac:spMkLst>
            <pc:docMk/>
            <pc:sldMk cId="145747121" sldId="1273"/>
            <ac:spMk id="10" creationId="{C0B3EA5C-194C-7219-6933-FD33E94E0B78}"/>
          </ac:spMkLst>
        </pc:spChg>
        <pc:grpChg chg="del">
          <ac:chgData name="Venkatesh Patil" userId="d9f36aa470552ec6" providerId="LiveId" clId="{EA195962-E959-4263-8CDC-5C52306E340C}" dt="2024-02-01T23:42:18.438" v="5033" actId="478"/>
          <ac:grpSpMkLst>
            <pc:docMk/>
            <pc:sldMk cId="145747121" sldId="1273"/>
            <ac:grpSpMk id="15" creationId="{31881BF1-617F-6190-F3D8-70D99CC6FA4E}"/>
          </ac:grpSpMkLst>
        </pc:grpChg>
        <pc:picChg chg="add mod">
          <ac:chgData name="Venkatesh Patil" userId="d9f36aa470552ec6" providerId="LiveId" clId="{EA195962-E959-4263-8CDC-5C52306E340C}" dt="2024-02-01T23:48:05.809" v="5345" actId="1076"/>
          <ac:picMkLst>
            <pc:docMk/>
            <pc:sldMk cId="145747121" sldId="1273"/>
            <ac:picMk id="14" creationId="{D3F2C8EE-4406-6F24-634F-98C0E5978599}"/>
          </ac:picMkLst>
        </pc:picChg>
      </pc:sldChg>
      <pc:sldChg chg="modSp add mod ord modShow">
        <pc:chgData name="Venkatesh Patil" userId="d9f36aa470552ec6" providerId="LiveId" clId="{EA195962-E959-4263-8CDC-5C52306E340C}" dt="2024-02-01T23:58:51.549" v="5447" actId="729"/>
        <pc:sldMkLst>
          <pc:docMk/>
          <pc:sldMk cId="4099753324" sldId="1274"/>
        </pc:sldMkLst>
        <pc:spChg chg="mod">
          <ac:chgData name="Venkatesh Patil" userId="d9f36aa470552ec6" providerId="LiveId" clId="{EA195962-E959-4263-8CDC-5C52306E340C}" dt="2024-02-01T23:57:21.982" v="5434" actId="20577"/>
          <ac:spMkLst>
            <pc:docMk/>
            <pc:sldMk cId="4099753324" sldId="1274"/>
            <ac:spMk id="13314" creationId="{00000000-0000-0000-0000-000000000000}"/>
          </ac:spMkLst>
        </pc:spChg>
      </pc:sldChg>
      <pc:sldChg chg="add ord">
        <pc:chgData name="Venkatesh Patil" userId="d9f36aa470552ec6" providerId="LiveId" clId="{EA195962-E959-4263-8CDC-5C52306E340C}" dt="2024-02-01T23:56:58.714" v="5408"/>
        <pc:sldMkLst>
          <pc:docMk/>
          <pc:sldMk cId="2352265622" sldId="1275"/>
        </pc:sldMkLst>
      </pc:sldChg>
      <pc:sldMasterChg chg="delSldLayout">
        <pc:chgData name="Venkatesh Patil" userId="d9f36aa470552ec6" providerId="LiveId" clId="{EA195962-E959-4263-8CDC-5C52306E340C}" dt="2024-02-01T23:52:40.725" v="5380" actId="47"/>
        <pc:sldMasterMkLst>
          <pc:docMk/>
          <pc:sldMasterMk cId="3053075354" sldId="2147483672"/>
        </pc:sldMasterMkLst>
        <pc:sldLayoutChg chg="del">
          <pc:chgData name="Venkatesh Patil" userId="d9f36aa470552ec6" providerId="LiveId" clId="{EA195962-E959-4263-8CDC-5C52306E340C}" dt="2024-02-01T23:52:40.725" v="5380" actId="47"/>
          <pc:sldLayoutMkLst>
            <pc:docMk/>
            <pc:sldMasterMk cId="3053075354" sldId="2147483672"/>
            <pc:sldLayoutMk cId="3069058884" sldId="2147483676"/>
          </pc:sldLayoutMkLst>
        </pc:sldLayoutChg>
      </pc:sldMasterChg>
    </pc:docChg>
  </pc:docChgLst>
  <pc:docChgLst>
    <pc:chgData name="Venkatesh Patil" userId="d9f36aa470552ec6" providerId="LiveId" clId="{B226FD29-3B42-456F-8A99-33688C1AD0AC}"/>
    <pc:docChg chg="undo custSel addSld delSld modSld sldOrd modMainMaster">
      <pc:chgData name="Venkatesh Patil" userId="d9f36aa470552ec6" providerId="LiveId" clId="{B226FD29-3B42-456F-8A99-33688C1AD0AC}" dt="2024-05-28T16:44:39.344" v="1720" actId="20577"/>
      <pc:docMkLst>
        <pc:docMk/>
      </pc:docMkLst>
      <pc:sldChg chg="modSp mod">
        <pc:chgData name="Venkatesh Patil" userId="d9f36aa470552ec6" providerId="LiveId" clId="{B226FD29-3B42-456F-8A99-33688C1AD0AC}" dt="2024-05-28T16:44:39.344" v="1720" actId="20577"/>
        <pc:sldMkLst>
          <pc:docMk/>
          <pc:sldMk cId="3526645437" sldId="781"/>
        </pc:sldMkLst>
        <pc:spChg chg="mod">
          <ac:chgData name="Venkatesh Patil" userId="d9f36aa470552ec6" providerId="LiveId" clId="{B226FD29-3B42-456F-8A99-33688C1AD0AC}" dt="2024-05-28T16:44:39.344" v="1720" actId="20577"/>
          <ac:spMkLst>
            <pc:docMk/>
            <pc:sldMk cId="3526645437" sldId="781"/>
            <ac:spMk id="2" creationId="{E42BD60D-5E55-7134-84BD-1CF383695861}"/>
          </ac:spMkLst>
        </pc:spChg>
        <pc:spChg chg="mod">
          <ac:chgData name="Venkatesh Patil" userId="d9f36aa470552ec6" providerId="LiveId" clId="{B226FD29-3B42-456F-8A99-33688C1AD0AC}" dt="2024-05-26T17:55:17.905" v="300" actId="1076"/>
          <ac:spMkLst>
            <pc:docMk/>
            <pc:sldMk cId="3526645437" sldId="781"/>
            <ac:spMk id="13314" creationId="{00000000-0000-0000-0000-000000000000}"/>
          </ac:spMkLst>
        </pc:spChg>
        <pc:grpChg chg="mod">
          <ac:chgData name="Venkatesh Patil" userId="d9f36aa470552ec6" providerId="LiveId" clId="{B226FD29-3B42-456F-8A99-33688C1AD0AC}" dt="2024-05-26T17:54:52.855" v="294" actId="1076"/>
          <ac:grpSpMkLst>
            <pc:docMk/>
            <pc:sldMk cId="3526645437" sldId="781"/>
            <ac:grpSpMk id="6" creationId="{3A1822BA-EC7B-DEBF-9AFC-D02541521D1A}"/>
          </ac:grpSpMkLst>
        </pc:grpChg>
      </pc:sldChg>
      <pc:sldChg chg="modSp mod">
        <pc:chgData name="Venkatesh Patil" userId="d9f36aa470552ec6" providerId="LiveId" clId="{B226FD29-3B42-456F-8A99-33688C1AD0AC}" dt="2024-05-28T16:37:25.846" v="1651" actId="20577"/>
        <pc:sldMkLst>
          <pc:docMk/>
          <pc:sldMk cId="3690305819" sldId="1082"/>
        </pc:sldMkLst>
        <pc:spChg chg="mod">
          <ac:chgData name="Venkatesh Patil" userId="d9f36aa470552ec6" providerId="LiveId" clId="{B226FD29-3B42-456F-8A99-33688C1AD0AC}" dt="2024-05-28T16:37:25.846" v="1651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delSp modSp mod">
        <pc:chgData name="Venkatesh Patil" userId="d9f36aa470552ec6" providerId="LiveId" clId="{B226FD29-3B42-456F-8A99-33688C1AD0AC}" dt="2024-05-28T16:37:57.792" v="1668" actId="478"/>
        <pc:sldMkLst>
          <pc:docMk/>
          <pc:sldMk cId="3502830358" sldId="1256"/>
        </pc:sldMkLst>
        <pc:spChg chg="mod">
          <ac:chgData name="Venkatesh Patil" userId="d9f36aa470552ec6" providerId="LiveId" clId="{B226FD29-3B42-456F-8A99-33688C1AD0AC}" dt="2024-05-28T16:37:47.744" v="1667" actId="20577"/>
          <ac:spMkLst>
            <pc:docMk/>
            <pc:sldMk cId="3502830358" sldId="1256"/>
            <ac:spMk id="6" creationId="{FF43D8F2-F3AD-C3A9-E8D2-1CF411116A6D}"/>
          </ac:spMkLst>
        </pc:spChg>
        <pc:spChg chg="del">
          <ac:chgData name="Venkatesh Patil" userId="d9f36aa470552ec6" providerId="LiveId" clId="{B226FD29-3B42-456F-8A99-33688C1AD0AC}" dt="2024-05-28T16:37:57.792" v="1668" actId="478"/>
          <ac:spMkLst>
            <pc:docMk/>
            <pc:sldMk cId="3502830358" sldId="1256"/>
            <ac:spMk id="9" creationId="{A18E786D-1CE1-6252-538A-762F1D775432}"/>
          </ac:spMkLst>
        </pc:spChg>
      </pc:sldChg>
      <pc:sldChg chg="modSp mod">
        <pc:chgData name="Venkatesh Patil" userId="d9f36aa470552ec6" providerId="LiveId" clId="{B226FD29-3B42-456F-8A99-33688C1AD0AC}" dt="2024-05-28T16:43:35.374" v="1693" actId="20577"/>
        <pc:sldMkLst>
          <pc:docMk/>
          <pc:sldMk cId="2650919241" sldId="1275"/>
        </pc:sldMkLst>
        <pc:spChg chg="mod">
          <ac:chgData name="Venkatesh Patil" userId="d9f36aa470552ec6" providerId="LiveId" clId="{B226FD29-3B42-456F-8A99-33688C1AD0AC}" dt="2024-05-28T16:43:35.374" v="1693" actId="20577"/>
          <ac:spMkLst>
            <pc:docMk/>
            <pc:sldMk cId="2650919241" sldId="1275"/>
            <ac:spMk id="3" creationId="{E5FC261A-722B-BF20-143E-8281EC29DDB7}"/>
          </ac:spMkLst>
        </pc:spChg>
      </pc:sldChg>
      <pc:sldChg chg="add">
        <pc:chgData name="Venkatesh Patil" userId="d9f36aa470552ec6" providerId="LiveId" clId="{B226FD29-3B42-456F-8A99-33688C1AD0AC}" dt="2024-05-28T16:40:22.854" v="1678"/>
        <pc:sldMkLst>
          <pc:docMk/>
          <pc:sldMk cId="3195465880" sldId="1296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657785682" sldId="1319"/>
        </pc:sldMkLst>
      </pc:sldChg>
      <pc:sldChg chg="addSp delSp modSp mod">
        <pc:chgData name="Venkatesh Patil" userId="d9f36aa470552ec6" providerId="LiveId" clId="{B226FD29-3B42-456F-8A99-33688C1AD0AC}" dt="2024-05-26T17:58:31.070" v="390"/>
        <pc:sldMkLst>
          <pc:docMk/>
          <pc:sldMk cId="2720690196" sldId="1339"/>
        </pc:sldMkLst>
        <pc:spChg chg="mod">
          <ac:chgData name="Venkatesh Patil" userId="d9f36aa470552ec6" providerId="LiveId" clId="{B226FD29-3B42-456F-8A99-33688C1AD0AC}" dt="2024-05-26T17:57:55.835" v="380" actId="20577"/>
          <ac:spMkLst>
            <pc:docMk/>
            <pc:sldMk cId="2720690196" sldId="1339"/>
            <ac:spMk id="2" creationId="{52AD9B88-90EF-EEFA-3452-735746A4B166}"/>
          </ac:spMkLst>
        </pc:spChg>
        <pc:spChg chg="mod">
          <ac:chgData name="Venkatesh Patil" userId="d9f36aa470552ec6" providerId="LiveId" clId="{B226FD29-3B42-456F-8A99-33688C1AD0AC}" dt="2024-05-26T17:58:19.301" v="389" actId="2711"/>
          <ac:spMkLst>
            <pc:docMk/>
            <pc:sldMk cId="2720690196" sldId="1339"/>
            <ac:spMk id="4" creationId="{72D35E9E-9A1C-108C-7875-9B404F6C2BAA}"/>
          </ac:spMkLst>
        </pc:spChg>
        <pc:spChg chg="del">
          <ac:chgData name="Venkatesh Patil" userId="d9f36aa470552ec6" providerId="LiveId" clId="{B226FD29-3B42-456F-8A99-33688C1AD0AC}" dt="2024-05-26T17:58:02.085" v="382" actId="478"/>
          <ac:spMkLst>
            <pc:docMk/>
            <pc:sldMk cId="2720690196" sldId="1339"/>
            <ac:spMk id="12" creationId="{F0DC93B4-4A4E-3ADE-8DE9-801639B06996}"/>
          </ac:spMkLst>
        </pc:spChg>
        <pc:spChg chg="del">
          <ac:chgData name="Venkatesh Patil" userId="d9f36aa470552ec6" providerId="LiveId" clId="{B226FD29-3B42-456F-8A99-33688C1AD0AC}" dt="2024-05-26T17:58:02.085" v="382" actId="478"/>
          <ac:spMkLst>
            <pc:docMk/>
            <pc:sldMk cId="2720690196" sldId="1339"/>
            <ac:spMk id="13" creationId="{6F3DC873-A729-EDC4-686F-A10B7EB30F58}"/>
          </ac:spMkLst>
        </pc:spChg>
        <pc:spChg chg="mod">
          <ac:chgData name="Venkatesh Patil" userId="d9f36aa470552ec6" providerId="LiveId" clId="{B226FD29-3B42-456F-8A99-33688C1AD0AC}" dt="2024-05-26T17:58:31.070" v="390"/>
          <ac:spMkLst>
            <pc:docMk/>
            <pc:sldMk cId="2720690196" sldId="1339"/>
            <ac:spMk id="15" creationId="{BBFEE773-406D-F851-11C2-91AD6C4A8231}"/>
          </ac:spMkLst>
        </pc:spChg>
        <pc:spChg chg="mod">
          <ac:chgData name="Venkatesh Patil" userId="d9f36aa470552ec6" providerId="LiveId" clId="{B226FD29-3B42-456F-8A99-33688C1AD0AC}" dt="2024-05-26T17:58:31.070" v="390"/>
          <ac:spMkLst>
            <pc:docMk/>
            <pc:sldMk cId="2720690196" sldId="1339"/>
            <ac:spMk id="20" creationId="{5A4766E2-97A1-D042-E5B8-DD8D8CC4BB5E}"/>
          </ac:spMkLst>
        </pc:spChg>
        <pc:spChg chg="mod">
          <ac:chgData name="Venkatesh Patil" userId="d9f36aa470552ec6" providerId="LiveId" clId="{B226FD29-3B42-456F-8A99-33688C1AD0AC}" dt="2024-05-26T17:58:31.070" v="390"/>
          <ac:spMkLst>
            <pc:docMk/>
            <pc:sldMk cId="2720690196" sldId="1339"/>
            <ac:spMk id="21" creationId="{07E54FD1-CFE3-4A29-4416-9C0D69B9124D}"/>
          </ac:spMkLst>
        </pc:spChg>
        <pc:spChg chg="mod">
          <ac:chgData name="Venkatesh Patil" userId="d9f36aa470552ec6" providerId="LiveId" clId="{B226FD29-3B42-456F-8A99-33688C1AD0AC}" dt="2024-05-26T17:58:31.070" v="390"/>
          <ac:spMkLst>
            <pc:docMk/>
            <pc:sldMk cId="2720690196" sldId="1339"/>
            <ac:spMk id="30" creationId="{A35B542D-CC68-F913-278D-BF7A3AB27A6A}"/>
          </ac:spMkLst>
        </pc:spChg>
        <pc:spChg chg="mod">
          <ac:chgData name="Venkatesh Patil" userId="d9f36aa470552ec6" providerId="LiveId" clId="{B226FD29-3B42-456F-8A99-33688C1AD0AC}" dt="2024-05-26T17:58:31.070" v="390"/>
          <ac:spMkLst>
            <pc:docMk/>
            <pc:sldMk cId="2720690196" sldId="1339"/>
            <ac:spMk id="32" creationId="{AF32D0E3-5218-030B-29D8-0F5B3D03DA48}"/>
          </ac:spMkLst>
        </pc:spChg>
        <pc:grpChg chg="del">
          <ac:chgData name="Venkatesh Patil" userId="d9f36aa470552ec6" providerId="LiveId" clId="{B226FD29-3B42-456F-8A99-33688C1AD0AC}" dt="2024-05-26T17:58:02.085" v="382" actId="478"/>
          <ac:grpSpMkLst>
            <pc:docMk/>
            <pc:sldMk cId="2720690196" sldId="1339"/>
            <ac:grpSpMk id="3" creationId="{8B604C71-3D94-EF2D-D8C4-72FCF741335D}"/>
          </ac:grpSpMkLst>
        </pc:grpChg>
        <pc:grpChg chg="add mod">
          <ac:chgData name="Venkatesh Patil" userId="d9f36aa470552ec6" providerId="LiveId" clId="{B226FD29-3B42-456F-8A99-33688C1AD0AC}" dt="2024-05-26T17:58:31.070" v="390"/>
          <ac:grpSpMkLst>
            <pc:docMk/>
            <pc:sldMk cId="2720690196" sldId="1339"/>
            <ac:grpSpMk id="14" creationId="{91E4E59B-259E-A99C-9E06-718AABEC404E}"/>
          </ac:grpSpMkLst>
        </pc:grpChg>
        <pc:grpChg chg="del">
          <ac:chgData name="Venkatesh Patil" userId="d9f36aa470552ec6" providerId="LiveId" clId="{B226FD29-3B42-456F-8A99-33688C1AD0AC}" dt="2024-05-26T17:58:07.940" v="386" actId="478"/>
          <ac:grpSpMkLst>
            <pc:docMk/>
            <pc:sldMk cId="2720690196" sldId="1339"/>
            <ac:grpSpMk id="50" creationId="{E3ACE31C-3E7B-B92B-99FD-1125A0A1D406}"/>
          </ac:grpSpMkLst>
        </pc:grpChg>
        <pc:grpChg chg="del">
          <ac:chgData name="Venkatesh Patil" userId="d9f36aa470552ec6" providerId="LiveId" clId="{B226FD29-3B42-456F-8A99-33688C1AD0AC}" dt="2024-05-26T17:58:07.201" v="385" actId="478"/>
          <ac:grpSpMkLst>
            <pc:docMk/>
            <pc:sldMk cId="2720690196" sldId="1339"/>
            <ac:grpSpMk id="51" creationId="{8EBDA853-DB9F-0874-5296-0FCB4399F2F6}"/>
          </ac:grpSpMkLst>
        </pc:grpChg>
        <pc:grpChg chg="del">
          <ac:chgData name="Venkatesh Patil" userId="d9f36aa470552ec6" providerId="LiveId" clId="{B226FD29-3B42-456F-8A99-33688C1AD0AC}" dt="2024-05-26T17:58:06.402" v="384" actId="478"/>
          <ac:grpSpMkLst>
            <pc:docMk/>
            <pc:sldMk cId="2720690196" sldId="1339"/>
            <ac:grpSpMk id="54" creationId="{1794B51D-54A3-0257-2BE6-3A2446797B6A}"/>
          </ac:grpSpMkLst>
        </pc:grpChg>
        <pc:grpChg chg="del">
          <ac:chgData name="Venkatesh Patil" userId="d9f36aa470552ec6" providerId="LiveId" clId="{B226FD29-3B42-456F-8A99-33688C1AD0AC}" dt="2024-05-26T17:57:59.540" v="381" actId="478"/>
          <ac:grpSpMkLst>
            <pc:docMk/>
            <pc:sldMk cId="2720690196" sldId="1339"/>
            <ac:grpSpMk id="81" creationId="{968B05AE-E6B5-5635-F5E5-435B0044ABAB}"/>
          </ac:grpSpMkLst>
        </pc:grpChg>
        <pc:picChg chg="add mod">
          <ac:chgData name="Venkatesh Patil" userId="d9f36aa470552ec6" providerId="LiveId" clId="{B226FD29-3B42-456F-8A99-33688C1AD0AC}" dt="2024-05-26T17:58:31.070" v="390"/>
          <ac:picMkLst>
            <pc:docMk/>
            <pc:sldMk cId="2720690196" sldId="1339"/>
            <ac:picMk id="34" creationId="{6F822E7C-2958-7852-C34A-196A925E8C3B}"/>
          </ac:picMkLst>
        </pc:picChg>
        <pc:picChg chg="add mod">
          <ac:chgData name="Venkatesh Patil" userId="d9f36aa470552ec6" providerId="LiveId" clId="{B226FD29-3B42-456F-8A99-33688C1AD0AC}" dt="2024-05-26T17:58:31.070" v="390"/>
          <ac:picMkLst>
            <pc:docMk/>
            <pc:sldMk cId="2720690196" sldId="1339"/>
            <ac:picMk id="36" creationId="{D3466AF3-9231-BF71-B9C8-BB462A59D62E}"/>
          </ac:picMkLst>
        </pc:picChg>
        <pc:cxnChg chg="mod">
          <ac:chgData name="Venkatesh Patil" userId="d9f36aa470552ec6" providerId="LiveId" clId="{B226FD29-3B42-456F-8A99-33688C1AD0AC}" dt="2024-05-26T17:58:31.070" v="390"/>
          <ac:cxnSpMkLst>
            <pc:docMk/>
            <pc:sldMk cId="2720690196" sldId="1339"/>
            <ac:cxnSpMk id="16" creationId="{108C99B6-53E5-70BF-5B0A-97716F4E4934}"/>
          </ac:cxnSpMkLst>
        </pc:cxnChg>
        <pc:cxnChg chg="mod">
          <ac:chgData name="Venkatesh Patil" userId="d9f36aa470552ec6" providerId="LiveId" clId="{B226FD29-3B42-456F-8A99-33688C1AD0AC}" dt="2024-05-26T17:58:31.070" v="390"/>
          <ac:cxnSpMkLst>
            <pc:docMk/>
            <pc:sldMk cId="2720690196" sldId="1339"/>
            <ac:cxnSpMk id="17" creationId="{EC86DC5E-7268-663B-9FB6-3B41A2884208}"/>
          </ac:cxnSpMkLst>
        </pc:cxnChg>
        <pc:cxnChg chg="mod">
          <ac:chgData name="Venkatesh Patil" userId="d9f36aa470552ec6" providerId="LiveId" clId="{B226FD29-3B42-456F-8A99-33688C1AD0AC}" dt="2024-05-26T17:58:31.070" v="390"/>
          <ac:cxnSpMkLst>
            <pc:docMk/>
            <pc:sldMk cId="2720690196" sldId="1339"/>
            <ac:cxnSpMk id="18" creationId="{D4427BDE-C549-0DFB-AFEA-9E674965263E}"/>
          </ac:cxnSpMkLst>
        </pc:cxnChg>
        <pc:cxnChg chg="mod">
          <ac:chgData name="Venkatesh Patil" userId="d9f36aa470552ec6" providerId="LiveId" clId="{B226FD29-3B42-456F-8A99-33688C1AD0AC}" dt="2024-05-26T17:58:31.070" v="390"/>
          <ac:cxnSpMkLst>
            <pc:docMk/>
            <pc:sldMk cId="2720690196" sldId="1339"/>
            <ac:cxnSpMk id="19" creationId="{CE783792-4926-C5DF-FE7C-F8F8827A6792}"/>
          </ac:cxnSpMkLst>
        </pc:cxnChg>
        <pc:cxnChg chg="mod">
          <ac:chgData name="Venkatesh Patil" userId="d9f36aa470552ec6" providerId="LiveId" clId="{B226FD29-3B42-456F-8A99-33688C1AD0AC}" dt="2024-05-26T17:57:59.540" v="381" actId="478"/>
          <ac:cxnSpMkLst>
            <pc:docMk/>
            <pc:sldMk cId="2720690196" sldId="1339"/>
            <ac:cxnSpMk id="69" creationId="{F6595CC3-809F-35FA-C916-5001539FAF4D}"/>
          </ac:cxnSpMkLst>
        </pc:cxnChg>
        <pc:cxnChg chg="mod">
          <ac:chgData name="Venkatesh Patil" userId="d9f36aa470552ec6" providerId="LiveId" clId="{B226FD29-3B42-456F-8A99-33688C1AD0AC}" dt="2024-05-26T17:57:59.540" v="381" actId="478"/>
          <ac:cxnSpMkLst>
            <pc:docMk/>
            <pc:sldMk cId="2720690196" sldId="1339"/>
            <ac:cxnSpMk id="76" creationId="{4A67F4F8-3AA1-C3DA-72D5-AF35472F548F}"/>
          </ac:cxnSpMkLst>
        </pc:cxnChg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160562351" sldId="1356"/>
        </pc:sldMkLst>
      </pc:sldChg>
      <pc:sldChg chg="delSp modSp mod ord">
        <pc:chgData name="Venkatesh Patil" userId="d9f36aa470552ec6" providerId="LiveId" clId="{B226FD29-3B42-456F-8A99-33688C1AD0AC}" dt="2024-05-28T16:40:34.292" v="1682"/>
        <pc:sldMkLst>
          <pc:docMk/>
          <pc:sldMk cId="3129909375" sldId="1361"/>
        </pc:sldMkLst>
        <pc:spChg chg="mod">
          <ac:chgData name="Venkatesh Patil" userId="d9f36aa470552ec6" providerId="LiveId" clId="{B226FD29-3B42-456F-8A99-33688C1AD0AC}" dt="2024-05-26T17:56:07.833" v="346" actId="6549"/>
          <ac:spMkLst>
            <pc:docMk/>
            <pc:sldMk cId="3129909375" sldId="1361"/>
            <ac:spMk id="4" creationId="{FF7A47C3-1A35-DFAD-96EE-ED0E1D8C6CF5}"/>
          </ac:spMkLst>
        </pc:spChg>
        <pc:spChg chg="mod">
          <ac:chgData name="Venkatesh Patil" userId="d9f36aa470552ec6" providerId="LiveId" clId="{B226FD29-3B42-456F-8A99-33688C1AD0AC}" dt="2024-05-26T17:55:38.716" v="345" actId="20577"/>
          <ac:spMkLst>
            <pc:docMk/>
            <pc:sldMk cId="3129909375" sldId="1361"/>
            <ac:spMk id="13314" creationId="{66310736-D693-BC9D-8371-6A03BE0601AA}"/>
          </ac:spMkLst>
        </pc:spChg>
        <pc:grpChg chg="del">
          <ac:chgData name="Venkatesh Patil" userId="d9f36aa470552ec6" providerId="LiveId" clId="{B226FD29-3B42-456F-8A99-33688C1AD0AC}" dt="2024-05-26T17:56:11.587" v="347" actId="478"/>
          <ac:grpSpMkLst>
            <pc:docMk/>
            <pc:sldMk cId="3129909375" sldId="1361"/>
            <ac:grpSpMk id="5" creationId="{17253ED1-BAE2-7198-82E9-CB9AAC13C7DC}"/>
          </ac:grpSpMkLst>
        </pc:grpChg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4117695437" sldId="1363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299283882" sldId="1364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59942122" sldId="1365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996473001" sldId="1366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306722583" sldId="1367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2299614819" sldId="1368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456293968" sldId="1372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305644977" sldId="1376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3213691078" sldId="1392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25159620" sldId="1394"/>
        </pc:sldMkLst>
      </pc:sldChg>
      <pc:sldChg chg="delSp add mod">
        <pc:chgData name="Venkatesh Patil" userId="d9f36aa470552ec6" providerId="LiveId" clId="{B226FD29-3B42-456F-8A99-33688C1AD0AC}" dt="2024-05-28T16:41:06.560" v="1685" actId="478"/>
        <pc:sldMkLst>
          <pc:docMk/>
          <pc:sldMk cId="4187391686" sldId="1395"/>
        </pc:sldMkLst>
        <pc:spChg chg="del">
          <ac:chgData name="Venkatesh Patil" userId="d9f36aa470552ec6" providerId="LiveId" clId="{B226FD29-3B42-456F-8A99-33688C1AD0AC}" dt="2024-05-28T16:41:06.560" v="1685" actId="478"/>
          <ac:spMkLst>
            <pc:docMk/>
            <pc:sldMk cId="4187391686" sldId="1395"/>
            <ac:spMk id="4" creationId="{94AB82BE-CC1A-AAC5-E28F-C370135E6C80}"/>
          </ac:spMkLst>
        </pc:spChg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486097027" sldId="1396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2193031" sldId="1397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4088496214" sldId="1398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4294074937" sldId="1399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2470788446" sldId="1400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4236395000" sldId="1401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2248297794" sldId="1402"/>
        </pc:sldMkLst>
      </pc:sldChg>
      <pc:sldChg chg="delSp modSp add mod">
        <pc:chgData name="Venkatesh Patil" userId="d9f36aa470552ec6" providerId="LiveId" clId="{B226FD29-3B42-456F-8A99-33688C1AD0AC}" dt="2024-05-28T16:41:01.655" v="1684" actId="478"/>
        <pc:sldMkLst>
          <pc:docMk/>
          <pc:sldMk cId="4123347718" sldId="1402"/>
        </pc:sldMkLst>
        <pc:spChg chg="del mod">
          <ac:chgData name="Venkatesh Patil" userId="d9f36aa470552ec6" providerId="LiveId" clId="{B226FD29-3B42-456F-8A99-33688C1AD0AC}" dt="2024-05-28T16:41:01.655" v="1684" actId="478"/>
          <ac:spMkLst>
            <pc:docMk/>
            <pc:sldMk cId="4123347718" sldId="1402"/>
            <ac:spMk id="4" creationId="{F46CD2EB-B61A-A758-CC86-CA479959FAC2}"/>
          </ac:spMkLst>
        </pc:spChg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4176065042" sldId="1403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3570423276" sldId="1404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636959084" sldId="1405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652986243" sldId="1406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3834454431" sldId="1407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3965338872" sldId="1410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2579610239" sldId="1411"/>
        </pc:sldMkLst>
      </pc:sldChg>
      <pc:sldChg chg="del">
        <pc:chgData name="Venkatesh Patil" userId="d9f36aa470552ec6" providerId="LiveId" clId="{B226FD29-3B42-456F-8A99-33688C1AD0AC}" dt="2024-05-26T18:57:24.050" v="1395" actId="47"/>
        <pc:sldMkLst>
          <pc:docMk/>
          <pc:sldMk cId="1570398157" sldId="1412"/>
        </pc:sldMkLst>
      </pc:sldChg>
      <pc:sldChg chg="addSp delSp modSp add mod">
        <pc:chgData name="Venkatesh Patil" userId="d9f36aa470552ec6" providerId="LiveId" clId="{B226FD29-3B42-456F-8A99-33688C1AD0AC}" dt="2024-05-26T18:01:05.569" v="433" actId="14100"/>
        <pc:sldMkLst>
          <pc:docMk/>
          <pc:sldMk cId="3166277443" sldId="1413"/>
        </pc:sldMkLst>
        <pc:spChg chg="mod">
          <ac:chgData name="Venkatesh Patil" userId="d9f36aa470552ec6" providerId="LiveId" clId="{B226FD29-3B42-456F-8A99-33688C1AD0AC}" dt="2024-05-26T17:59:06.816" v="421" actId="20577"/>
          <ac:spMkLst>
            <pc:docMk/>
            <pc:sldMk cId="3166277443" sldId="1413"/>
            <ac:spMk id="2" creationId="{52AD9B88-90EF-EEFA-3452-735746A4B166}"/>
          </ac:spMkLst>
        </pc:spChg>
        <pc:grpChg chg="del">
          <ac:chgData name="Venkatesh Patil" userId="d9f36aa470552ec6" providerId="LiveId" clId="{B226FD29-3B42-456F-8A99-33688C1AD0AC}" dt="2024-05-26T17:59:11.603" v="422" actId="478"/>
          <ac:grpSpMkLst>
            <pc:docMk/>
            <pc:sldMk cId="3166277443" sldId="1413"/>
            <ac:grpSpMk id="14" creationId="{91E4E59B-259E-A99C-9E06-718AABEC404E}"/>
          </ac:grpSpMkLst>
        </pc:grpChg>
        <pc:picChg chg="add mod">
          <ac:chgData name="Venkatesh Patil" userId="d9f36aa470552ec6" providerId="LiveId" clId="{B226FD29-3B42-456F-8A99-33688C1AD0AC}" dt="2024-05-26T18:01:01.036" v="432" actId="14100"/>
          <ac:picMkLst>
            <pc:docMk/>
            <pc:sldMk cId="3166277443" sldId="1413"/>
            <ac:picMk id="9" creationId="{57E1997F-CF8A-DE68-884A-223B0C72BA70}"/>
          </ac:picMkLst>
        </pc:picChg>
        <pc:picChg chg="del">
          <ac:chgData name="Venkatesh Patil" userId="d9f36aa470552ec6" providerId="LiveId" clId="{B226FD29-3B42-456F-8A99-33688C1AD0AC}" dt="2024-05-26T17:59:12.248" v="423" actId="478"/>
          <ac:picMkLst>
            <pc:docMk/>
            <pc:sldMk cId="3166277443" sldId="1413"/>
            <ac:picMk id="34" creationId="{6F822E7C-2958-7852-C34A-196A925E8C3B}"/>
          </ac:picMkLst>
        </pc:picChg>
        <pc:picChg chg="del">
          <ac:chgData name="Venkatesh Patil" userId="d9f36aa470552ec6" providerId="LiveId" clId="{B226FD29-3B42-456F-8A99-33688C1AD0AC}" dt="2024-05-26T17:59:12.986" v="424" actId="478"/>
          <ac:picMkLst>
            <pc:docMk/>
            <pc:sldMk cId="3166277443" sldId="1413"/>
            <ac:picMk id="36" creationId="{D3466AF3-9231-BF71-B9C8-BB462A59D62E}"/>
          </ac:picMkLst>
        </pc:picChg>
        <pc:cxnChg chg="add del mod">
          <ac:chgData name="Venkatesh Patil" userId="d9f36aa470552ec6" providerId="LiveId" clId="{B226FD29-3B42-456F-8A99-33688C1AD0AC}" dt="2024-05-26T18:01:05.569" v="433" actId="14100"/>
          <ac:cxnSpMkLst>
            <pc:docMk/>
            <pc:sldMk cId="3166277443" sldId="1413"/>
            <ac:cxnSpMk id="7" creationId="{6814EC41-B600-0F1B-1139-329B5949D231}"/>
          </ac:cxnSpMkLst>
        </pc:cxnChg>
      </pc:sldChg>
      <pc:sldChg chg="addSp delSp modSp add mod ord">
        <pc:chgData name="Venkatesh Patil" userId="d9f36aa470552ec6" providerId="LiveId" clId="{B226FD29-3B42-456F-8A99-33688C1AD0AC}" dt="2024-05-28T16:38:27.156" v="1670"/>
        <pc:sldMkLst>
          <pc:docMk/>
          <pc:sldMk cId="2435024730" sldId="1414"/>
        </pc:sldMkLst>
        <pc:spChg chg="mod">
          <ac:chgData name="Venkatesh Patil" userId="d9f36aa470552ec6" providerId="LiveId" clId="{B226FD29-3B42-456F-8A99-33688C1AD0AC}" dt="2024-05-26T18:01:59.910" v="501" actId="20577"/>
          <ac:spMkLst>
            <pc:docMk/>
            <pc:sldMk cId="2435024730" sldId="1414"/>
            <ac:spMk id="2" creationId="{52AD9B88-90EF-EEFA-3452-735746A4B166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8" creationId="{2B7776F3-F9CF-9DC0-21D2-E3204078430E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9" creationId="{5AC13B9E-9DFA-7BB0-1F12-D8886FC03361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10" creationId="{83C9B4D1-6674-C726-19FE-5B5B61D07DCA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11" creationId="{4B9DDEF2-935F-89CD-E91D-F5B239F980C7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12" creationId="{5C713FAB-4ECE-067A-351E-0DF89377C4B3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13" creationId="{DA4CCC47-7AAF-046D-0DA3-DE1384E6EABA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22" creationId="{3ED66278-C0A9-C4E9-3282-B3BE958B3561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23" creationId="{9CF77788-A295-3865-E756-C7AF5F8196A3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24" creationId="{B232A3AA-3223-6BA1-D473-AD642C067B00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25" creationId="{CE950446-C39E-EA73-CE2A-3DA5704CB2CD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33" creationId="{3E5EB618-58AD-0940-08BA-99332A8293CD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35" creationId="{B5B61E5D-3E86-E8C0-B45E-9D3746344CD1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37" creationId="{4CFE6873-4D46-3A9F-49BD-37B5ADFD285F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38" creationId="{0200B0D8-7857-52A3-9853-F5A227E80DD3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39" creationId="{52A4EA60-F7BC-3EA5-FC12-508CB2477769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0" creationId="{5F87D682-135A-B326-E6A9-435289BFD0DF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1" creationId="{C6D88F2F-744E-FAAF-3B57-4F68BA94557D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2" creationId="{AFD48B55-6E14-C69F-D9AE-7C0F78B691DA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3" creationId="{538781B5-A388-0405-A964-E7DEFE8280D1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4" creationId="{AB2BFBC4-B648-4AEB-5429-F1B0383FA4DB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5" creationId="{49D4E3B0-F062-059E-31F1-6F4ECE688BCF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6" creationId="{1E1C9171-5095-93AF-2D7E-E01DF09CD1FE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7" creationId="{57BB2A00-16DD-D306-1412-D613A438AFD1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48" creationId="{A8AE1687-7244-B5FE-ABFC-DEBF3E662129}"/>
          </ac:spMkLst>
        </pc:spChg>
        <pc:spChg chg="mod">
          <ac:chgData name="Venkatesh Patil" userId="d9f36aa470552ec6" providerId="LiveId" clId="{B226FD29-3B42-456F-8A99-33688C1AD0AC}" dt="2024-05-26T18:01:39.182" v="438"/>
          <ac:spMkLst>
            <pc:docMk/>
            <pc:sldMk cId="2435024730" sldId="1414"/>
            <ac:spMk id="50" creationId="{84BE279D-6505-6D70-F979-1A3B76AA5CF8}"/>
          </ac:spMkLst>
        </pc:spChg>
        <pc:spChg chg="add mod">
          <ac:chgData name="Venkatesh Patil" userId="d9f36aa470552ec6" providerId="LiveId" clId="{B226FD29-3B42-456F-8A99-33688C1AD0AC}" dt="2024-05-26T18:02:26.244" v="502"/>
          <ac:spMkLst>
            <pc:docMk/>
            <pc:sldMk cId="2435024730" sldId="1414"/>
            <ac:spMk id="51" creationId="{5D121FB2-7906-9646-E63C-D40B8971C0B6}"/>
          </ac:spMkLst>
        </pc:spChg>
        <pc:spChg chg="add mod">
          <ac:chgData name="Venkatesh Patil" userId="d9f36aa470552ec6" providerId="LiveId" clId="{B226FD29-3B42-456F-8A99-33688C1AD0AC}" dt="2024-05-26T18:02:26.244" v="502"/>
          <ac:spMkLst>
            <pc:docMk/>
            <pc:sldMk cId="2435024730" sldId="1414"/>
            <ac:spMk id="52" creationId="{9A0D0E2A-AE22-0F2F-ED58-A49CD3F7C531}"/>
          </ac:spMkLst>
        </pc:spChg>
        <pc:spChg chg="add mod">
          <ac:chgData name="Venkatesh Patil" userId="d9f36aa470552ec6" providerId="LiveId" clId="{B226FD29-3B42-456F-8A99-33688C1AD0AC}" dt="2024-05-26T18:02:26.244" v="502"/>
          <ac:spMkLst>
            <pc:docMk/>
            <pc:sldMk cId="2435024730" sldId="1414"/>
            <ac:spMk id="53" creationId="{7B1E915D-8FAE-86AA-4C05-E96ECE61CDB4}"/>
          </ac:spMkLst>
        </pc:spChg>
        <pc:spChg chg="add mod">
          <ac:chgData name="Venkatesh Patil" userId="d9f36aa470552ec6" providerId="LiveId" clId="{B226FD29-3B42-456F-8A99-33688C1AD0AC}" dt="2024-05-26T18:02:26.244" v="502"/>
          <ac:spMkLst>
            <pc:docMk/>
            <pc:sldMk cId="2435024730" sldId="1414"/>
            <ac:spMk id="54" creationId="{F8842DC5-DB2C-593B-59EB-2BB02CC840F3}"/>
          </ac:spMkLst>
        </pc:spChg>
        <pc:spChg chg="add mod">
          <ac:chgData name="Venkatesh Patil" userId="d9f36aa470552ec6" providerId="LiveId" clId="{B226FD29-3B42-456F-8A99-33688C1AD0AC}" dt="2024-05-26T18:02:32.974" v="503"/>
          <ac:spMkLst>
            <pc:docMk/>
            <pc:sldMk cId="2435024730" sldId="1414"/>
            <ac:spMk id="55" creationId="{67364151-7E9A-CB1B-316F-2251BCF3B488}"/>
          </ac:spMkLst>
        </pc:spChg>
        <pc:spChg chg="add mod">
          <ac:chgData name="Venkatesh Patil" userId="d9f36aa470552ec6" providerId="LiveId" clId="{B226FD29-3B42-456F-8A99-33688C1AD0AC}" dt="2024-05-26T18:02:48.648" v="504"/>
          <ac:spMkLst>
            <pc:docMk/>
            <pc:sldMk cId="2435024730" sldId="1414"/>
            <ac:spMk id="56" creationId="{8C1ED650-D6BE-774B-8B3E-CC64F6A04690}"/>
          </ac:spMkLst>
        </pc:spChg>
        <pc:spChg chg="add mod">
          <ac:chgData name="Venkatesh Patil" userId="d9f36aa470552ec6" providerId="LiveId" clId="{B226FD29-3B42-456F-8A99-33688C1AD0AC}" dt="2024-05-26T18:02:48.648" v="504"/>
          <ac:spMkLst>
            <pc:docMk/>
            <pc:sldMk cId="2435024730" sldId="1414"/>
            <ac:spMk id="57" creationId="{B4FE2417-8A7F-0AA1-778F-23B4E21E52DE}"/>
          </ac:spMkLst>
        </pc:spChg>
        <pc:grpChg chg="add mod">
          <ac:chgData name="Venkatesh Patil" userId="d9f36aa470552ec6" providerId="LiveId" clId="{B226FD29-3B42-456F-8A99-33688C1AD0AC}" dt="2024-05-26T18:01:39.182" v="438"/>
          <ac:grpSpMkLst>
            <pc:docMk/>
            <pc:sldMk cId="2435024730" sldId="1414"/>
            <ac:grpSpMk id="3" creationId="{55766220-42FF-12CE-C5C2-4426B03F774C}"/>
          </ac:grpSpMkLst>
        </pc:grpChg>
        <pc:grpChg chg="del">
          <ac:chgData name="Venkatesh Patil" userId="d9f36aa470552ec6" providerId="LiveId" clId="{B226FD29-3B42-456F-8A99-33688C1AD0AC}" dt="2024-05-26T18:01:36.337" v="435" actId="478"/>
          <ac:grpSpMkLst>
            <pc:docMk/>
            <pc:sldMk cId="2435024730" sldId="1414"/>
            <ac:grpSpMk id="14" creationId="{91E4E59B-259E-A99C-9E06-718AABEC404E}"/>
          </ac:grpSpMkLst>
        </pc:grpChg>
        <pc:picChg chg="del">
          <ac:chgData name="Venkatesh Patil" userId="d9f36aa470552ec6" providerId="LiveId" clId="{B226FD29-3B42-456F-8A99-33688C1AD0AC}" dt="2024-05-26T18:01:37.123" v="436" actId="478"/>
          <ac:picMkLst>
            <pc:docMk/>
            <pc:sldMk cId="2435024730" sldId="1414"/>
            <ac:picMk id="34" creationId="{6F822E7C-2958-7852-C34A-196A925E8C3B}"/>
          </ac:picMkLst>
        </pc:picChg>
        <pc:picChg chg="del">
          <ac:chgData name="Venkatesh Patil" userId="d9f36aa470552ec6" providerId="LiveId" clId="{B226FD29-3B42-456F-8A99-33688C1AD0AC}" dt="2024-05-26T18:01:37.767" v="437" actId="478"/>
          <ac:picMkLst>
            <pc:docMk/>
            <pc:sldMk cId="2435024730" sldId="1414"/>
            <ac:picMk id="36" creationId="{D3466AF3-9231-BF71-B9C8-BB462A59D62E}"/>
          </ac:picMkLst>
        </pc:picChg>
        <pc:cxnChg chg="mod">
          <ac:chgData name="Venkatesh Patil" userId="d9f36aa470552ec6" providerId="LiveId" clId="{B226FD29-3B42-456F-8A99-33688C1AD0AC}" dt="2024-05-26T18:01:39.182" v="438"/>
          <ac:cxnSpMkLst>
            <pc:docMk/>
            <pc:sldMk cId="2435024730" sldId="1414"/>
            <ac:cxnSpMk id="26" creationId="{1DF80AD8-D57F-34A0-B53A-2A34F842EA6E}"/>
          </ac:cxnSpMkLst>
        </pc:cxnChg>
        <pc:cxnChg chg="mod">
          <ac:chgData name="Venkatesh Patil" userId="d9f36aa470552ec6" providerId="LiveId" clId="{B226FD29-3B42-456F-8A99-33688C1AD0AC}" dt="2024-05-26T18:01:39.182" v="438"/>
          <ac:cxnSpMkLst>
            <pc:docMk/>
            <pc:sldMk cId="2435024730" sldId="1414"/>
            <ac:cxnSpMk id="27" creationId="{D84EB77F-9784-B3D0-35D5-64A3C8BE6116}"/>
          </ac:cxnSpMkLst>
        </pc:cxnChg>
        <pc:cxnChg chg="mod">
          <ac:chgData name="Venkatesh Patil" userId="d9f36aa470552ec6" providerId="LiveId" clId="{B226FD29-3B42-456F-8A99-33688C1AD0AC}" dt="2024-05-26T18:01:39.182" v="438"/>
          <ac:cxnSpMkLst>
            <pc:docMk/>
            <pc:sldMk cId="2435024730" sldId="1414"/>
            <ac:cxnSpMk id="28" creationId="{825807E4-E884-22BA-97FF-A6A461155775}"/>
          </ac:cxnSpMkLst>
        </pc:cxnChg>
        <pc:cxnChg chg="mod">
          <ac:chgData name="Venkatesh Patil" userId="d9f36aa470552ec6" providerId="LiveId" clId="{B226FD29-3B42-456F-8A99-33688C1AD0AC}" dt="2024-05-26T18:01:39.182" v="438"/>
          <ac:cxnSpMkLst>
            <pc:docMk/>
            <pc:sldMk cId="2435024730" sldId="1414"/>
            <ac:cxnSpMk id="29" creationId="{970B53E0-3542-5DE4-CD58-FE38FE363FA8}"/>
          </ac:cxnSpMkLst>
        </pc:cxnChg>
        <pc:cxnChg chg="mod">
          <ac:chgData name="Venkatesh Patil" userId="d9f36aa470552ec6" providerId="LiveId" clId="{B226FD29-3B42-456F-8A99-33688C1AD0AC}" dt="2024-05-26T18:01:39.182" v="438"/>
          <ac:cxnSpMkLst>
            <pc:docMk/>
            <pc:sldMk cId="2435024730" sldId="1414"/>
            <ac:cxnSpMk id="31" creationId="{0FDE78D4-800D-587F-600F-A1F7EFE0ABC3}"/>
          </ac:cxnSpMkLst>
        </pc:cxnChg>
        <pc:cxnChg chg="mod">
          <ac:chgData name="Venkatesh Patil" userId="d9f36aa470552ec6" providerId="LiveId" clId="{B226FD29-3B42-456F-8A99-33688C1AD0AC}" dt="2024-05-26T18:01:39.182" v="438"/>
          <ac:cxnSpMkLst>
            <pc:docMk/>
            <pc:sldMk cId="2435024730" sldId="1414"/>
            <ac:cxnSpMk id="49" creationId="{35B384B2-702A-0771-44A6-C4134CB4154B}"/>
          </ac:cxnSpMkLst>
        </pc:cxnChg>
      </pc:sldChg>
      <pc:sldChg chg="addSp delSp modSp add mod">
        <pc:chgData name="Venkatesh Patil" userId="d9f36aa470552ec6" providerId="LiveId" clId="{B226FD29-3B42-456F-8A99-33688C1AD0AC}" dt="2024-05-26T18:47:02.957" v="1176" actId="9405"/>
        <pc:sldMkLst>
          <pc:docMk/>
          <pc:sldMk cId="3521656688" sldId="1415"/>
        </pc:sldMkLst>
        <pc:spChg chg="mod">
          <ac:chgData name="Venkatesh Patil" userId="d9f36aa470552ec6" providerId="LiveId" clId="{B226FD29-3B42-456F-8A99-33688C1AD0AC}" dt="2024-05-26T18:05:35.359" v="562" actId="20577"/>
          <ac:spMkLst>
            <pc:docMk/>
            <pc:sldMk cId="3521656688" sldId="1415"/>
            <ac:spMk id="2" creationId="{52AD9B88-90EF-EEFA-3452-735746A4B166}"/>
          </ac:spMkLst>
        </pc:spChg>
        <pc:spChg chg="add mod">
          <ac:chgData name="Venkatesh Patil" userId="d9f36aa470552ec6" providerId="LiveId" clId="{B226FD29-3B42-456F-8A99-33688C1AD0AC}" dt="2024-05-26T18:45:31.324" v="1130" actId="767"/>
          <ac:spMkLst>
            <pc:docMk/>
            <pc:sldMk cId="3521656688" sldId="1415"/>
            <ac:spMk id="10" creationId="{F9C829BB-41D8-CDF1-1EFF-D0FE8941402F}"/>
          </ac:spMkLst>
        </pc:spChg>
        <pc:spChg chg="add mod">
          <ac:chgData name="Venkatesh Patil" userId="d9f36aa470552ec6" providerId="LiveId" clId="{B226FD29-3B42-456F-8A99-33688C1AD0AC}" dt="2024-05-26T18:46:21.120" v="1173" actId="1076"/>
          <ac:spMkLst>
            <pc:docMk/>
            <pc:sldMk cId="3521656688" sldId="1415"/>
            <ac:spMk id="11" creationId="{5D680970-984B-E179-47EB-150E574630C7}"/>
          </ac:spMkLst>
        </pc:spChg>
        <pc:picChg chg="add mod">
          <ac:chgData name="Venkatesh Patil" userId="d9f36aa470552ec6" providerId="LiveId" clId="{B226FD29-3B42-456F-8A99-33688C1AD0AC}" dt="2024-05-26T18:45:29.970" v="1129" actId="1076"/>
          <ac:picMkLst>
            <pc:docMk/>
            <pc:sldMk cId="3521656688" sldId="1415"/>
            <ac:picMk id="8" creationId="{39107004-7FB9-351F-CDE1-110D606338CD}"/>
          </ac:picMkLst>
        </pc:picChg>
        <pc:picChg chg="del">
          <ac:chgData name="Venkatesh Patil" userId="d9f36aa470552ec6" providerId="LiveId" clId="{B226FD29-3B42-456F-8A99-33688C1AD0AC}" dt="2024-05-26T18:04:46.661" v="543" actId="478"/>
          <ac:picMkLst>
            <pc:docMk/>
            <pc:sldMk cId="3521656688" sldId="1415"/>
            <ac:picMk id="9" creationId="{57E1997F-CF8A-DE68-884A-223B0C72BA70}"/>
          </ac:picMkLst>
        </pc:picChg>
        <pc:picChg chg="add mod">
          <ac:chgData name="Venkatesh Patil" userId="d9f36aa470552ec6" providerId="LiveId" clId="{B226FD29-3B42-456F-8A99-33688C1AD0AC}" dt="2024-05-26T18:46:55.863" v="1175" actId="1076"/>
          <ac:picMkLst>
            <pc:docMk/>
            <pc:sldMk cId="3521656688" sldId="1415"/>
            <ac:picMk id="13" creationId="{D2DCCCCD-C22A-5893-BC47-50DE7CC7E617}"/>
          </ac:picMkLst>
        </pc:picChg>
        <pc:inkChg chg="add">
          <ac:chgData name="Venkatesh Patil" userId="d9f36aa470552ec6" providerId="LiveId" clId="{B226FD29-3B42-456F-8A99-33688C1AD0AC}" dt="2024-05-26T18:47:02.957" v="1176" actId="9405"/>
          <ac:inkMkLst>
            <pc:docMk/>
            <pc:sldMk cId="3521656688" sldId="1415"/>
            <ac:inkMk id="14" creationId="{26843AB4-6CF4-D388-8D2E-3374CF29BE90}"/>
          </ac:inkMkLst>
        </pc:inkChg>
      </pc:sldChg>
      <pc:sldChg chg="addSp delSp modSp add mod">
        <pc:chgData name="Venkatesh Patil" userId="d9f36aa470552ec6" providerId="LiveId" clId="{B226FD29-3B42-456F-8A99-33688C1AD0AC}" dt="2024-05-26T18:47:16.516" v="1179" actId="9405"/>
        <pc:sldMkLst>
          <pc:docMk/>
          <pc:sldMk cId="74292712" sldId="1416"/>
        </pc:sldMkLst>
        <pc:spChg chg="mod">
          <ac:chgData name="Venkatesh Patil" userId="d9f36aa470552ec6" providerId="LiveId" clId="{B226FD29-3B42-456F-8A99-33688C1AD0AC}" dt="2024-05-26T18:06:01.208" v="568" actId="20577"/>
          <ac:spMkLst>
            <pc:docMk/>
            <pc:sldMk cId="74292712" sldId="1416"/>
            <ac:spMk id="2" creationId="{52AD9B88-90EF-EEFA-3452-735746A4B166}"/>
          </ac:spMkLst>
        </pc:spChg>
        <pc:picChg chg="del">
          <ac:chgData name="Venkatesh Patil" userId="d9f36aa470552ec6" providerId="LiveId" clId="{B226FD29-3B42-456F-8A99-33688C1AD0AC}" dt="2024-05-26T18:06:10.179" v="569" actId="478"/>
          <ac:picMkLst>
            <pc:docMk/>
            <pc:sldMk cId="74292712" sldId="1416"/>
            <ac:picMk id="8" creationId="{39107004-7FB9-351F-CDE1-110D606338CD}"/>
          </ac:picMkLst>
        </pc:picChg>
        <pc:picChg chg="add mod">
          <ac:chgData name="Venkatesh Patil" userId="d9f36aa470552ec6" providerId="LiveId" clId="{B226FD29-3B42-456F-8A99-33688C1AD0AC}" dt="2024-05-26T18:06:31.509" v="572" actId="1076"/>
          <ac:picMkLst>
            <pc:docMk/>
            <pc:sldMk cId="74292712" sldId="1416"/>
            <ac:picMk id="9" creationId="{4C0076D5-41D2-CEC4-2754-D032DD692980}"/>
          </ac:picMkLst>
        </pc:picChg>
        <pc:picChg chg="add mod">
          <ac:chgData name="Venkatesh Patil" userId="d9f36aa470552ec6" providerId="LiveId" clId="{B226FD29-3B42-456F-8A99-33688C1AD0AC}" dt="2024-05-26T18:47:10.861" v="1178" actId="1076"/>
          <ac:picMkLst>
            <pc:docMk/>
            <pc:sldMk cId="74292712" sldId="1416"/>
            <ac:picMk id="11" creationId="{0850A681-2C6D-9720-09BA-8BC714878322}"/>
          </ac:picMkLst>
        </pc:picChg>
        <pc:inkChg chg="add">
          <ac:chgData name="Venkatesh Patil" userId="d9f36aa470552ec6" providerId="LiveId" clId="{B226FD29-3B42-456F-8A99-33688C1AD0AC}" dt="2024-05-26T18:47:16.516" v="1179" actId="9405"/>
          <ac:inkMkLst>
            <pc:docMk/>
            <pc:sldMk cId="74292712" sldId="1416"/>
            <ac:inkMk id="12" creationId="{5315F172-28CB-0DC3-32F1-A36291035AB4}"/>
          </ac:inkMkLst>
        </pc:inkChg>
      </pc:sldChg>
      <pc:sldChg chg="addSp delSp modSp add mod">
        <pc:chgData name="Venkatesh Patil" userId="d9f36aa470552ec6" providerId="LiveId" clId="{B226FD29-3B42-456F-8A99-33688C1AD0AC}" dt="2024-05-26T18:47:33.523" v="1182" actId="9405"/>
        <pc:sldMkLst>
          <pc:docMk/>
          <pc:sldMk cId="305537053" sldId="1417"/>
        </pc:sldMkLst>
        <pc:spChg chg="mod">
          <ac:chgData name="Venkatesh Patil" userId="d9f36aa470552ec6" providerId="LiveId" clId="{B226FD29-3B42-456F-8A99-33688C1AD0AC}" dt="2024-05-26T18:06:37.347" v="575" actId="20577"/>
          <ac:spMkLst>
            <pc:docMk/>
            <pc:sldMk cId="305537053" sldId="1417"/>
            <ac:spMk id="2" creationId="{52AD9B88-90EF-EEFA-3452-735746A4B166}"/>
          </ac:spMkLst>
        </pc:spChg>
        <pc:picChg chg="add mod">
          <ac:chgData name="Venkatesh Patil" userId="d9f36aa470552ec6" providerId="LiveId" clId="{B226FD29-3B42-456F-8A99-33688C1AD0AC}" dt="2024-05-26T18:06:57.723" v="578" actId="1076"/>
          <ac:picMkLst>
            <pc:docMk/>
            <pc:sldMk cId="305537053" sldId="1417"/>
            <ac:picMk id="8" creationId="{7E5F9380-8788-A8E2-B9ED-485E07FBD2C1}"/>
          </ac:picMkLst>
        </pc:picChg>
        <pc:picChg chg="del">
          <ac:chgData name="Venkatesh Patil" userId="d9f36aa470552ec6" providerId="LiveId" clId="{B226FD29-3B42-456F-8A99-33688C1AD0AC}" dt="2024-05-26T18:06:39.214" v="576" actId="478"/>
          <ac:picMkLst>
            <pc:docMk/>
            <pc:sldMk cId="305537053" sldId="1417"/>
            <ac:picMk id="9" creationId="{4C0076D5-41D2-CEC4-2754-D032DD692980}"/>
          </ac:picMkLst>
        </pc:picChg>
        <pc:picChg chg="add mod">
          <ac:chgData name="Venkatesh Patil" userId="d9f36aa470552ec6" providerId="LiveId" clId="{B226FD29-3B42-456F-8A99-33688C1AD0AC}" dt="2024-05-26T18:47:28.134" v="1181" actId="1076"/>
          <ac:picMkLst>
            <pc:docMk/>
            <pc:sldMk cId="305537053" sldId="1417"/>
            <ac:picMk id="11" creationId="{004BA167-2883-419B-7847-AE7CB894490D}"/>
          </ac:picMkLst>
        </pc:picChg>
        <pc:inkChg chg="add">
          <ac:chgData name="Venkatesh Patil" userId="d9f36aa470552ec6" providerId="LiveId" clId="{B226FD29-3B42-456F-8A99-33688C1AD0AC}" dt="2024-05-26T18:47:33.523" v="1182" actId="9405"/>
          <ac:inkMkLst>
            <pc:docMk/>
            <pc:sldMk cId="305537053" sldId="1417"/>
            <ac:inkMk id="12" creationId="{810F9697-E9EE-846B-2F43-C40F8572DEC9}"/>
          </ac:inkMkLst>
        </pc:inkChg>
      </pc:sldChg>
      <pc:sldChg chg="addSp delSp modSp add mod modTransition">
        <pc:chgData name="Venkatesh Patil" userId="d9f36aa470552ec6" providerId="LiveId" clId="{B226FD29-3B42-456F-8A99-33688C1AD0AC}" dt="2024-05-26T18:51:48.980" v="1332" actId="1076"/>
        <pc:sldMkLst>
          <pc:docMk/>
          <pc:sldMk cId="2913424477" sldId="1418"/>
        </pc:sldMkLst>
        <pc:spChg chg="mod">
          <ac:chgData name="Venkatesh Patil" userId="d9f36aa470552ec6" providerId="LiveId" clId="{B226FD29-3B42-456F-8A99-33688C1AD0AC}" dt="2024-05-26T18:07:26.527" v="589" actId="20577"/>
          <ac:spMkLst>
            <pc:docMk/>
            <pc:sldMk cId="2913424477" sldId="1418"/>
            <ac:spMk id="2" creationId="{52AD9B88-90EF-EEFA-3452-735746A4B166}"/>
          </ac:spMkLst>
        </pc:spChg>
        <pc:spChg chg="add mod">
          <ac:chgData name="Venkatesh Patil" userId="d9f36aa470552ec6" providerId="LiveId" clId="{B226FD29-3B42-456F-8A99-33688C1AD0AC}" dt="2024-05-26T18:50:59.432" v="1330" actId="20577"/>
          <ac:spMkLst>
            <pc:docMk/>
            <pc:sldMk cId="2913424477" sldId="1418"/>
            <ac:spMk id="13" creationId="{CC278055-1775-8389-4DC6-683670AA9586}"/>
          </ac:spMkLst>
        </pc:spChg>
        <pc:picChg chg="del">
          <ac:chgData name="Venkatesh Patil" userId="d9f36aa470552ec6" providerId="LiveId" clId="{B226FD29-3B42-456F-8A99-33688C1AD0AC}" dt="2024-05-26T18:07:28.787" v="590" actId="478"/>
          <ac:picMkLst>
            <pc:docMk/>
            <pc:sldMk cId="2913424477" sldId="1418"/>
            <ac:picMk id="8" creationId="{7E5F9380-8788-A8E2-B9ED-485E07FBD2C1}"/>
          </ac:picMkLst>
        </pc:picChg>
        <pc:picChg chg="add mod">
          <ac:chgData name="Venkatesh Patil" userId="d9f36aa470552ec6" providerId="LiveId" clId="{B226FD29-3B42-456F-8A99-33688C1AD0AC}" dt="2024-05-26T18:08:32.139" v="592" actId="1076"/>
          <ac:picMkLst>
            <pc:docMk/>
            <pc:sldMk cId="2913424477" sldId="1418"/>
            <ac:picMk id="9" creationId="{D3A62E1A-D63D-5E07-CB12-D58FD4C41824}"/>
          </ac:picMkLst>
        </pc:picChg>
        <pc:picChg chg="add del mod">
          <ac:chgData name="Venkatesh Patil" userId="d9f36aa470552ec6" providerId="LiveId" clId="{B226FD29-3B42-456F-8A99-33688C1AD0AC}" dt="2024-05-26T18:49:54.624" v="1194" actId="478"/>
          <ac:picMkLst>
            <pc:docMk/>
            <pc:sldMk cId="2913424477" sldId="1418"/>
            <ac:picMk id="12" creationId="{76BFDC46-275E-12DE-C9AD-0F1AB7EADB67}"/>
          </ac:picMkLst>
        </pc:picChg>
        <pc:picChg chg="add mod">
          <ac:chgData name="Venkatesh Patil" userId="d9f36aa470552ec6" providerId="LiveId" clId="{B226FD29-3B42-456F-8A99-33688C1AD0AC}" dt="2024-05-26T18:51:48.980" v="1332" actId="1076"/>
          <ac:picMkLst>
            <pc:docMk/>
            <pc:sldMk cId="2913424477" sldId="1418"/>
            <ac:picMk id="15" creationId="{156E1451-F012-9415-1371-91902A77773D}"/>
          </ac:picMkLst>
        </pc:picChg>
        <pc:inkChg chg="add del">
          <ac:chgData name="Venkatesh Patil" userId="d9f36aa470552ec6" providerId="LiveId" clId="{B226FD29-3B42-456F-8A99-33688C1AD0AC}" dt="2024-05-26T18:48:12.779" v="1184" actId="9405"/>
          <ac:inkMkLst>
            <pc:docMk/>
            <pc:sldMk cId="2913424477" sldId="1418"/>
            <ac:inkMk id="10" creationId="{F9644C22-B80C-0F70-8CCA-10A1AD053D46}"/>
          </ac:inkMkLst>
        </pc:inkChg>
      </pc:sldChg>
      <pc:sldChg chg="addSp delSp modSp add mod">
        <pc:chgData name="Venkatesh Patil" userId="d9f36aa470552ec6" providerId="LiveId" clId="{B226FD29-3B42-456F-8A99-33688C1AD0AC}" dt="2024-05-26T18:52:03.801" v="1336" actId="1076"/>
        <pc:sldMkLst>
          <pc:docMk/>
          <pc:sldMk cId="2854881138" sldId="1419"/>
        </pc:sldMkLst>
        <pc:spChg chg="mod">
          <ac:chgData name="Venkatesh Patil" userId="d9f36aa470552ec6" providerId="LiveId" clId="{B226FD29-3B42-456F-8A99-33688C1AD0AC}" dt="2024-05-26T18:08:51.140" v="608" actId="20577"/>
          <ac:spMkLst>
            <pc:docMk/>
            <pc:sldMk cId="2854881138" sldId="1419"/>
            <ac:spMk id="2" creationId="{52AD9B88-90EF-EEFA-3452-735746A4B166}"/>
          </ac:spMkLst>
        </pc:spChg>
        <pc:picChg chg="add mod">
          <ac:chgData name="Venkatesh Patil" userId="d9f36aa470552ec6" providerId="LiveId" clId="{B226FD29-3B42-456F-8A99-33688C1AD0AC}" dt="2024-05-26T18:52:00.748" v="1335" actId="1076"/>
          <ac:picMkLst>
            <pc:docMk/>
            <pc:sldMk cId="2854881138" sldId="1419"/>
            <ac:picMk id="8" creationId="{1A3A02AE-807E-6FE3-0416-0E40D5ADBD17}"/>
          </ac:picMkLst>
        </pc:picChg>
        <pc:picChg chg="del">
          <ac:chgData name="Venkatesh Patil" userId="d9f36aa470552ec6" providerId="LiveId" clId="{B226FD29-3B42-456F-8A99-33688C1AD0AC}" dt="2024-05-26T18:08:55.046" v="609" actId="478"/>
          <ac:picMkLst>
            <pc:docMk/>
            <pc:sldMk cId="2854881138" sldId="1419"/>
            <ac:picMk id="9" creationId="{D3A62E1A-D63D-5E07-CB12-D58FD4C41824}"/>
          </ac:picMkLst>
        </pc:picChg>
        <pc:picChg chg="add mod">
          <ac:chgData name="Venkatesh Patil" userId="d9f36aa470552ec6" providerId="LiveId" clId="{B226FD29-3B42-456F-8A99-33688C1AD0AC}" dt="2024-05-26T18:52:03.801" v="1336" actId="1076"/>
          <ac:picMkLst>
            <pc:docMk/>
            <pc:sldMk cId="2854881138" sldId="1419"/>
            <ac:picMk id="11" creationId="{4725F8B8-EF2D-65C9-8E94-F48928089BC7}"/>
          </ac:picMkLst>
        </pc:picChg>
      </pc:sldChg>
      <pc:sldChg chg="addSp delSp modSp add mod">
        <pc:chgData name="Venkatesh Patil" userId="d9f36aa470552ec6" providerId="LiveId" clId="{B226FD29-3B42-456F-8A99-33688C1AD0AC}" dt="2024-05-26T18:52:30.030" v="1341" actId="1076"/>
        <pc:sldMkLst>
          <pc:docMk/>
          <pc:sldMk cId="3924449538" sldId="1420"/>
        </pc:sldMkLst>
        <pc:picChg chg="del">
          <ac:chgData name="Venkatesh Patil" userId="d9f36aa470552ec6" providerId="LiveId" clId="{B226FD29-3B42-456F-8A99-33688C1AD0AC}" dt="2024-05-26T18:09:58.572" v="615" actId="478"/>
          <ac:picMkLst>
            <pc:docMk/>
            <pc:sldMk cId="3924449538" sldId="1420"/>
            <ac:picMk id="8" creationId="{1A3A02AE-807E-6FE3-0416-0E40D5ADBD17}"/>
          </ac:picMkLst>
        </pc:picChg>
        <pc:picChg chg="add del">
          <ac:chgData name="Venkatesh Patil" userId="d9f36aa470552ec6" providerId="LiveId" clId="{B226FD29-3B42-456F-8A99-33688C1AD0AC}" dt="2024-05-26T18:13:09.572" v="617" actId="478"/>
          <ac:picMkLst>
            <pc:docMk/>
            <pc:sldMk cId="3924449538" sldId="1420"/>
            <ac:picMk id="9" creationId="{32531F8A-59EE-CB1B-20D5-FD80BA5F6F3C}"/>
          </ac:picMkLst>
        </pc:picChg>
        <pc:picChg chg="add mod">
          <ac:chgData name="Venkatesh Patil" userId="d9f36aa470552ec6" providerId="LiveId" clId="{B226FD29-3B42-456F-8A99-33688C1AD0AC}" dt="2024-05-26T18:52:21.863" v="1337" actId="1076"/>
          <ac:picMkLst>
            <pc:docMk/>
            <pc:sldMk cId="3924449538" sldId="1420"/>
            <ac:picMk id="11" creationId="{968F0DB2-EC50-B1EF-FA17-8378FE374B90}"/>
          </ac:picMkLst>
        </pc:picChg>
        <pc:picChg chg="add mod">
          <ac:chgData name="Venkatesh Patil" userId="d9f36aa470552ec6" providerId="LiveId" clId="{B226FD29-3B42-456F-8A99-33688C1AD0AC}" dt="2024-05-26T18:52:30.030" v="1341" actId="1076"/>
          <ac:picMkLst>
            <pc:docMk/>
            <pc:sldMk cId="3924449538" sldId="1420"/>
            <ac:picMk id="13" creationId="{780B6C3F-9268-051A-230C-D501F9454E56}"/>
          </ac:picMkLst>
        </pc:picChg>
      </pc:sldChg>
      <pc:sldChg chg="addSp delSp modSp add mod">
        <pc:chgData name="Venkatesh Patil" userId="d9f36aa470552ec6" providerId="LiveId" clId="{B226FD29-3B42-456F-8A99-33688C1AD0AC}" dt="2024-05-26T18:53:14.906" v="1347" actId="1076"/>
        <pc:sldMkLst>
          <pc:docMk/>
          <pc:sldMk cId="3141100425" sldId="1421"/>
        </pc:sldMkLst>
        <pc:spChg chg="mod">
          <ac:chgData name="Venkatesh Patil" userId="d9f36aa470552ec6" providerId="LiveId" clId="{B226FD29-3B42-456F-8A99-33688C1AD0AC}" dt="2024-05-26T18:14:34.573" v="633" actId="20577"/>
          <ac:spMkLst>
            <pc:docMk/>
            <pc:sldMk cId="3141100425" sldId="1421"/>
            <ac:spMk id="2" creationId="{52AD9B88-90EF-EEFA-3452-735746A4B166}"/>
          </ac:spMkLst>
        </pc:spChg>
        <pc:picChg chg="add mod">
          <ac:chgData name="Venkatesh Patil" userId="d9f36aa470552ec6" providerId="LiveId" clId="{B226FD29-3B42-456F-8A99-33688C1AD0AC}" dt="2024-05-26T18:53:02.754" v="1342" actId="1076"/>
          <ac:picMkLst>
            <pc:docMk/>
            <pc:sldMk cId="3141100425" sldId="1421"/>
            <ac:picMk id="8" creationId="{3F08E217-7386-C64E-C3C5-A8DD7DAB0733}"/>
          </ac:picMkLst>
        </pc:picChg>
        <pc:picChg chg="add mod">
          <ac:chgData name="Venkatesh Patil" userId="d9f36aa470552ec6" providerId="LiveId" clId="{B226FD29-3B42-456F-8A99-33688C1AD0AC}" dt="2024-05-26T18:53:14.906" v="1347" actId="1076"/>
          <ac:picMkLst>
            <pc:docMk/>
            <pc:sldMk cId="3141100425" sldId="1421"/>
            <ac:picMk id="10" creationId="{E8F8A6AA-AF9E-C25C-BEA1-299F8A4A90A3}"/>
          </ac:picMkLst>
        </pc:picChg>
        <pc:picChg chg="del">
          <ac:chgData name="Venkatesh Patil" userId="d9f36aa470552ec6" providerId="LiveId" clId="{B226FD29-3B42-456F-8A99-33688C1AD0AC}" dt="2024-05-26T18:14:37.433" v="634" actId="478"/>
          <ac:picMkLst>
            <pc:docMk/>
            <pc:sldMk cId="3141100425" sldId="1421"/>
            <ac:picMk id="11" creationId="{968F0DB2-EC50-B1EF-FA17-8378FE374B90}"/>
          </ac:picMkLst>
        </pc:picChg>
      </pc:sldChg>
      <pc:sldChg chg="addSp delSp modSp add mod">
        <pc:chgData name="Venkatesh Patil" userId="d9f36aa470552ec6" providerId="LiveId" clId="{B226FD29-3B42-456F-8A99-33688C1AD0AC}" dt="2024-05-26T18:53:25.311" v="1351" actId="1076"/>
        <pc:sldMkLst>
          <pc:docMk/>
          <pc:sldMk cId="3076801892" sldId="1422"/>
        </pc:sldMkLst>
        <pc:picChg chg="del">
          <ac:chgData name="Venkatesh Patil" userId="d9f36aa470552ec6" providerId="LiveId" clId="{B226FD29-3B42-456F-8A99-33688C1AD0AC}" dt="2024-05-26T18:17:24.849" v="643" actId="478"/>
          <ac:picMkLst>
            <pc:docMk/>
            <pc:sldMk cId="3076801892" sldId="1422"/>
            <ac:picMk id="8" creationId="{3F08E217-7386-C64E-C3C5-A8DD7DAB0733}"/>
          </ac:picMkLst>
        </pc:picChg>
        <pc:picChg chg="add mod">
          <ac:chgData name="Venkatesh Patil" userId="d9f36aa470552ec6" providerId="LiveId" clId="{B226FD29-3B42-456F-8A99-33688C1AD0AC}" dt="2024-05-26T18:53:19.031" v="1348" actId="1076"/>
          <ac:picMkLst>
            <pc:docMk/>
            <pc:sldMk cId="3076801892" sldId="1422"/>
            <ac:picMk id="9" creationId="{3EDC0AFC-EBB2-9B68-3C09-F2DE057AEFC8}"/>
          </ac:picMkLst>
        </pc:picChg>
        <pc:picChg chg="add mod">
          <ac:chgData name="Venkatesh Patil" userId="d9f36aa470552ec6" providerId="LiveId" clId="{B226FD29-3B42-456F-8A99-33688C1AD0AC}" dt="2024-05-26T18:53:25.311" v="1351" actId="1076"/>
          <ac:picMkLst>
            <pc:docMk/>
            <pc:sldMk cId="3076801892" sldId="1422"/>
            <ac:picMk id="11" creationId="{C5FAE3F0-FF28-AC0E-9921-48B086FF9ADF}"/>
          </ac:picMkLst>
        </pc:picChg>
      </pc:sldChg>
      <pc:sldChg chg="addSp delSp modSp add mod">
        <pc:chgData name="Venkatesh Patil" userId="d9f36aa470552ec6" providerId="LiveId" clId="{B226FD29-3B42-456F-8A99-33688C1AD0AC}" dt="2024-05-26T18:53:58.824" v="1361" actId="1076"/>
        <pc:sldMkLst>
          <pc:docMk/>
          <pc:sldMk cId="2638407904" sldId="1423"/>
        </pc:sldMkLst>
        <pc:spChg chg="mod">
          <ac:chgData name="Venkatesh Patil" userId="d9f36aa470552ec6" providerId="LiveId" clId="{B226FD29-3B42-456F-8A99-33688C1AD0AC}" dt="2024-05-26T18:18:06.794" v="665" actId="20577"/>
          <ac:spMkLst>
            <pc:docMk/>
            <pc:sldMk cId="2638407904" sldId="1423"/>
            <ac:spMk id="2" creationId="{52AD9B88-90EF-EEFA-3452-735746A4B166}"/>
          </ac:spMkLst>
        </pc:spChg>
        <pc:picChg chg="add mod">
          <ac:chgData name="Venkatesh Patil" userId="d9f36aa470552ec6" providerId="LiveId" clId="{B226FD29-3B42-456F-8A99-33688C1AD0AC}" dt="2024-05-26T18:53:53.661" v="1358" actId="1076"/>
          <ac:picMkLst>
            <pc:docMk/>
            <pc:sldMk cId="2638407904" sldId="1423"/>
            <ac:picMk id="8" creationId="{572FDFA6-1B0C-3883-02DF-19645C321F72}"/>
          </ac:picMkLst>
        </pc:picChg>
        <pc:picChg chg="del">
          <ac:chgData name="Venkatesh Patil" userId="d9f36aa470552ec6" providerId="LiveId" clId="{B226FD29-3B42-456F-8A99-33688C1AD0AC}" dt="2024-05-26T18:18:41.934" v="666" actId="478"/>
          <ac:picMkLst>
            <pc:docMk/>
            <pc:sldMk cId="2638407904" sldId="1423"/>
            <ac:picMk id="9" creationId="{3EDC0AFC-EBB2-9B68-3C09-F2DE057AEFC8}"/>
          </ac:picMkLst>
        </pc:picChg>
        <pc:picChg chg="add mod ord">
          <ac:chgData name="Venkatesh Patil" userId="d9f36aa470552ec6" providerId="LiveId" clId="{B226FD29-3B42-456F-8A99-33688C1AD0AC}" dt="2024-05-26T18:53:58.824" v="1361" actId="1076"/>
          <ac:picMkLst>
            <pc:docMk/>
            <pc:sldMk cId="2638407904" sldId="1423"/>
            <ac:picMk id="11" creationId="{59EF2FDC-AC7E-6734-16A0-E390E9B0B43D}"/>
          </ac:picMkLst>
        </pc:picChg>
      </pc:sldChg>
      <pc:sldChg chg="addSp delSp modSp add mod">
        <pc:chgData name="Venkatesh Patil" userId="d9f36aa470552ec6" providerId="LiveId" clId="{B226FD29-3B42-456F-8A99-33688C1AD0AC}" dt="2024-05-26T18:54:12.287" v="1366" actId="1076"/>
        <pc:sldMkLst>
          <pc:docMk/>
          <pc:sldMk cId="395672876" sldId="1424"/>
        </pc:sldMkLst>
        <pc:picChg chg="del">
          <ac:chgData name="Venkatesh Patil" userId="d9f36aa470552ec6" providerId="LiveId" clId="{B226FD29-3B42-456F-8A99-33688C1AD0AC}" dt="2024-05-26T18:19:09.268" v="671" actId="478"/>
          <ac:picMkLst>
            <pc:docMk/>
            <pc:sldMk cId="395672876" sldId="1424"/>
            <ac:picMk id="8" creationId="{572FDFA6-1B0C-3883-02DF-19645C321F72}"/>
          </ac:picMkLst>
        </pc:picChg>
        <pc:picChg chg="add mod">
          <ac:chgData name="Venkatesh Patil" userId="d9f36aa470552ec6" providerId="LiveId" clId="{B226FD29-3B42-456F-8A99-33688C1AD0AC}" dt="2024-05-26T18:54:05.062" v="1362" actId="1076"/>
          <ac:picMkLst>
            <pc:docMk/>
            <pc:sldMk cId="395672876" sldId="1424"/>
            <ac:picMk id="9" creationId="{2E77B3A4-9B30-B128-D925-720388F8C20E}"/>
          </ac:picMkLst>
        </pc:picChg>
        <pc:picChg chg="add mod">
          <ac:chgData name="Venkatesh Patil" userId="d9f36aa470552ec6" providerId="LiveId" clId="{B226FD29-3B42-456F-8A99-33688C1AD0AC}" dt="2024-05-26T18:54:12.287" v="1366" actId="1076"/>
          <ac:picMkLst>
            <pc:docMk/>
            <pc:sldMk cId="395672876" sldId="1424"/>
            <ac:picMk id="11" creationId="{6D95169F-1677-A5D2-3212-D1A77AF87994}"/>
          </ac:picMkLst>
        </pc:picChg>
      </pc:sldChg>
      <pc:sldChg chg="addSp delSp modSp add del mod ord">
        <pc:chgData name="Venkatesh Patil" userId="d9f36aa470552ec6" providerId="LiveId" clId="{B226FD29-3B42-456F-8A99-33688C1AD0AC}" dt="2024-05-26T19:05:43.195" v="1487" actId="47"/>
        <pc:sldMkLst>
          <pc:docMk/>
          <pc:sldMk cId="288880944" sldId="1425"/>
        </pc:sldMkLst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14" creationId="{54DE0C11-FED9-7223-E08C-B52B2B074A09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16" creationId="{C66E6CD1-3DC8-8BEC-8E45-83CB55B5D969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17" creationId="{B0F57AE7-FC24-073D-65CB-37A6FA37FA36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18" creationId="{4CDADEB0-2E23-ED6B-77D7-EDA474FAC037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19" creationId="{7D233AFE-70F0-6D8C-C607-C7275298942E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20" creationId="{A8F75C9D-5B7C-074B-C117-E7F86EB90862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21" creationId="{BFF50A71-35AD-4742-81A9-6602F1AD4DEE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30" creationId="{030FDD7F-4E7B-9851-A625-8E8BCA52E02F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32" creationId="{C6DF4B6A-E9A2-03EC-C3E3-AE03E30EFC79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34" creationId="{2011A878-E064-8316-373E-4BCCD4CC02B3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36" creationId="{A5C0B904-16DD-9AF2-B528-9F7E2EBA8CB0}"/>
          </ac:spMkLst>
        </pc:spChg>
        <pc:spChg chg="del">
          <ac:chgData name="Venkatesh Patil" userId="d9f36aa470552ec6" providerId="LiveId" clId="{B226FD29-3B42-456F-8A99-33688C1AD0AC}" dt="2024-05-26T19:01:00.692" v="1469" actId="478"/>
          <ac:spMkLst>
            <pc:docMk/>
            <pc:sldMk cId="288880944" sldId="1425"/>
            <ac:spMk id="51" creationId="{5D121FB2-7906-9646-E63C-D40B8971C0B6}"/>
          </ac:spMkLst>
        </pc:spChg>
        <pc:spChg chg="del">
          <ac:chgData name="Venkatesh Patil" userId="d9f36aa470552ec6" providerId="LiveId" clId="{B226FD29-3B42-456F-8A99-33688C1AD0AC}" dt="2024-05-26T19:01:00.692" v="1469" actId="478"/>
          <ac:spMkLst>
            <pc:docMk/>
            <pc:sldMk cId="288880944" sldId="1425"/>
            <ac:spMk id="52" creationId="{9A0D0E2A-AE22-0F2F-ED58-A49CD3F7C531}"/>
          </ac:spMkLst>
        </pc:spChg>
        <pc:spChg chg="del">
          <ac:chgData name="Venkatesh Patil" userId="d9f36aa470552ec6" providerId="LiveId" clId="{B226FD29-3B42-456F-8A99-33688C1AD0AC}" dt="2024-05-26T19:01:00.692" v="1469" actId="478"/>
          <ac:spMkLst>
            <pc:docMk/>
            <pc:sldMk cId="288880944" sldId="1425"/>
            <ac:spMk id="53" creationId="{7B1E915D-8FAE-86AA-4C05-E96ECE61CDB4}"/>
          </ac:spMkLst>
        </pc:spChg>
        <pc:spChg chg="del">
          <ac:chgData name="Venkatesh Patil" userId="d9f36aa470552ec6" providerId="LiveId" clId="{B226FD29-3B42-456F-8A99-33688C1AD0AC}" dt="2024-05-26T19:01:00.692" v="1469" actId="478"/>
          <ac:spMkLst>
            <pc:docMk/>
            <pc:sldMk cId="288880944" sldId="1425"/>
            <ac:spMk id="54" creationId="{F8842DC5-DB2C-593B-59EB-2BB02CC840F3}"/>
          </ac:spMkLst>
        </pc:spChg>
        <pc:spChg chg="del">
          <ac:chgData name="Venkatesh Patil" userId="d9f36aa470552ec6" providerId="LiveId" clId="{B226FD29-3B42-456F-8A99-33688C1AD0AC}" dt="2024-05-26T19:01:00.692" v="1469" actId="478"/>
          <ac:spMkLst>
            <pc:docMk/>
            <pc:sldMk cId="288880944" sldId="1425"/>
            <ac:spMk id="55" creationId="{67364151-7E9A-CB1B-316F-2251BCF3B488}"/>
          </ac:spMkLst>
        </pc:spChg>
        <pc:spChg chg="del">
          <ac:chgData name="Venkatesh Patil" userId="d9f36aa470552ec6" providerId="LiveId" clId="{B226FD29-3B42-456F-8A99-33688C1AD0AC}" dt="2024-05-26T19:01:00.692" v="1469" actId="478"/>
          <ac:spMkLst>
            <pc:docMk/>
            <pc:sldMk cId="288880944" sldId="1425"/>
            <ac:spMk id="56" creationId="{8C1ED650-D6BE-774B-8B3E-CC64F6A04690}"/>
          </ac:spMkLst>
        </pc:spChg>
        <pc:spChg chg="del">
          <ac:chgData name="Venkatesh Patil" userId="d9f36aa470552ec6" providerId="LiveId" clId="{B226FD29-3B42-456F-8A99-33688C1AD0AC}" dt="2024-05-26T19:01:00.692" v="1469" actId="478"/>
          <ac:spMkLst>
            <pc:docMk/>
            <pc:sldMk cId="288880944" sldId="1425"/>
            <ac:spMk id="57" creationId="{B4FE2417-8A7F-0AA1-778F-23B4E21E52DE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63" creationId="{BDE2C095-741D-4394-4F4E-4F10B2DCA49C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64" creationId="{6BBE1835-486C-CF86-B60C-F01B3964F577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65" creationId="{A08487EE-DCD5-DA77-46AF-FDF286C2D6FE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66" creationId="{F720E0A2-D84C-21F2-EF5E-1393BAC2C546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67" creationId="{B2FFA8A9-D0DE-B724-EAF9-369DF4862CB6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68" creationId="{578A30B1-9EE9-712C-810D-FCD7F6135D90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69" creationId="{C75ABD53-C2F8-5B3F-701F-68D472A75E0D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0" creationId="{CEECED95-9CA0-B721-D758-079A9EA30C32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1" creationId="{197AD93F-F6DB-4B57-53F3-5FC8FD4E7C87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2" creationId="{1D4740CF-499E-7824-35AF-9B983668425C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3" creationId="{54A87DA4-2A4D-03B4-0E26-21CD47777638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4" creationId="{800657EA-70A6-3746-A5C0-F7FA3D418BF8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5" creationId="{344AB291-8A38-349F-4DA4-D7ED161590C2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6" creationId="{390CDAE1-AF70-18FD-14EF-379E1982E25F}"/>
          </ac:spMkLst>
        </pc:spChg>
        <pc:spChg chg="mod">
          <ac:chgData name="Venkatesh Patil" userId="d9f36aa470552ec6" providerId="LiveId" clId="{B226FD29-3B42-456F-8A99-33688C1AD0AC}" dt="2024-05-26T19:01:01.604" v="1470"/>
          <ac:spMkLst>
            <pc:docMk/>
            <pc:sldMk cId="288880944" sldId="1425"/>
            <ac:spMk id="78" creationId="{A0470413-B27C-F461-4000-899BC7181F41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79" creationId="{12AB6F41-F644-1B9A-3B80-AB9AF87517EC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0" creationId="{323BB4A8-110D-722A-C887-3841ED8CDDF6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1" creationId="{6A2D0A32-B3FB-E1C1-8EEB-4D2BCADB3E4F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2" creationId="{23BF39B4-66EA-758B-868E-C591628EB4D9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3" creationId="{FB47C794-A608-3053-65C2-755A9F70454E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4" creationId="{3689CD17-22AE-FC9D-47F6-A9C208DC8C2F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5" creationId="{193936B8-2EC3-3F1E-2EA5-998C4CA0556C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6" creationId="{404509CA-F59B-104C-771E-A9381DC48153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7" creationId="{2B5C285C-654B-5489-1D59-7FE772B17D6F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8" creationId="{E0D260C2-353E-797F-487F-C94EC22A44E0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89" creationId="{4FFFBA34-8959-6D58-E21A-D2490EBE9FED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90" creationId="{73E6413F-46F9-5D24-9D7E-52A6DCA932B8}"/>
          </ac:spMkLst>
        </pc:spChg>
        <pc:spChg chg="add mod">
          <ac:chgData name="Venkatesh Patil" userId="d9f36aa470552ec6" providerId="LiveId" clId="{B226FD29-3B42-456F-8A99-33688C1AD0AC}" dt="2024-05-26T19:01:06.162" v="1471" actId="164"/>
          <ac:spMkLst>
            <pc:docMk/>
            <pc:sldMk cId="288880944" sldId="1425"/>
            <ac:spMk id="91" creationId="{50C38F56-E64B-E72C-816F-F655414CB3B6}"/>
          </ac:spMkLst>
        </pc:spChg>
        <pc:grpChg chg="del">
          <ac:chgData name="Venkatesh Patil" userId="d9f36aa470552ec6" providerId="LiveId" clId="{B226FD29-3B42-456F-8A99-33688C1AD0AC}" dt="2024-05-26T19:00:56.908" v="1468" actId="478"/>
          <ac:grpSpMkLst>
            <pc:docMk/>
            <pc:sldMk cId="288880944" sldId="1425"/>
            <ac:grpSpMk id="3" creationId="{55766220-42FF-12CE-C5C2-4426B03F774C}"/>
          </ac:grpSpMkLst>
        </pc:grpChg>
        <pc:grpChg chg="add mod">
          <ac:chgData name="Venkatesh Patil" userId="d9f36aa470552ec6" providerId="LiveId" clId="{B226FD29-3B42-456F-8A99-33688C1AD0AC}" dt="2024-05-26T19:01:06.162" v="1471" actId="164"/>
          <ac:grpSpMkLst>
            <pc:docMk/>
            <pc:sldMk cId="288880944" sldId="1425"/>
            <ac:grpSpMk id="15" creationId="{6A9D7C25-D9F5-ACA2-CF1C-820857452373}"/>
          </ac:grpSpMkLst>
        </pc:grpChg>
        <pc:grpChg chg="add mod">
          <ac:chgData name="Venkatesh Patil" userId="d9f36aa470552ec6" providerId="LiveId" clId="{B226FD29-3B42-456F-8A99-33688C1AD0AC}" dt="2024-05-26T19:01:06.162" v="1471" actId="164"/>
          <ac:grpSpMkLst>
            <pc:docMk/>
            <pc:sldMk cId="288880944" sldId="1425"/>
            <ac:grpSpMk id="93" creationId="{AF6F82A5-DEE9-BAA3-1E48-42256D45603E}"/>
          </ac:grpSpMkLst>
        </pc:grpChg>
        <pc:cxnChg chg="mod">
          <ac:chgData name="Venkatesh Patil" userId="d9f36aa470552ec6" providerId="LiveId" clId="{B226FD29-3B42-456F-8A99-33688C1AD0AC}" dt="2024-05-26T19:01:01.604" v="1470"/>
          <ac:cxnSpMkLst>
            <pc:docMk/>
            <pc:sldMk cId="288880944" sldId="1425"/>
            <ac:cxnSpMk id="58" creationId="{086FE339-B8B7-F2AF-9171-D841F1512FB1}"/>
          </ac:cxnSpMkLst>
        </pc:cxnChg>
        <pc:cxnChg chg="mod">
          <ac:chgData name="Venkatesh Patil" userId="d9f36aa470552ec6" providerId="LiveId" clId="{B226FD29-3B42-456F-8A99-33688C1AD0AC}" dt="2024-05-26T19:01:01.604" v="1470"/>
          <ac:cxnSpMkLst>
            <pc:docMk/>
            <pc:sldMk cId="288880944" sldId="1425"/>
            <ac:cxnSpMk id="59" creationId="{21E23BA7-66B4-719F-7838-051F28BAB78F}"/>
          </ac:cxnSpMkLst>
        </pc:cxnChg>
        <pc:cxnChg chg="mod">
          <ac:chgData name="Venkatesh Patil" userId="d9f36aa470552ec6" providerId="LiveId" clId="{B226FD29-3B42-456F-8A99-33688C1AD0AC}" dt="2024-05-26T19:01:01.604" v="1470"/>
          <ac:cxnSpMkLst>
            <pc:docMk/>
            <pc:sldMk cId="288880944" sldId="1425"/>
            <ac:cxnSpMk id="60" creationId="{90257928-FD00-B47E-DA59-B623C669CBB6}"/>
          </ac:cxnSpMkLst>
        </pc:cxnChg>
        <pc:cxnChg chg="mod">
          <ac:chgData name="Venkatesh Patil" userId="d9f36aa470552ec6" providerId="LiveId" clId="{B226FD29-3B42-456F-8A99-33688C1AD0AC}" dt="2024-05-26T19:01:01.604" v="1470"/>
          <ac:cxnSpMkLst>
            <pc:docMk/>
            <pc:sldMk cId="288880944" sldId="1425"/>
            <ac:cxnSpMk id="61" creationId="{4F33DFB8-AFB4-3C89-C311-2BC2097000DF}"/>
          </ac:cxnSpMkLst>
        </pc:cxnChg>
        <pc:cxnChg chg="mod">
          <ac:chgData name="Venkatesh Patil" userId="d9f36aa470552ec6" providerId="LiveId" clId="{B226FD29-3B42-456F-8A99-33688C1AD0AC}" dt="2024-05-26T19:01:01.604" v="1470"/>
          <ac:cxnSpMkLst>
            <pc:docMk/>
            <pc:sldMk cId="288880944" sldId="1425"/>
            <ac:cxnSpMk id="62" creationId="{2CA2A100-6B2C-7FE0-BFCB-4F180CF13C02}"/>
          </ac:cxnSpMkLst>
        </pc:cxnChg>
        <pc:cxnChg chg="mod">
          <ac:chgData name="Venkatesh Patil" userId="d9f36aa470552ec6" providerId="LiveId" clId="{B226FD29-3B42-456F-8A99-33688C1AD0AC}" dt="2024-05-26T19:01:01.604" v="1470"/>
          <ac:cxnSpMkLst>
            <pc:docMk/>
            <pc:sldMk cId="288880944" sldId="1425"/>
            <ac:cxnSpMk id="77" creationId="{03A42D93-DB44-2F23-D569-94E7C07D326A}"/>
          </ac:cxnSpMkLst>
        </pc:cxnChg>
        <pc:cxnChg chg="add mod">
          <ac:chgData name="Venkatesh Patil" userId="d9f36aa470552ec6" providerId="LiveId" clId="{B226FD29-3B42-456F-8A99-33688C1AD0AC}" dt="2024-05-26T19:01:06.162" v="1471" actId="164"/>
          <ac:cxnSpMkLst>
            <pc:docMk/>
            <pc:sldMk cId="288880944" sldId="1425"/>
            <ac:cxnSpMk id="92" creationId="{B0819D00-CE48-98C2-8891-BC1363273607}"/>
          </ac:cxnSpMkLst>
        </pc:cxnChg>
      </pc:sldChg>
      <pc:sldChg chg="addSp delSp modSp add mod">
        <pc:chgData name="Venkatesh Patil" userId="d9f36aa470552ec6" providerId="LiveId" clId="{B226FD29-3B42-456F-8A99-33688C1AD0AC}" dt="2024-05-26T18:55:09.661" v="1376" actId="1076"/>
        <pc:sldMkLst>
          <pc:docMk/>
          <pc:sldMk cId="3644374592" sldId="1426"/>
        </pc:sldMkLst>
        <pc:spChg chg="mod">
          <ac:chgData name="Venkatesh Patil" userId="d9f36aa470552ec6" providerId="LiveId" clId="{B226FD29-3B42-456F-8A99-33688C1AD0AC}" dt="2024-05-26T18:23:30.417" v="699" actId="20577"/>
          <ac:spMkLst>
            <pc:docMk/>
            <pc:sldMk cId="3644374592" sldId="1426"/>
            <ac:spMk id="2" creationId="{52AD9B88-90EF-EEFA-3452-735746A4B166}"/>
          </ac:spMkLst>
        </pc:spChg>
        <pc:picChg chg="add mod">
          <ac:chgData name="Venkatesh Patil" userId="d9f36aa470552ec6" providerId="LiveId" clId="{B226FD29-3B42-456F-8A99-33688C1AD0AC}" dt="2024-05-26T18:54:59.203" v="1373" actId="1076"/>
          <ac:picMkLst>
            <pc:docMk/>
            <pc:sldMk cId="3644374592" sldId="1426"/>
            <ac:picMk id="8" creationId="{CCFE0BA5-0E05-8A6D-2C60-D449F2971929}"/>
          </ac:picMkLst>
        </pc:picChg>
        <pc:picChg chg="del">
          <ac:chgData name="Venkatesh Patil" userId="d9f36aa470552ec6" providerId="LiveId" clId="{B226FD29-3B42-456F-8A99-33688C1AD0AC}" dt="2024-05-26T18:23:23.120" v="678" actId="478"/>
          <ac:picMkLst>
            <pc:docMk/>
            <pc:sldMk cId="3644374592" sldId="1426"/>
            <ac:picMk id="9" creationId="{2E77B3A4-9B30-B128-D925-720388F8C20E}"/>
          </ac:picMkLst>
        </pc:picChg>
        <pc:picChg chg="add mod">
          <ac:chgData name="Venkatesh Patil" userId="d9f36aa470552ec6" providerId="LiveId" clId="{B226FD29-3B42-456F-8A99-33688C1AD0AC}" dt="2024-05-26T18:55:09.661" v="1376" actId="1076"/>
          <ac:picMkLst>
            <pc:docMk/>
            <pc:sldMk cId="3644374592" sldId="1426"/>
            <ac:picMk id="11" creationId="{737D12B8-1349-2239-5FBF-7B4C56E491C3}"/>
          </ac:picMkLst>
        </pc:picChg>
      </pc:sldChg>
      <pc:sldChg chg="addSp delSp modSp add mod">
        <pc:chgData name="Venkatesh Patil" userId="d9f36aa470552ec6" providerId="LiveId" clId="{B226FD29-3B42-456F-8A99-33688C1AD0AC}" dt="2024-05-26T18:32:04.003" v="943" actId="1076"/>
        <pc:sldMkLst>
          <pc:docMk/>
          <pc:sldMk cId="586139178" sldId="1427"/>
        </pc:sldMkLst>
        <pc:spChg chg="mod">
          <ac:chgData name="Venkatesh Patil" userId="d9f36aa470552ec6" providerId="LiveId" clId="{B226FD29-3B42-456F-8A99-33688C1AD0AC}" dt="2024-05-26T18:25:38.853" v="740" actId="20577"/>
          <ac:spMkLst>
            <pc:docMk/>
            <pc:sldMk cId="586139178" sldId="1427"/>
            <ac:spMk id="2" creationId="{52AD9B88-90EF-EEFA-3452-735746A4B166}"/>
          </ac:spMkLst>
        </pc:spChg>
        <pc:spChg chg="add mod">
          <ac:chgData name="Venkatesh Patil" userId="d9f36aa470552ec6" providerId="LiveId" clId="{B226FD29-3B42-456F-8A99-33688C1AD0AC}" dt="2024-05-26T18:32:04.003" v="943" actId="1076"/>
          <ac:spMkLst>
            <pc:docMk/>
            <pc:sldMk cId="586139178" sldId="1427"/>
            <ac:spMk id="10" creationId="{B640D8BA-866C-2226-55A8-D08159A7A426}"/>
          </ac:spMkLst>
        </pc:spChg>
        <pc:spChg chg="add mod">
          <ac:chgData name="Venkatesh Patil" userId="d9f36aa470552ec6" providerId="LiveId" clId="{B226FD29-3B42-456F-8A99-33688C1AD0AC}" dt="2024-05-26T18:30:03.375" v="934" actId="1076"/>
          <ac:spMkLst>
            <pc:docMk/>
            <pc:sldMk cId="586139178" sldId="1427"/>
            <ac:spMk id="11" creationId="{BC978304-8C58-58C3-20AB-B71A7F5DA4CB}"/>
          </ac:spMkLst>
        </pc:spChg>
        <pc:picChg chg="del">
          <ac:chgData name="Venkatesh Patil" userId="d9f36aa470552ec6" providerId="LiveId" clId="{B226FD29-3B42-456F-8A99-33688C1AD0AC}" dt="2024-05-26T18:25:41.991" v="741" actId="478"/>
          <ac:picMkLst>
            <pc:docMk/>
            <pc:sldMk cId="586139178" sldId="1427"/>
            <ac:picMk id="8" creationId="{CCFE0BA5-0E05-8A6D-2C60-D449F2971929}"/>
          </ac:picMkLst>
        </pc:picChg>
        <pc:picChg chg="add mod">
          <ac:chgData name="Venkatesh Patil" userId="d9f36aa470552ec6" providerId="LiveId" clId="{B226FD29-3B42-456F-8A99-33688C1AD0AC}" dt="2024-05-26T18:32:00.577" v="942" actId="1076"/>
          <ac:picMkLst>
            <pc:docMk/>
            <pc:sldMk cId="586139178" sldId="1427"/>
            <ac:picMk id="9" creationId="{6567299A-335A-A4CA-89B8-0466BDA5006B}"/>
          </ac:picMkLst>
        </pc:picChg>
        <pc:picChg chg="add mod">
          <ac:chgData name="Venkatesh Patil" userId="d9f36aa470552ec6" providerId="LiveId" clId="{B226FD29-3B42-456F-8A99-33688C1AD0AC}" dt="2024-05-26T18:31:58.237" v="941" actId="1076"/>
          <ac:picMkLst>
            <pc:docMk/>
            <pc:sldMk cId="586139178" sldId="1427"/>
            <ac:picMk id="13" creationId="{0515A483-3EC4-950C-1FB6-B2DD9FCD808E}"/>
          </ac:picMkLst>
        </pc:picChg>
      </pc:sldChg>
      <pc:sldChg chg="addSp delSp modSp add mod">
        <pc:chgData name="Venkatesh Patil" userId="d9f36aa470552ec6" providerId="LiveId" clId="{B226FD29-3B42-456F-8A99-33688C1AD0AC}" dt="2024-05-26T18:56:35.398" v="1385" actId="1076"/>
        <pc:sldMkLst>
          <pc:docMk/>
          <pc:sldMk cId="1180251959" sldId="1428"/>
        </pc:sldMkLst>
        <pc:spChg chg="mod">
          <ac:chgData name="Venkatesh Patil" userId="d9f36aa470552ec6" providerId="LiveId" clId="{B226FD29-3B42-456F-8A99-33688C1AD0AC}" dt="2024-05-26T18:34:13.337" v="972" actId="20577"/>
          <ac:spMkLst>
            <pc:docMk/>
            <pc:sldMk cId="1180251959" sldId="1428"/>
            <ac:spMk id="2" creationId="{52AD9B88-90EF-EEFA-3452-735746A4B166}"/>
          </ac:spMkLst>
        </pc:spChg>
        <pc:spChg chg="del">
          <ac:chgData name="Venkatesh Patil" userId="d9f36aa470552ec6" providerId="LiveId" clId="{B226FD29-3B42-456F-8A99-33688C1AD0AC}" dt="2024-05-26T18:34:16.289" v="973" actId="478"/>
          <ac:spMkLst>
            <pc:docMk/>
            <pc:sldMk cId="1180251959" sldId="1428"/>
            <ac:spMk id="10" creationId="{B640D8BA-866C-2226-55A8-D08159A7A426}"/>
          </ac:spMkLst>
        </pc:spChg>
        <pc:spChg chg="del">
          <ac:chgData name="Venkatesh Patil" userId="d9f36aa470552ec6" providerId="LiveId" clId="{B226FD29-3B42-456F-8A99-33688C1AD0AC}" dt="2024-05-26T18:34:21.969" v="976" actId="478"/>
          <ac:spMkLst>
            <pc:docMk/>
            <pc:sldMk cId="1180251959" sldId="1428"/>
            <ac:spMk id="11" creationId="{BC978304-8C58-58C3-20AB-B71A7F5DA4CB}"/>
          </ac:spMkLst>
        </pc:spChg>
        <pc:picChg chg="add mod ord">
          <ac:chgData name="Venkatesh Patil" userId="d9f36aa470552ec6" providerId="LiveId" clId="{B226FD29-3B42-456F-8A99-33688C1AD0AC}" dt="2024-05-26T18:56:08.867" v="1382" actId="166"/>
          <ac:picMkLst>
            <pc:docMk/>
            <pc:sldMk cId="1180251959" sldId="1428"/>
            <ac:picMk id="8" creationId="{F84B2857-5A34-1669-1105-FAC4093973D8}"/>
          </ac:picMkLst>
        </pc:picChg>
        <pc:picChg chg="del">
          <ac:chgData name="Venkatesh Patil" userId="d9f36aa470552ec6" providerId="LiveId" clId="{B226FD29-3B42-456F-8A99-33688C1AD0AC}" dt="2024-05-26T18:34:17.361" v="974" actId="478"/>
          <ac:picMkLst>
            <pc:docMk/>
            <pc:sldMk cId="1180251959" sldId="1428"/>
            <ac:picMk id="9" creationId="{6567299A-335A-A4CA-89B8-0466BDA5006B}"/>
          </ac:picMkLst>
        </pc:picChg>
        <pc:picChg chg="del">
          <ac:chgData name="Venkatesh Patil" userId="d9f36aa470552ec6" providerId="LiveId" clId="{B226FD29-3B42-456F-8A99-33688C1AD0AC}" dt="2024-05-26T18:34:18.030" v="975" actId="478"/>
          <ac:picMkLst>
            <pc:docMk/>
            <pc:sldMk cId="1180251959" sldId="1428"/>
            <ac:picMk id="13" creationId="{0515A483-3EC4-950C-1FB6-B2DD9FCD808E}"/>
          </ac:picMkLst>
        </pc:picChg>
        <pc:picChg chg="add mod ord">
          <ac:chgData name="Venkatesh Patil" userId="d9f36aa470552ec6" providerId="LiveId" clId="{B226FD29-3B42-456F-8A99-33688C1AD0AC}" dt="2024-05-26T18:56:35.398" v="1385" actId="1076"/>
          <ac:picMkLst>
            <pc:docMk/>
            <pc:sldMk cId="1180251959" sldId="1428"/>
            <ac:picMk id="14" creationId="{2C804668-F804-2456-1B50-0706CA5C8930}"/>
          </ac:picMkLst>
        </pc:picChg>
      </pc:sldChg>
      <pc:sldChg chg="addSp delSp modSp add mod">
        <pc:chgData name="Venkatesh Patil" userId="d9f36aa470552ec6" providerId="LiveId" clId="{B226FD29-3B42-456F-8A99-33688C1AD0AC}" dt="2024-05-26T18:56:50.193" v="1390" actId="1076"/>
        <pc:sldMkLst>
          <pc:docMk/>
          <pc:sldMk cId="2513793252" sldId="1429"/>
        </pc:sldMkLst>
        <pc:picChg chg="del">
          <ac:chgData name="Venkatesh Patil" userId="d9f36aa470552ec6" providerId="LiveId" clId="{B226FD29-3B42-456F-8A99-33688C1AD0AC}" dt="2024-05-26T18:34:57.431" v="982" actId="478"/>
          <ac:picMkLst>
            <pc:docMk/>
            <pc:sldMk cId="2513793252" sldId="1429"/>
            <ac:picMk id="8" creationId="{F84B2857-5A34-1669-1105-FAC4093973D8}"/>
          </ac:picMkLst>
        </pc:picChg>
        <pc:picChg chg="add mod">
          <ac:chgData name="Venkatesh Patil" userId="d9f36aa470552ec6" providerId="LiveId" clId="{B226FD29-3B42-456F-8A99-33688C1AD0AC}" dt="2024-05-26T18:35:46.457" v="986" actId="1076"/>
          <ac:picMkLst>
            <pc:docMk/>
            <pc:sldMk cId="2513793252" sldId="1429"/>
            <ac:picMk id="9" creationId="{AF798985-3921-A959-66F5-A20286544670}"/>
          </ac:picMkLst>
        </pc:picChg>
        <pc:picChg chg="add mod">
          <ac:chgData name="Venkatesh Patil" userId="d9f36aa470552ec6" providerId="LiveId" clId="{B226FD29-3B42-456F-8A99-33688C1AD0AC}" dt="2024-05-26T18:56:50.193" v="1390" actId="1076"/>
          <ac:picMkLst>
            <pc:docMk/>
            <pc:sldMk cId="2513793252" sldId="1429"/>
            <ac:picMk id="11" creationId="{E2FB9EF0-321D-C99C-B80B-8E2C8ECEAFEF}"/>
          </ac:picMkLst>
        </pc:picChg>
      </pc:sldChg>
      <pc:sldChg chg="addSp delSp modSp add mod">
        <pc:chgData name="Venkatesh Patil" userId="d9f36aa470552ec6" providerId="LiveId" clId="{B226FD29-3B42-456F-8A99-33688C1AD0AC}" dt="2024-05-26T18:57:02.903" v="1394" actId="1076"/>
        <pc:sldMkLst>
          <pc:docMk/>
          <pc:sldMk cId="1834442473" sldId="1430"/>
        </pc:sldMkLst>
        <pc:spChg chg="mod">
          <ac:chgData name="Venkatesh Patil" userId="d9f36aa470552ec6" providerId="LiveId" clId="{B226FD29-3B42-456F-8A99-33688C1AD0AC}" dt="2024-05-26T18:36:06.727" v="1008" actId="20577"/>
          <ac:spMkLst>
            <pc:docMk/>
            <pc:sldMk cId="1834442473" sldId="1430"/>
            <ac:spMk id="2" creationId="{52AD9B88-90EF-EEFA-3452-735746A4B166}"/>
          </ac:spMkLst>
        </pc:spChg>
        <pc:picChg chg="add mod">
          <ac:chgData name="Venkatesh Patil" userId="d9f36aa470552ec6" providerId="LiveId" clId="{B226FD29-3B42-456F-8A99-33688C1AD0AC}" dt="2024-05-26T18:56:56.491" v="1391" actId="1076"/>
          <ac:picMkLst>
            <pc:docMk/>
            <pc:sldMk cId="1834442473" sldId="1430"/>
            <ac:picMk id="8" creationId="{5F21D451-17C9-E31A-E12E-902BEBCE53D9}"/>
          </ac:picMkLst>
        </pc:picChg>
        <pc:picChg chg="del">
          <ac:chgData name="Venkatesh Patil" userId="d9f36aa470552ec6" providerId="LiveId" clId="{B226FD29-3B42-456F-8A99-33688C1AD0AC}" dt="2024-05-26T18:35:51.557" v="988" actId="478"/>
          <ac:picMkLst>
            <pc:docMk/>
            <pc:sldMk cId="1834442473" sldId="1430"/>
            <ac:picMk id="9" creationId="{AF798985-3921-A959-66F5-A20286544670}"/>
          </ac:picMkLst>
        </pc:picChg>
        <pc:picChg chg="add mod">
          <ac:chgData name="Venkatesh Patil" userId="d9f36aa470552ec6" providerId="LiveId" clId="{B226FD29-3B42-456F-8A99-33688C1AD0AC}" dt="2024-05-26T18:57:02.903" v="1394" actId="1076"/>
          <ac:picMkLst>
            <pc:docMk/>
            <pc:sldMk cId="1834442473" sldId="1430"/>
            <ac:picMk id="11" creationId="{E419B625-0A1D-FD59-3F34-AB45E8EA9F11}"/>
          </ac:picMkLst>
        </pc:picChg>
      </pc:sldChg>
      <pc:sldChg chg="addSp delSp modSp add mod">
        <pc:chgData name="Venkatesh Patil" userId="d9f36aa470552ec6" providerId="LiveId" clId="{B226FD29-3B42-456F-8A99-33688C1AD0AC}" dt="2024-05-26T18:45:34.508" v="1132" actId="164"/>
        <pc:sldMkLst>
          <pc:docMk/>
          <pc:sldMk cId="3038732347" sldId="1431"/>
        </pc:sldMkLst>
        <pc:spChg chg="mod">
          <ac:chgData name="Venkatesh Patil" userId="d9f36aa470552ec6" providerId="LiveId" clId="{B226FD29-3B42-456F-8A99-33688C1AD0AC}" dt="2024-05-26T18:40:43.354" v="1042" actId="20577"/>
          <ac:spMkLst>
            <pc:docMk/>
            <pc:sldMk cId="3038732347" sldId="1431"/>
            <ac:spMk id="2" creationId="{52AD9B88-90EF-EEFA-3452-735746A4B166}"/>
          </ac:spMkLst>
        </pc:spChg>
        <pc:spChg chg="add del mod">
          <ac:chgData name="Venkatesh Patil" userId="d9f36aa470552ec6" providerId="LiveId" clId="{B226FD29-3B42-456F-8A99-33688C1AD0AC}" dt="2024-05-26T18:42:06.330" v="1054" actId="478"/>
          <ac:spMkLst>
            <pc:docMk/>
            <pc:sldMk cId="3038732347" sldId="1431"/>
            <ac:spMk id="10" creationId="{9D64E4A2-E244-0DE4-A381-A32651BFD319}"/>
          </ac:spMkLst>
        </pc:spChg>
        <pc:spChg chg="add mod">
          <ac:chgData name="Venkatesh Patil" userId="d9f36aa470552ec6" providerId="LiveId" clId="{B226FD29-3B42-456F-8A99-33688C1AD0AC}" dt="2024-05-26T18:45:34.508" v="1132" actId="164"/>
          <ac:spMkLst>
            <pc:docMk/>
            <pc:sldMk cId="3038732347" sldId="1431"/>
            <ac:spMk id="11" creationId="{0FDE4732-1B90-EAD0-1F05-BC216D1C2836}"/>
          </ac:spMkLst>
        </pc:spChg>
        <pc:spChg chg="add mod">
          <ac:chgData name="Venkatesh Patil" userId="d9f36aa470552ec6" providerId="LiveId" clId="{B226FD29-3B42-456F-8A99-33688C1AD0AC}" dt="2024-05-26T18:45:34.508" v="1132" actId="164"/>
          <ac:spMkLst>
            <pc:docMk/>
            <pc:sldMk cId="3038732347" sldId="1431"/>
            <ac:spMk id="12" creationId="{A8D8AF1F-F1C8-AC3D-94C9-F3D09918AED0}"/>
          </ac:spMkLst>
        </pc:spChg>
        <pc:grpChg chg="add mod">
          <ac:chgData name="Venkatesh Patil" userId="d9f36aa470552ec6" providerId="LiveId" clId="{B226FD29-3B42-456F-8A99-33688C1AD0AC}" dt="2024-05-26T18:45:34.508" v="1132" actId="164"/>
          <ac:grpSpMkLst>
            <pc:docMk/>
            <pc:sldMk cId="3038732347" sldId="1431"/>
            <ac:grpSpMk id="13" creationId="{3C7C12E6-B878-899D-8977-B2058F982F9F}"/>
          </ac:grpSpMkLst>
        </pc:grpChg>
        <pc:picChg chg="del">
          <ac:chgData name="Venkatesh Patil" userId="d9f36aa470552ec6" providerId="LiveId" clId="{B226FD29-3B42-456F-8A99-33688C1AD0AC}" dt="2024-05-26T18:40:45.650" v="1043" actId="478"/>
          <ac:picMkLst>
            <pc:docMk/>
            <pc:sldMk cId="3038732347" sldId="1431"/>
            <ac:picMk id="8" creationId="{5F21D451-17C9-E31A-E12E-902BEBCE53D9}"/>
          </ac:picMkLst>
        </pc:picChg>
        <pc:picChg chg="add mod">
          <ac:chgData name="Venkatesh Patil" userId="d9f36aa470552ec6" providerId="LiveId" clId="{B226FD29-3B42-456F-8A99-33688C1AD0AC}" dt="2024-05-26T18:45:34.508" v="1132" actId="164"/>
          <ac:picMkLst>
            <pc:docMk/>
            <pc:sldMk cId="3038732347" sldId="1431"/>
            <ac:picMk id="9" creationId="{DBF0294D-B933-C6D0-984B-61961AEB88C3}"/>
          </ac:picMkLst>
        </pc:picChg>
      </pc:sldChg>
      <pc:sldChg chg="addSp delSp modSp add mod">
        <pc:chgData name="Venkatesh Patil" userId="d9f36aa470552ec6" providerId="LiveId" clId="{B226FD29-3B42-456F-8A99-33688C1AD0AC}" dt="2024-05-26T18:59:26.625" v="1433" actId="1076"/>
        <pc:sldMkLst>
          <pc:docMk/>
          <pc:sldMk cId="3856326944" sldId="1432"/>
        </pc:sldMkLst>
        <pc:spChg chg="mod">
          <ac:chgData name="Venkatesh Patil" userId="d9f36aa470552ec6" providerId="LiveId" clId="{B226FD29-3B42-456F-8A99-33688C1AD0AC}" dt="2024-05-26T18:59:20.612" v="1430" actId="20577"/>
          <ac:spMkLst>
            <pc:docMk/>
            <pc:sldMk cId="3856326944" sldId="1432"/>
            <ac:spMk id="2" creationId="{52AD9B88-90EF-EEFA-3452-735746A4B166}"/>
          </ac:spMkLst>
        </pc:spChg>
        <pc:grpChg chg="del">
          <ac:chgData name="Venkatesh Patil" userId="d9f36aa470552ec6" providerId="LiveId" clId="{B226FD29-3B42-456F-8A99-33688C1AD0AC}" dt="2024-05-26T18:59:23.060" v="1431" actId="478"/>
          <ac:grpSpMkLst>
            <pc:docMk/>
            <pc:sldMk cId="3856326944" sldId="1432"/>
            <ac:grpSpMk id="13" creationId="{3C7C12E6-B878-899D-8977-B2058F982F9F}"/>
          </ac:grpSpMkLst>
        </pc:grpChg>
        <pc:picChg chg="add mod">
          <ac:chgData name="Venkatesh Patil" userId="d9f36aa470552ec6" providerId="LiveId" clId="{B226FD29-3B42-456F-8A99-33688C1AD0AC}" dt="2024-05-26T18:59:26.625" v="1433" actId="1076"/>
          <ac:picMkLst>
            <pc:docMk/>
            <pc:sldMk cId="3856326944" sldId="1432"/>
            <ac:picMk id="8" creationId="{603525E7-051E-78C5-E15C-CC2F8397EAF9}"/>
          </ac:picMkLst>
        </pc:picChg>
      </pc:sldChg>
      <pc:sldChg chg="modSp add mod ord">
        <pc:chgData name="Venkatesh Patil" userId="d9f36aa470552ec6" providerId="LiveId" clId="{B226FD29-3B42-456F-8A99-33688C1AD0AC}" dt="2024-05-26T19:00:22.946" v="1467" actId="20577"/>
        <pc:sldMkLst>
          <pc:docMk/>
          <pc:sldMk cId="3097252995" sldId="1433"/>
        </pc:sldMkLst>
        <pc:spChg chg="mod">
          <ac:chgData name="Venkatesh Patil" userId="d9f36aa470552ec6" providerId="LiveId" clId="{B226FD29-3B42-456F-8A99-33688C1AD0AC}" dt="2024-05-26T19:00:22.946" v="1467" actId="20577"/>
          <ac:spMkLst>
            <pc:docMk/>
            <pc:sldMk cId="3097252995" sldId="1433"/>
            <ac:spMk id="13314" creationId="{66310736-D693-BC9D-8371-6A03BE0601AA}"/>
          </ac:spMkLst>
        </pc:spChg>
      </pc:sldChg>
      <pc:sldChg chg="addSp delSp modSp add mod modAnim">
        <pc:chgData name="Venkatesh Patil" userId="d9f36aa470552ec6" providerId="LiveId" clId="{B226FD29-3B42-456F-8A99-33688C1AD0AC}" dt="2024-05-26T19:03:13.550" v="1476" actId="207"/>
        <pc:sldMkLst>
          <pc:docMk/>
          <pc:sldMk cId="2928077422" sldId="1434"/>
        </pc:sldMkLst>
        <pc:spChg chg="mod">
          <ac:chgData name="Venkatesh Patil" userId="d9f36aa470552ec6" providerId="LiveId" clId="{B226FD29-3B42-456F-8A99-33688C1AD0AC}" dt="2024-05-26T19:03:13.550" v="1476" actId="207"/>
          <ac:spMkLst>
            <pc:docMk/>
            <pc:sldMk cId="2928077422" sldId="1434"/>
            <ac:spMk id="2" creationId="{52AD9B88-90EF-EEFA-3452-735746A4B166}"/>
          </ac:spMkLst>
        </pc:spChg>
        <pc:spChg chg="add mod">
          <ac:chgData name="Venkatesh Patil" userId="d9f36aa470552ec6" providerId="LiveId" clId="{B226FD29-3B42-456F-8A99-33688C1AD0AC}" dt="2024-05-26T19:02:37.575" v="1474"/>
          <ac:spMkLst>
            <pc:docMk/>
            <pc:sldMk cId="2928077422" sldId="1434"/>
            <ac:spMk id="9" creationId="{8D38AEC8-5494-010F-A551-13015376A0C2}"/>
          </ac:spMkLst>
        </pc:spChg>
        <pc:spChg chg="add mod">
          <ac:chgData name="Venkatesh Patil" userId="d9f36aa470552ec6" providerId="LiveId" clId="{B226FD29-3B42-456F-8A99-33688C1AD0AC}" dt="2024-05-26T19:02:37.575" v="1474"/>
          <ac:spMkLst>
            <pc:docMk/>
            <pc:sldMk cId="2928077422" sldId="1434"/>
            <ac:spMk id="10" creationId="{2E20EF50-533B-ECE9-8D49-A4634B3C0868}"/>
          </ac:spMkLst>
        </pc:spChg>
        <pc:spChg chg="add mod">
          <ac:chgData name="Venkatesh Patil" userId="d9f36aa470552ec6" providerId="LiveId" clId="{B226FD29-3B42-456F-8A99-33688C1AD0AC}" dt="2024-05-26T19:02:37.575" v="1474"/>
          <ac:spMkLst>
            <pc:docMk/>
            <pc:sldMk cId="2928077422" sldId="1434"/>
            <ac:spMk id="11" creationId="{65F1323E-564F-3707-7E62-D3DF9633BFEA}"/>
          </ac:spMkLst>
        </pc:spChg>
        <pc:grpChg chg="del">
          <ac:chgData name="Venkatesh Patil" userId="d9f36aa470552ec6" providerId="LiveId" clId="{B226FD29-3B42-456F-8A99-33688C1AD0AC}" dt="2024-05-26T19:02:36.504" v="1473" actId="478"/>
          <ac:grpSpMkLst>
            <pc:docMk/>
            <pc:sldMk cId="2928077422" sldId="1434"/>
            <ac:grpSpMk id="93" creationId="{AF6F82A5-DEE9-BAA3-1E48-42256D45603E}"/>
          </ac:grpSpMkLst>
        </pc:grpChg>
        <pc:picChg chg="add mod">
          <ac:chgData name="Venkatesh Patil" userId="d9f36aa470552ec6" providerId="LiveId" clId="{B226FD29-3B42-456F-8A99-33688C1AD0AC}" dt="2024-05-26T19:02:37.575" v="1474"/>
          <ac:picMkLst>
            <pc:docMk/>
            <pc:sldMk cId="2928077422" sldId="1434"/>
            <ac:picMk id="3" creationId="{1AE3093F-9C83-AE13-2AD1-F0F5729D752E}"/>
          </ac:picMkLst>
        </pc:picChg>
        <pc:picChg chg="add mod">
          <ac:chgData name="Venkatesh Patil" userId="d9f36aa470552ec6" providerId="LiveId" clId="{B226FD29-3B42-456F-8A99-33688C1AD0AC}" dt="2024-05-26T19:02:37.575" v="1474"/>
          <ac:picMkLst>
            <pc:docMk/>
            <pc:sldMk cId="2928077422" sldId="1434"/>
            <ac:picMk id="12" creationId="{C8D49191-7616-EB99-E8AA-1C922881DE02}"/>
          </ac:picMkLst>
        </pc:picChg>
        <pc:cxnChg chg="add mod">
          <ac:chgData name="Venkatesh Patil" userId="d9f36aa470552ec6" providerId="LiveId" clId="{B226FD29-3B42-456F-8A99-33688C1AD0AC}" dt="2024-05-26T19:02:37.575" v="1474"/>
          <ac:cxnSpMkLst>
            <pc:docMk/>
            <pc:sldMk cId="2928077422" sldId="1434"/>
            <ac:cxnSpMk id="8" creationId="{9EF8FE2C-0437-3E64-DD1F-DE20C29208C6}"/>
          </ac:cxnSpMkLst>
        </pc:cxnChg>
        <pc:cxnChg chg="mod">
          <ac:chgData name="Venkatesh Patil" userId="d9f36aa470552ec6" providerId="LiveId" clId="{B226FD29-3B42-456F-8A99-33688C1AD0AC}" dt="2024-05-26T19:02:36.504" v="1473" actId="478"/>
          <ac:cxnSpMkLst>
            <pc:docMk/>
            <pc:sldMk cId="2928077422" sldId="1434"/>
            <ac:cxnSpMk id="92" creationId="{B0819D00-CE48-98C2-8891-BC1363273607}"/>
          </ac:cxnSpMkLst>
        </pc:cxnChg>
      </pc:sldChg>
      <pc:sldChg chg="add del">
        <pc:chgData name="Venkatesh Patil" userId="d9f36aa470552ec6" providerId="LiveId" clId="{B226FD29-3B42-456F-8A99-33688C1AD0AC}" dt="2024-05-26T19:06:17.988" v="1488" actId="47"/>
        <pc:sldMkLst>
          <pc:docMk/>
          <pc:sldMk cId="324487917" sldId="1435"/>
        </pc:sldMkLst>
      </pc:sldChg>
      <pc:sldChg chg="add">
        <pc:chgData name="Venkatesh Patil" userId="d9f36aa470552ec6" providerId="LiveId" clId="{B226FD29-3B42-456F-8A99-33688C1AD0AC}" dt="2024-05-26T19:05:06.062" v="1478"/>
        <pc:sldMkLst>
          <pc:docMk/>
          <pc:sldMk cId="4139740867" sldId="1436"/>
        </pc:sldMkLst>
      </pc:sldChg>
      <pc:sldChg chg="add">
        <pc:chgData name="Venkatesh Patil" userId="d9f36aa470552ec6" providerId="LiveId" clId="{B226FD29-3B42-456F-8A99-33688C1AD0AC}" dt="2024-05-26T19:05:06.803" v="1479"/>
        <pc:sldMkLst>
          <pc:docMk/>
          <pc:sldMk cId="3052776796" sldId="1437"/>
        </pc:sldMkLst>
      </pc:sldChg>
      <pc:sldChg chg="add">
        <pc:chgData name="Venkatesh Patil" userId="d9f36aa470552ec6" providerId="LiveId" clId="{B226FD29-3B42-456F-8A99-33688C1AD0AC}" dt="2024-05-26T19:05:07.829" v="1480"/>
        <pc:sldMkLst>
          <pc:docMk/>
          <pc:sldMk cId="801738821" sldId="1438"/>
        </pc:sldMkLst>
      </pc:sldChg>
      <pc:sldChg chg="add">
        <pc:chgData name="Venkatesh Patil" userId="d9f36aa470552ec6" providerId="LiveId" clId="{B226FD29-3B42-456F-8A99-33688C1AD0AC}" dt="2024-05-26T19:05:10.329" v="1481"/>
        <pc:sldMkLst>
          <pc:docMk/>
          <pc:sldMk cId="1691297578" sldId="1439"/>
        </pc:sldMkLst>
      </pc:sldChg>
      <pc:sldChg chg="add">
        <pc:chgData name="Venkatesh Patil" userId="d9f36aa470552ec6" providerId="LiveId" clId="{B226FD29-3B42-456F-8A99-33688C1AD0AC}" dt="2024-05-26T19:05:11.867" v="1482"/>
        <pc:sldMkLst>
          <pc:docMk/>
          <pc:sldMk cId="4042893083" sldId="1440"/>
        </pc:sldMkLst>
      </pc:sldChg>
      <pc:sldChg chg="add">
        <pc:chgData name="Venkatesh Patil" userId="d9f36aa470552ec6" providerId="LiveId" clId="{B226FD29-3B42-456F-8A99-33688C1AD0AC}" dt="2024-05-26T19:05:13.179" v="1483"/>
        <pc:sldMkLst>
          <pc:docMk/>
          <pc:sldMk cId="3380529322" sldId="1441"/>
        </pc:sldMkLst>
      </pc:sldChg>
      <pc:sldChg chg="addSp delSp modSp add mod">
        <pc:chgData name="Venkatesh Patil" userId="d9f36aa470552ec6" providerId="LiveId" clId="{B226FD29-3B42-456F-8A99-33688C1AD0AC}" dt="2024-05-28T16:38:46.175" v="1677" actId="1076"/>
        <pc:sldMkLst>
          <pc:docMk/>
          <pc:sldMk cId="1087020802" sldId="1442"/>
        </pc:sldMkLst>
        <pc:spChg chg="del">
          <ac:chgData name="Venkatesh Patil" userId="d9f36aa470552ec6" providerId="LiveId" clId="{B226FD29-3B42-456F-8A99-33688C1AD0AC}" dt="2024-05-28T16:38:39.409" v="1674" actId="478"/>
          <ac:spMkLst>
            <pc:docMk/>
            <pc:sldMk cId="1087020802" sldId="1442"/>
            <ac:spMk id="51" creationId="{5D121FB2-7906-9646-E63C-D40B8971C0B6}"/>
          </ac:spMkLst>
        </pc:spChg>
        <pc:spChg chg="del">
          <ac:chgData name="Venkatesh Patil" userId="d9f36aa470552ec6" providerId="LiveId" clId="{B226FD29-3B42-456F-8A99-33688C1AD0AC}" dt="2024-05-28T16:38:39.409" v="1674" actId="478"/>
          <ac:spMkLst>
            <pc:docMk/>
            <pc:sldMk cId="1087020802" sldId="1442"/>
            <ac:spMk id="52" creationId="{9A0D0E2A-AE22-0F2F-ED58-A49CD3F7C531}"/>
          </ac:spMkLst>
        </pc:spChg>
        <pc:spChg chg="del">
          <ac:chgData name="Venkatesh Patil" userId="d9f36aa470552ec6" providerId="LiveId" clId="{B226FD29-3B42-456F-8A99-33688C1AD0AC}" dt="2024-05-28T16:38:39.409" v="1674" actId="478"/>
          <ac:spMkLst>
            <pc:docMk/>
            <pc:sldMk cId="1087020802" sldId="1442"/>
            <ac:spMk id="53" creationId="{7B1E915D-8FAE-86AA-4C05-E96ECE61CDB4}"/>
          </ac:spMkLst>
        </pc:spChg>
        <pc:spChg chg="del">
          <ac:chgData name="Venkatesh Patil" userId="d9f36aa470552ec6" providerId="LiveId" clId="{B226FD29-3B42-456F-8A99-33688C1AD0AC}" dt="2024-05-28T16:38:39.409" v="1674" actId="478"/>
          <ac:spMkLst>
            <pc:docMk/>
            <pc:sldMk cId="1087020802" sldId="1442"/>
            <ac:spMk id="54" creationId="{F8842DC5-DB2C-593B-59EB-2BB02CC840F3}"/>
          </ac:spMkLst>
        </pc:spChg>
        <pc:spChg chg="del">
          <ac:chgData name="Venkatesh Patil" userId="d9f36aa470552ec6" providerId="LiveId" clId="{B226FD29-3B42-456F-8A99-33688C1AD0AC}" dt="2024-05-28T16:38:39.409" v="1674" actId="478"/>
          <ac:spMkLst>
            <pc:docMk/>
            <pc:sldMk cId="1087020802" sldId="1442"/>
            <ac:spMk id="55" creationId="{67364151-7E9A-CB1B-316F-2251BCF3B488}"/>
          </ac:spMkLst>
        </pc:spChg>
        <pc:spChg chg="del">
          <ac:chgData name="Venkatesh Patil" userId="d9f36aa470552ec6" providerId="LiveId" clId="{B226FD29-3B42-456F-8A99-33688C1AD0AC}" dt="2024-05-28T16:38:39.409" v="1674" actId="478"/>
          <ac:spMkLst>
            <pc:docMk/>
            <pc:sldMk cId="1087020802" sldId="1442"/>
            <ac:spMk id="56" creationId="{8C1ED650-D6BE-774B-8B3E-CC64F6A04690}"/>
          </ac:spMkLst>
        </pc:spChg>
        <pc:spChg chg="del">
          <ac:chgData name="Venkatesh Patil" userId="d9f36aa470552ec6" providerId="LiveId" clId="{B226FD29-3B42-456F-8A99-33688C1AD0AC}" dt="2024-05-28T16:38:39.409" v="1674" actId="478"/>
          <ac:spMkLst>
            <pc:docMk/>
            <pc:sldMk cId="1087020802" sldId="1442"/>
            <ac:spMk id="57" creationId="{B4FE2417-8A7F-0AA1-778F-23B4E21E52DE}"/>
          </ac:spMkLst>
        </pc:spChg>
        <pc:grpChg chg="del">
          <ac:chgData name="Venkatesh Patil" userId="d9f36aa470552ec6" providerId="LiveId" clId="{B226FD29-3B42-456F-8A99-33688C1AD0AC}" dt="2024-05-28T16:38:33.187" v="1672" actId="478"/>
          <ac:grpSpMkLst>
            <pc:docMk/>
            <pc:sldMk cId="1087020802" sldId="1442"/>
            <ac:grpSpMk id="3" creationId="{55766220-42FF-12CE-C5C2-4426B03F774C}"/>
          </ac:grpSpMkLst>
        </pc:grpChg>
        <pc:picChg chg="add mod">
          <ac:chgData name="Venkatesh Patil" userId="d9f36aa470552ec6" providerId="LiveId" clId="{B226FD29-3B42-456F-8A99-33688C1AD0AC}" dt="2024-05-28T16:38:33.611" v="1673"/>
          <ac:picMkLst>
            <pc:docMk/>
            <pc:sldMk cId="1087020802" sldId="1442"/>
            <ac:picMk id="14" creationId="{5E4955D2-7073-869D-286D-4165C0EC29BC}"/>
          </ac:picMkLst>
        </pc:picChg>
        <pc:picChg chg="add mod">
          <ac:chgData name="Venkatesh Patil" userId="d9f36aa470552ec6" providerId="LiveId" clId="{B226FD29-3B42-456F-8A99-33688C1AD0AC}" dt="2024-05-28T16:38:46.175" v="1677" actId="1076"/>
          <ac:picMkLst>
            <pc:docMk/>
            <pc:sldMk cId="1087020802" sldId="1442"/>
            <ac:picMk id="15" creationId="{B5C9FDA6-DAFD-57B4-9D1F-7E1882DC5D71}"/>
          </ac:picMkLst>
        </pc:picChg>
      </pc:sldChg>
      <pc:sldChg chg="add del">
        <pc:chgData name="Venkatesh Patil" userId="d9f36aa470552ec6" providerId="LiveId" clId="{B226FD29-3B42-456F-8A99-33688C1AD0AC}" dt="2024-05-26T19:06:57.171" v="1489" actId="47"/>
        <pc:sldMkLst>
          <pc:docMk/>
          <pc:sldMk cId="2876295537" sldId="1442"/>
        </pc:sldMkLst>
      </pc:sldChg>
      <pc:sldChg chg="add del">
        <pc:chgData name="Venkatesh Patil" userId="d9f36aa470552ec6" providerId="LiveId" clId="{B226FD29-3B42-456F-8A99-33688C1AD0AC}" dt="2024-05-26T19:07:02.164" v="1490" actId="47"/>
        <pc:sldMkLst>
          <pc:docMk/>
          <pc:sldMk cId="2091579258" sldId="1443"/>
        </pc:sldMkLst>
      </pc:sldChg>
      <pc:sldChg chg="add del">
        <pc:chgData name="Venkatesh Patil" userId="d9f36aa470552ec6" providerId="LiveId" clId="{B226FD29-3B42-456F-8A99-33688C1AD0AC}" dt="2024-05-26T19:07:05.193" v="1491" actId="47"/>
        <pc:sldMkLst>
          <pc:docMk/>
          <pc:sldMk cId="3851980526" sldId="1444"/>
        </pc:sldMkLst>
      </pc:sldChg>
      <pc:sldMasterChg chg="modSldLayout">
        <pc:chgData name="Venkatesh Patil" userId="d9f36aa470552ec6" providerId="LiveId" clId="{B226FD29-3B42-456F-8A99-33688C1AD0AC}" dt="2024-05-26T17:57:09.705" v="350"/>
        <pc:sldMasterMkLst>
          <pc:docMk/>
          <pc:sldMasterMk cId="3053075354" sldId="2147483672"/>
        </pc:sldMasterMkLst>
        <pc:sldLayoutChg chg="addSp delSp modSp">
          <pc:chgData name="Venkatesh Patil" userId="d9f36aa470552ec6" providerId="LiveId" clId="{B226FD29-3B42-456F-8A99-33688C1AD0AC}" dt="2024-05-26T17:57:09.705" v="350"/>
          <pc:sldLayoutMkLst>
            <pc:docMk/>
            <pc:sldMasterMk cId="3053075354" sldId="2147483672"/>
            <pc:sldLayoutMk cId="1159510777" sldId="2147483675"/>
          </pc:sldLayoutMkLst>
          <pc:spChg chg="del">
            <ac:chgData name="Venkatesh Patil" userId="d9f36aa470552ec6" providerId="LiveId" clId="{B226FD29-3B42-456F-8A99-33688C1AD0AC}" dt="2024-05-26T17:57:08.950" v="349"/>
            <ac:spMkLst>
              <pc:docMk/>
              <pc:sldMasterMk cId="3053075354" sldId="2147483672"/>
              <pc:sldLayoutMk cId="1159510777" sldId="2147483675"/>
              <ac:spMk id="2" creationId="{00000000-0000-0000-0000-000000000000}"/>
            </ac:spMkLst>
          </pc:spChg>
          <pc:spChg chg="add mod">
            <ac:chgData name="Venkatesh Patil" userId="d9f36aa470552ec6" providerId="LiveId" clId="{B226FD29-3B42-456F-8A99-33688C1AD0AC}" dt="2024-05-26T17:56:54.989" v="348"/>
            <ac:spMkLst>
              <pc:docMk/>
              <pc:sldMasterMk cId="3053075354" sldId="2147483672"/>
              <pc:sldLayoutMk cId="1159510777" sldId="2147483675"/>
              <ac:spMk id="3" creationId="{DFDEB333-4E5B-E263-4D4C-24C5AA36008D}"/>
            </ac:spMkLst>
          </pc:spChg>
          <pc:spChg chg="add mod">
            <ac:chgData name="Venkatesh Patil" userId="d9f36aa470552ec6" providerId="LiveId" clId="{B226FD29-3B42-456F-8A99-33688C1AD0AC}" dt="2024-05-26T17:57:09.705" v="350"/>
            <ac:spMkLst>
              <pc:docMk/>
              <pc:sldMasterMk cId="3053075354" sldId="2147483672"/>
              <pc:sldLayoutMk cId="1159510777" sldId="2147483675"/>
              <ac:spMk id="4" creationId="{F62FA4B2-0074-FB7E-8D3E-ADAC90012AA8}"/>
            </ac:spMkLst>
          </pc:spChg>
        </pc:sldLayoutChg>
      </pc:sldMasterChg>
    </pc:docChg>
  </pc:docChgLst>
  <pc:docChgLst>
    <pc:chgData name="Venkatesh Patil" userId="d9f36aa470552ec6" providerId="LiveId" clId="{C0FF7060-21E9-442F-B040-53358D225ADF}"/>
    <pc:docChg chg="undo custSel addSld delSld modSld sldOrd">
      <pc:chgData name="Venkatesh Patil" userId="d9f36aa470552ec6" providerId="LiveId" clId="{C0FF7060-21E9-442F-B040-53358D225ADF}" dt="2024-02-13T23:48:12.578" v="12638" actId="47"/>
      <pc:docMkLst>
        <pc:docMk/>
      </pc:docMkLst>
      <pc:sldChg chg="modSp mod">
        <pc:chgData name="Venkatesh Patil" userId="d9f36aa470552ec6" providerId="LiveId" clId="{C0FF7060-21E9-442F-B040-53358D225ADF}" dt="2024-02-13T17:44:56.150" v="2616" actId="20577"/>
        <pc:sldMkLst>
          <pc:docMk/>
          <pc:sldMk cId="3526645437" sldId="781"/>
        </pc:sldMkLst>
        <pc:spChg chg="mod">
          <ac:chgData name="Venkatesh Patil" userId="d9f36aa470552ec6" providerId="LiveId" clId="{C0FF7060-21E9-442F-B040-53358D225ADF}" dt="2024-02-13T17:44:56.150" v="2616" actId="20577"/>
          <ac:spMkLst>
            <pc:docMk/>
            <pc:sldMk cId="3526645437" sldId="781"/>
            <ac:spMk id="2" creationId="{E42BD60D-5E55-7134-84BD-1CF383695861}"/>
          </ac:spMkLst>
        </pc:spChg>
      </pc:sldChg>
      <pc:sldChg chg="modSp mod">
        <pc:chgData name="Venkatesh Patil" userId="d9f36aa470552ec6" providerId="LiveId" clId="{C0FF7060-21E9-442F-B040-53358D225ADF}" dt="2024-02-13T22:45:04.208" v="10555" actId="20577"/>
        <pc:sldMkLst>
          <pc:docMk/>
          <pc:sldMk cId="3690305819" sldId="1082"/>
        </pc:sldMkLst>
        <pc:spChg chg="mod">
          <ac:chgData name="Venkatesh Patil" userId="d9f36aa470552ec6" providerId="LiveId" clId="{C0FF7060-21E9-442F-B040-53358D225ADF}" dt="2024-02-13T22:45:04.208" v="10555" actId="20577"/>
          <ac:spMkLst>
            <pc:docMk/>
            <pc:sldMk cId="3690305819" sldId="1082"/>
            <ac:spMk id="507907" creationId="{00000000-0000-0000-0000-000000000000}"/>
          </ac:spMkLst>
        </pc:spChg>
      </pc:sldChg>
      <pc:sldChg chg="add del">
        <pc:chgData name="Venkatesh Patil" userId="d9f36aa470552ec6" providerId="LiveId" clId="{C0FF7060-21E9-442F-B040-53358D225ADF}" dt="2024-02-13T23:47:58.441" v="12628" actId="47"/>
        <pc:sldMkLst>
          <pc:docMk/>
          <pc:sldMk cId="797848498" sldId="1090"/>
        </pc:sldMkLst>
      </pc:sldChg>
      <pc:sldChg chg="del">
        <pc:chgData name="Venkatesh Patil" userId="d9f36aa470552ec6" providerId="LiveId" clId="{C0FF7060-21E9-442F-B040-53358D225ADF}" dt="2024-02-13T23:48:12.578" v="12638" actId="47"/>
        <pc:sldMkLst>
          <pc:docMk/>
          <pc:sldMk cId="1696703871" sldId="1118"/>
        </pc:sldMkLst>
      </pc:sldChg>
      <pc:sldChg chg="add del">
        <pc:chgData name="Venkatesh Patil" userId="d9f36aa470552ec6" providerId="LiveId" clId="{C0FF7060-21E9-442F-B040-53358D225ADF}" dt="2024-02-13T23:47:58.938" v="12630" actId="47"/>
        <pc:sldMkLst>
          <pc:docMk/>
          <pc:sldMk cId="2933881701" sldId="1162"/>
        </pc:sldMkLst>
      </pc:sldChg>
      <pc:sldChg chg="add del">
        <pc:chgData name="Venkatesh Patil" userId="d9f36aa470552ec6" providerId="LiveId" clId="{C0FF7060-21E9-442F-B040-53358D225ADF}" dt="2024-02-13T23:47:58.723" v="12629" actId="47"/>
        <pc:sldMkLst>
          <pc:docMk/>
          <pc:sldMk cId="3796816068" sldId="1163"/>
        </pc:sldMkLst>
      </pc:sldChg>
      <pc:sldChg chg="add del">
        <pc:chgData name="Venkatesh Patil" userId="d9f36aa470552ec6" providerId="LiveId" clId="{C0FF7060-21E9-442F-B040-53358D225ADF}" dt="2024-02-13T23:47:58.173" v="12627" actId="47"/>
        <pc:sldMkLst>
          <pc:docMk/>
          <pc:sldMk cId="1211077825" sldId="1171"/>
        </pc:sldMkLst>
      </pc:sldChg>
      <pc:sldChg chg="add del">
        <pc:chgData name="Venkatesh Patil" userId="d9f36aa470552ec6" providerId="LiveId" clId="{C0FF7060-21E9-442F-B040-53358D225ADF}" dt="2024-02-13T23:48:00.329" v="12633" actId="47"/>
        <pc:sldMkLst>
          <pc:docMk/>
          <pc:sldMk cId="2127728596" sldId="1178"/>
        </pc:sldMkLst>
      </pc:sldChg>
      <pc:sldChg chg="add del">
        <pc:chgData name="Venkatesh Patil" userId="d9f36aa470552ec6" providerId="LiveId" clId="{C0FF7060-21E9-442F-B040-53358D225ADF}" dt="2024-02-13T23:47:59.588" v="12632" actId="47"/>
        <pc:sldMkLst>
          <pc:docMk/>
          <pc:sldMk cId="1419273385" sldId="1181"/>
        </pc:sldMkLst>
      </pc:sldChg>
      <pc:sldChg chg="add del">
        <pc:chgData name="Venkatesh Patil" userId="d9f36aa470552ec6" providerId="LiveId" clId="{C0FF7060-21E9-442F-B040-53358D225ADF}" dt="2024-02-13T23:47:59.212" v="12631" actId="47"/>
        <pc:sldMkLst>
          <pc:docMk/>
          <pc:sldMk cId="177182183" sldId="1182"/>
        </pc:sldMkLst>
      </pc:sldChg>
      <pc:sldChg chg="addSp delSp modSp mod modAnim modNotesTx">
        <pc:chgData name="Venkatesh Patil" userId="d9f36aa470552ec6" providerId="LiveId" clId="{C0FF7060-21E9-442F-B040-53358D225ADF}" dt="2024-02-13T01:06:45.676" v="889" actId="20577"/>
        <pc:sldMkLst>
          <pc:docMk/>
          <pc:sldMk cId="1820895419" sldId="1193"/>
        </pc:sldMkLst>
        <pc:spChg chg="mod">
          <ac:chgData name="Venkatesh Patil" userId="d9f36aa470552ec6" providerId="LiveId" clId="{C0FF7060-21E9-442F-B040-53358D225ADF}" dt="2024-02-13T00:33:24.370" v="316" actId="20577"/>
          <ac:spMkLst>
            <pc:docMk/>
            <pc:sldMk cId="1820895419" sldId="1193"/>
            <ac:spMk id="2" creationId="{99E8BF50-85F7-89D0-EDC7-AEB9D4C67745}"/>
          </ac:spMkLst>
        </pc:spChg>
        <pc:spChg chg="add mod topLvl">
          <ac:chgData name="Venkatesh Patil" userId="d9f36aa470552ec6" providerId="LiveId" clId="{C0FF7060-21E9-442F-B040-53358D225ADF}" dt="2024-02-13T01:01:07.628" v="756" actId="165"/>
          <ac:spMkLst>
            <pc:docMk/>
            <pc:sldMk cId="1820895419" sldId="1193"/>
            <ac:spMk id="8" creationId="{5BF0CB16-4156-AED9-AB86-05E07EAF276C}"/>
          </ac:spMkLst>
        </pc:spChg>
        <pc:spChg chg="add mod topLvl">
          <ac:chgData name="Venkatesh Patil" userId="d9f36aa470552ec6" providerId="LiveId" clId="{C0FF7060-21E9-442F-B040-53358D225ADF}" dt="2024-02-13T01:01:07.628" v="756" actId="165"/>
          <ac:spMkLst>
            <pc:docMk/>
            <pc:sldMk cId="1820895419" sldId="1193"/>
            <ac:spMk id="11" creationId="{497CE1FC-D7CC-3EEE-D49C-32D2B99EA4FE}"/>
          </ac:spMkLst>
        </pc:spChg>
        <pc:spChg chg="add mod topLvl">
          <ac:chgData name="Venkatesh Patil" userId="d9f36aa470552ec6" providerId="LiveId" clId="{C0FF7060-21E9-442F-B040-53358D225ADF}" dt="2024-02-13T01:01:07.628" v="756" actId="165"/>
          <ac:spMkLst>
            <pc:docMk/>
            <pc:sldMk cId="1820895419" sldId="1193"/>
            <ac:spMk id="12" creationId="{06453179-83B0-3AE4-8B41-3CCC54AA9E9F}"/>
          </ac:spMkLst>
        </pc:spChg>
        <pc:spChg chg="del">
          <ac:chgData name="Venkatesh Patil" userId="d9f36aa470552ec6" providerId="LiveId" clId="{C0FF7060-21E9-442F-B040-53358D225ADF}" dt="2024-02-13T00:34:17.914" v="317" actId="478"/>
          <ac:spMkLst>
            <pc:docMk/>
            <pc:sldMk cId="1820895419" sldId="1193"/>
            <ac:spMk id="13" creationId="{C0083A4A-2C50-15CC-8BAE-2AF5DEDF4C40}"/>
          </ac:spMkLst>
        </pc:spChg>
        <pc:spChg chg="del">
          <ac:chgData name="Venkatesh Patil" userId="d9f36aa470552ec6" providerId="LiveId" clId="{C0FF7060-21E9-442F-B040-53358D225ADF}" dt="2024-02-13T00:33:16.349" v="311" actId="478"/>
          <ac:spMkLst>
            <pc:docMk/>
            <pc:sldMk cId="1820895419" sldId="1193"/>
            <ac:spMk id="14" creationId="{4312E908-2EF4-57A1-2C6C-14B43A38D7C2}"/>
          </ac:spMkLst>
        </pc:spChg>
        <pc:spChg chg="del">
          <ac:chgData name="Venkatesh Patil" userId="d9f36aa470552ec6" providerId="LiveId" clId="{C0FF7060-21E9-442F-B040-53358D225ADF}" dt="2024-02-13T00:33:18.389" v="312" actId="478"/>
          <ac:spMkLst>
            <pc:docMk/>
            <pc:sldMk cId="1820895419" sldId="1193"/>
            <ac:spMk id="15" creationId="{916C0663-9301-19EF-991E-3902FE174166}"/>
          </ac:spMkLst>
        </pc:spChg>
        <pc:spChg chg="del">
          <ac:chgData name="Venkatesh Patil" userId="d9f36aa470552ec6" providerId="LiveId" clId="{C0FF7060-21E9-442F-B040-53358D225ADF}" dt="2024-02-13T00:33:20.260" v="313" actId="478"/>
          <ac:spMkLst>
            <pc:docMk/>
            <pc:sldMk cId="1820895419" sldId="1193"/>
            <ac:spMk id="16" creationId="{CE6D22D7-F147-729D-A042-08C812F139CE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20" creationId="{E659B9CC-D3A8-EEEF-C2E9-BF6E45549EAD}"/>
          </ac:spMkLst>
        </pc:spChg>
        <pc:spChg chg="add del mod">
          <ac:chgData name="Venkatesh Patil" userId="d9f36aa470552ec6" providerId="LiveId" clId="{C0FF7060-21E9-442F-B040-53358D225ADF}" dt="2024-02-13T00:37:28.378" v="379" actId="478"/>
          <ac:spMkLst>
            <pc:docMk/>
            <pc:sldMk cId="1820895419" sldId="1193"/>
            <ac:spMk id="30" creationId="{A1EF89E3-C6AE-DCD1-8D4B-78BD91D83287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32" creationId="{C56EBF8D-B883-2515-2D98-CD3DE1A8A002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33" creationId="{4E138941-D200-4391-C234-B7DE16ECEAE3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36" creationId="{906A901F-CFAD-FC9F-1D66-F1238992B546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38" creationId="{956BC0F4-6181-22DC-FCCE-011AFEED5D64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39" creationId="{EC35708C-A7B4-2798-CBB5-C2982F399ABB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40" creationId="{8B5EAB5B-E8ED-737E-8032-3D8EB9FC4EB1}"/>
          </ac:spMkLst>
        </pc:spChg>
        <pc:spChg chg="add mod">
          <ac:chgData name="Venkatesh Patil" userId="d9f36aa470552ec6" providerId="LiveId" clId="{C0FF7060-21E9-442F-B040-53358D225ADF}" dt="2024-02-13T00:46:29.332" v="615" actId="164"/>
          <ac:spMkLst>
            <pc:docMk/>
            <pc:sldMk cId="1820895419" sldId="1193"/>
            <ac:spMk id="41" creationId="{CC4B2D91-0D86-C183-53B0-A0082C0D3A69}"/>
          </ac:spMkLst>
        </pc:spChg>
        <pc:spChg chg="add mod">
          <ac:chgData name="Venkatesh Patil" userId="d9f36aa470552ec6" providerId="LiveId" clId="{C0FF7060-21E9-442F-B040-53358D225ADF}" dt="2024-02-13T00:46:29.332" v="615" actId="164"/>
          <ac:spMkLst>
            <pc:docMk/>
            <pc:sldMk cId="1820895419" sldId="1193"/>
            <ac:spMk id="42" creationId="{3C55A2EF-1A98-0C9F-F597-34ED873FEE28}"/>
          </ac:spMkLst>
        </pc:spChg>
        <pc:spChg chg="add del mod or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43" creationId="{754B007D-346A-E0DA-A328-DD09E78A015C}"/>
          </ac:spMkLst>
        </pc:spChg>
        <pc:spChg chg="del">
          <ac:chgData name="Venkatesh Patil" userId="d9f36aa470552ec6" providerId="LiveId" clId="{C0FF7060-21E9-442F-B040-53358D225ADF}" dt="2024-02-13T00:47:57.308" v="628" actId="478"/>
          <ac:spMkLst>
            <pc:docMk/>
            <pc:sldMk cId="1820895419" sldId="1193"/>
            <ac:spMk id="44" creationId="{27990870-6A6C-B0A5-1BFC-A38E828EC44E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45" creationId="{8728DC64-9E95-1B35-A9B1-45C68F6D1DC2}"/>
          </ac:spMkLst>
        </pc:spChg>
        <pc:spChg chg="add del mod or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58" creationId="{90AB7791-3BB5-9092-5DD6-48BD7A798931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59" creationId="{5606AE03-C395-7993-7F5A-654F3DD46DC1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60" creationId="{AC0374F3-E736-8676-8417-590C71748DDA}"/>
          </ac:spMkLst>
        </pc:spChg>
        <pc:spChg chg="add del mod or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61" creationId="{8F85F415-18AC-9B9F-1F0D-36FDEAF85A57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62" creationId="{043F997F-096B-CFAA-AA2A-F912D41C444A}"/>
          </ac:spMkLst>
        </pc:spChg>
        <pc:spChg chg="mod">
          <ac:chgData name="Venkatesh Patil" userId="d9f36aa470552ec6" providerId="LiveId" clId="{C0FF7060-21E9-442F-B040-53358D225ADF}" dt="2024-02-13T00:48:00.576" v="629"/>
          <ac:spMkLst>
            <pc:docMk/>
            <pc:sldMk cId="1820895419" sldId="1193"/>
            <ac:spMk id="71" creationId="{FB420748-579F-0A70-099F-26E8EDCB7177}"/>
          </ac:spMkLst>
        </pc:spChg>
        <pc:spChg chg="mod">
          <ac:chgData name="Venkatesh Patil" userId="d9f36aa470552ec6" providerId="LiveId" clId="{C0FF7060-21E9-442F-B040-53358D225ADF}" dt="2024-02-13T00:48:00.576" v="629"/>
          <ac:spMkLst>
            <pc:docMk/>
            <pc:sldMk cId="1820895419" sldId="1193"/>
            <ac:spMk id="72" creationId="{807ECB61-5398-5075-D0EB-172AB268FD40}"/>
          </ac:spMkLst>
        </pc:spChg>
        <pc:spChg chg="add del">
          <ac:chgData name="Venkatesh Patil" userId="d9f36aa470552ec6" providerId="LiveId" clId="{C0FF7060-21E9-442F-B040-53358D225ADF}" dt="2024-02-13T00:50:00.326" v="640" actId="478"/>
          <ac:spMkLst>
            <pc:docMk/>
            <pc:sldMk cId="1820895419" sldId="1193"/>
            <ac:spMk id="74" creationId="{81834FAD-AAB3-1A24-1C90-890CEB238E5E}"/>
          </ac:spMkLst>
        </pc:spChg>
        <pc:spChg chg="add del mod">
          <ac:chgData name="Venkatesh Patil" userId="d9f36aa470552ec6" providerId="LiveId" clId="{C0FF7060-21E9-442F-B040-53358D225ADF}" dt="2024-02-13T01:05:56.463" v="781" actId="478"/>
          <ac:spMkLst>
            <pc:docMk/>
            <pc:sldMk cId="1820895419" sldId="1193"/>
            <ac:spMk id="94" creationId="{E583C87A-C06B-B310-1081-5AD84595C6EB}"/>
          </ac:spMkLst>
        </pc:spChg>
        <pc:spChg chg="add del mod">
          <ac:chgData name="Venkatesh Patil" userId="d9f36aa470552ec6" providerId="LiveId" clId="{C0FF7060-21E9-442F-B040-53358D225ADF}" dt="2024-02-13T01:06:00.563" v="782" actId="478"/>
          <ac:spMkLst>
            <pc:docMk/>
            <pc:sldMk cId="1820895419" sldId="1193"/>
            <ac:spMk id="95" creationId="{E6D24390-0918-2463-03FA-B9992536DDC6}"/>
          </ac:spMkLst>
        </pc:spChg>
        <pc:spChg chg="add del mod">
          <ac:chgData name="Venkatesh Patil" userId="d9f36aa470552ec6" providerId="LiveId" clId="{C0FF7060-21E9-442F-B040-53358D225ADF}" dt="2024-02-13T01:05:52.781" v="779" actId="478"/>
          <ac:spMkLst>
            <pc:docMk/>
            <pc:sldMk cId="1820895419" sldId="1193"/>
            <ac:spMk id="96" creationId="{BDB1462A-CBE8-0E88-77D2-72F1D0EEC1AB}"/>
          </ac:spMkLst>
        </pc:spChg>
        <pc:spChg chg="add del mod">
          <ac:chgData name="Venkatesh Patil" userId="d9f36aa470552ec6" providerId="LiveId" clId="{C0FF7060-21E9-442F-B040-53358D225ADF}" dt="2024-02-13T01:05:55.361" v="780" actId="478"/>
          <ac:spMkLst>
            <pc:docMk/>
            <pc:sldMk cId="1820895419" sldId="1193"/>
            <ac:spMk id="97" creationId="{9CCC75B6-62D8-26B0-9DCD-5B85EA5AC1F3}"/>
          </ac:spMkLst>
        </pc:spChg>
        <pc:spChg chg="add mod">
          <ac:chgData name="Venkatesh Patil" userId="d9f36aa470552ec6" providerId="LiveId" clId="{C0FF7060-21E9-442F-B040-53358D225ADF}" dt="2024-02-13T00:58:44.781" v="738" actId="14100"/>
          <ac:spMkLst>
            <pc:docMk/>
            <pc:sldMk cId="1820895419" sldId="1193"/>
            <ac:spMk id="98" creationId="{C3147B34-71F5-ADE7-9A5E-F98F5D333C2B}"/>
          </ac:spMkLst>
        </pc:spChg>
        <pc:spChg chg="add del mod">
          <ac:chgData name="Venkatesh Patil" userId="d9f36aa470552ec6" providerId="LiveId" clId="{C0FF7060-21E9-442F-B040-53358D225ADF}" dt="2024-02-13T00:59:02.233" v="749" actId="20577"/>
          <ac:spMkLst>
            <pc:docMk/>
            <pc:sldMk cId="1820895419" sldId="1193"/>
            <ac:spMk id="99" creationId="{4212DA0F-3428-7F92-B986-BDC86F03AB10}"/>
          </ac:spMkLst>
        </pc:spChg>
        <pc:grpChg chg="del">
          <ac:chgData name="Venkatesh Patil" userId="d9f36aa470552ec6" providerId="LiveId" clId="{C0FF7060-21E9-442F-B040-53358D225ADF}" dt="2024-02-13T00:33:11.499" v="310" actId="478"/>
          <ac:grpSpMkLst>
            <pc:docMk/>
            <pc:sldMk cId="1820895419" sldId="1193"/>
            <ac:grpSpMk id="37" creationId="{3D7352F2-89D4-A60D-B69D-727B9AC3ABD2}"/>
          </ac:grpSpMkLst>
        </pc:grpChg>
        <pc:grpChg chg="add del mod">
          <ac:chgData name="Venkatesh Patil" userId="d9f36aa470552ec6" providerId="LiveId" clId="{C0FF7060-21E9-442F-B040-53358D225ADF}" dt="2024-02-13T01:06:00.563" v="782" actId="478"/>
          <ac:grpSpMkLst>
            <pc:docMk/>
            <pc:sldMk cId="1820895419" sldId="1193"/>
            <ac:grpSpMk id="63" creationId="{522BE311-14DD-DEE0-762D-D97F00C7C5A4}"/>
          </ac:grpSpMkLst>
        </pc:grpChg>
        <pc:grpChg chg="add del mod">
          <ac:chgData name="Venkatesh Patil" userId="d9f36aa470552ec6" providerId="LiveId" clId="{C0FF7060-21E9-442F-B040-53358D225ADF}" dt="2024-02-13T01:06:00.563" v="782" actId="478"/>
          <ac:grpSpMkLst>
            <pc:docMk/>
            <pc:sldMk cId="1820895419" sldId="1193"/>
            <ac:grpSpMk id="70" creationId="{2D62AAC3-4B8E-E24A-C9ED-1AD36EF19ACE}"/>
          </ac:grpSpMkLst>
        </pc:grpChg>
        <pc:grpChg chg="add del mod">
          <ac:chgData name="Venkatesh Patil" userId="d9f36aa470552ec6" providerId="LiveId" clId="{C0FF7060-21E9-442F-B040-53358D225ADF}" dt="2024-02-13T01:01:07.628" v="756" actId="165"/>
          <ac:grpSpMkLst>
            <pc:docMk/>
            <pc:sldMk cId="1820895419" sldId="1193"/>
            <ac:grpSpMk id="73" creationId="{2D78F807-3548-D335-94CC-152D01E1D071}"/>
          </ac:grpSpMkLst>
        </pc:grpChg>
        <pc:cxnChg chg="mod">
          <ac:chgData name="Venkatesh Patil" userId="d9f36aa470552ec6" providerId="LiveId" clId="{C0FF7060-21E9-442F-B040-53358D225ADF}" dt="2024-02-13T00:33:11.499" v="310" actId="478"/>
          <ac:cxnSpMkLst>
            <pc:docMk/>
            <pc:sldMk cId="1820895419" sldId="1193"/>
            <ac:cxnSpMk id="21" creationId="{7BB62E1F-E62D-6E64-B26A-149269C6BBCA}"/>
          </ac:cxnSpMkLst>
        </pc:cxnChg>
        <pc:cxnChg chg="mod">
          <ac:chgData name="Venkatesh Patil" userId="d9f36aa470552ec6" providerId="LiveId" clId="{C0FF7060-21E9-442F-B040-53358D225ADF}" dt="2024-02-13T00:33:11.499" v="310" actId="478"/>
          <ac:cxnSpMkLst>
            <pc:docMk/>
            <pc:sldMk cId="1820895419" sldId="1193"/>
            <ac:cxnSpMk id="25" creationId="{590DFBF7-C259-1B84-9307-AB947FAD1ED9}"/>
          </ac:cxnSpMkLst>
        </pc:cxnChg>
        <pc:cxnChg chg="add del mod">
          <ac:chgData name="Venkatesh Patil" userId="d9f36aa470552ec6" providerId="LiveId" clId="{C0FF7060-21E9-442F-B040-53358D225ADF}" dt="2024-02-13T01:06:00.563" v="782" actId="478"/>
          <ac:cxnSpMkLst>
            <pc:docMk/>
            <pc:sldMk cId="1820895419" sldId="1193"/>
            <ac:cxnSpMk id="47" creationId="{59741B9D-3363-F2DE-84D0-C2FD5A72E7BB}"/>
          </ac:cxnSpMkLst>
        </pc:cxnChg>
        <pc:cxnChg chg="add del mod">
          <ac:chgData name="Venkatesh Patil" userId="d9f36aa470552ec6" providerId="LiveId" clId="{C0FF7060-21E9-442F-B040-53358D225ADF}" dt="2024-02-13T01:06:00.563" v="782" actId="478"/>
          <ac:cxnSpMkLst>
            <pc:docMk/>
            <pc:sldMk cId="1820895419" sldId="1193"/>
            <ac:cxnSpMk id="49" creationId="{211B1911-7623-A940-3FD8-529F41A30E2F}"/>
          </ac:cxnSpMkLst>
        </pc:cxnChg>
        <pc:cxnChg chg="add del mod">
          <ac:chgData name="Venkatesh Patil" userId="d9f36aa470552ec6" providerId="LiveId" clId="{C0FF7060-21E9-442F-B040-53358D225ADF}" dt="2024-02-13T01:06:00.563" v="782" actId="478"/>
          <ac:cxnSpMkLst>
            <pc:docMk/>
            <pc:sldMk cId="1820895419" sldId="1193"/>
            <ac:cxnSpMk id="51" creationId="{E8BE4C01-0CD9-BDA9-4374-36BDD9A2C98D}"/>
          </ac:cxnSpMkLst>
        </pc:cxnChg>
        <pc:cxnChg chg="add del mod">
          <ac:chgData name="Venkatesh Patil" userId="d9f36aa470552ec6" providerId="LiveId" clId="{C0FF7060-21E9-442F-B040-53358D225ADF}" dt="2024-02-13T01:06:00.563" v="782" actId="478"/>
          <ac:cxnSpMkLst>
            <pc:docMk/>
            <pc:sldMk cId="1820895419" sldId="1193"/>
            <ac:cxnSpMk id="56" creationId="{B6EC5331-4239-7234-8BA2-CF29A76C5E2F}"/>
          </ac:cxnSpMkLst>
        </pc:cxnChg>
        <pc:cxnChg chg="add del mod">
          <ac:chgData name="Venkatesh Patil" userId="d9f36aa470552ec6" providerId="LiveId" clId="{C0FF7060-21E9-442F-B040-53358D225ADF}" dt="2024-02-13T01:06:00.563" v="782" actId="478"/>
          <ac:cxnSpMkLst>
            <pc:docMk/>
            <pc:sldMk cId="1820895419" sldId="1193"/>
            <ac:cxnSpMk id="65" creationId="{73D37836-CCBE-3B9C-CA10-B8D1830D6C9F}"/>
          </ac:cxnSpMkLst>
        </pc:cxnChg>
        <pc:cxnChg chg="add del mod">
          <ac:chgData name="Venkatesh Patil" userId="d9f36aa470552ec6" providerId="LiveId" clId="{C0FF7060-21E9-442F-B040-53358D225ADF}" dt="2024-02-13T01:06:00.563" v="782" actId="478"/>
          <ac:cxnSpMkLst>
            <pc:docMk/>
            <pc:sldMk cId="1820895419" sldId="1193"/>
            <ac:cxnSpMk id="69" creationId="{E416FD70-CC8B-4BB9-249E-640B04B45983}"/>
          </ac:cxnSpMkLst>
        </pc:cxnChg>
        <pc:cxnChg chg="add del mod">
          <ac:chgData name="Venkatesh Patil" userId="d9f36aa470552ec6" providerId="LiveId" clId="{C0FF7060-21E9-442F-B040-53358D225ADF}" dt="2024-02-13T01:06:02.556" v="783" actId="478"/>
          <ac:cxnSpMkLst>
            <pc:docMk/>
            <pc:sldMk cId="1820895419" sldId="1193"/>
            <ac:cxnSpMk id="76" creationId="{234633AE-DD64-B157-70FE-028E1BE51AD1}"/>
          </ac:cxnSpMkLst>
        </pc:cxnChg>
        <pc:cxnChg chg="add del mod">
          <ac:chgData name="Venkatesh Patil" userId="d9f36aa470552ec6" providerId="LiveId" clId="{C0FF7060-21E9-442F-B040-53358D225ADF}" dt="2024-02-13T01:06:05.103" v="785" actId="478"/>
          <ac:cxnSpMkLst>
            <pc:docMk/>
            <pc:sldMk cId="1820895419" sldId="1193"/>
            <ac:cxnSpMk id="77" creationId="{22D682E0-0660-BFA7-7CBD-5A1260127C93}"/>
          </ac:cxnSpMkLst>
        </pc:cxnChg>
        <pc:cxnChg chg="add del mod">
          <ac:chgData name="Venkatesh Patil" userId="d9f36aa470552ec6" providerId="LiveId" clId="{C0FF7060-21E9-442F-B040-53358D225ADF}" dt="2024-02-13T01:06:03.828" v="784" actId="478"/>
          <ac:cxnSpMkLst>
            <pc:docMk/>
            <pc:sldMk cId="1820895419" sldId="1193"/>
            <ac:cxnSpMk id="79" creationId="{DA5A3C31-FEBD-D1F3-B3A3-DB4575FF4D66}"/>
          </ac:cxnSpMkLst>
        </pc:cxnChg>
        <pc:cxnChg chg="add del mod">
          <ac:chgData name="Venkatesh Patil" userId="d9f36aa470552ec6" providerId="LiveId" clId="{C0FF7060-21E9-442F-B040-53358D225ADF}" dt="2024-02-13T01:06:06.380" v="786" actId="478"/>
          <ac:cxnSpMkLst>
            <pc:docMk/>
            <pc:sldMk cId="1820895419" sldId="1193"/>
            <ac:cxnSpMk id="81" creationId="{6F233055-23D1-8660-2734-7E4D53A7CA47}"/>
          </ac:cxnSpMkLst>
        </pc:cxnChg>
        <pc:cxnChg chg="add del mod">
          <ac:chgData name="Venkatesh Patil" userId="d9f36aa470552ec6" providerId="LiveId" clId="{C0FF7060-21E9-442F-B040-53358D225ADF}" dt="2024-02-13T01:06:11.981" v="790" actId="478"/>
          <ac:cxnSpMkLst>
            <pc:docMk/>
            <pc:sldMk cId="1820895419" sldId="1193"/>
            <ac:cxnSpMk id="84" creationId="{04922CE7-3911-772B-8AE4-456D509B0E7E}"/>
          </ac:cxnSpMkLst>
        </pc:cxnChg>
        <pc:cxnChg chg="add del mod">
          <ac:chgData name="Venkatesh Patil" userId="d9f36aa470552ec6" providerId="LiveId" clId="{C0FF7060-21E9-442F-B040-53358D225ADF}" dt="2024-02-13T01:06:10.878" v="789" actId="478"/>
          <ac:cxnSpMkLst>
            <pc:docMk/>
            <pc:sldMk cId="1820895419" sldId="1193"/>
            <ac:cxnSpMk id="87" creationId="{4316F74F-01C9-461A-694F-C6741227D9A0}"/>
          </ac:cxnSpMkLst>
        </pc:cxnChg>
        <pc:cxnChg chg="add del mod">
          <ac:chgData name="Venkatesh Patil" userId="d9f36aa470552ec6" providerId="LiveId" clId="{C0FF7060-21E9-442F-B040-53358D225ADF}" dt="2024-02-13T01:06:09.617" v="788" actId="478"/>
          <ac:cxnSpMkLst>
            <pc:docMk/>
            <pc:sldMk cId="1820895419" sldId="1193"/>
            <ac:cxnSpMk id="89" creationId="{BEAC1466-2D2B-55A2-69CE-B2DEEECD3738}"/>
          </ac:cxnSpMkLst>
        </pc:cxnChg>
        <pc:cxnChg chg="add del mod">
          <ac:chgData name="Venkatesh Patil" userId="d9f36aa470552ec6" providerId="LiveId" clId="{C0FF7060-21E9-442F-B040-53358D225ADF}" dt="2024-02-13T01:06:08.436" v="787" actId="478"/>
          <ac:cxnSpMkLst>
            <pc:docMk/>
            <pc:sldMk cId="1820895419" sldId="1193"/>
            <ac:cxnSpMk id="91" creationId="{A9DFDEED-8351-2816-86C9-E14E2C0EF8C3}"/>
          </ac:cxnSpMkLst>
        </pc:cxnChg>
      </pc:sldChg>
      <pc:sldChg chg="addSp delSp modSp mod modAnim">
        <pc:chgData name="Venkatesh Patil" userId="d9f36aa470552ec6" providerId="LiveId" clId="{C0FF7060-21E9-442F-B040-53358D225ADF}" dt="2024-02-13T23:23:08.983" v="12168" actId="20577"/>
        <pc:sldMkLst>
          <pc:docMk/>
          <pc:sldMk cId="4241761290" sldId="1253"/>
        </pc:sldMkLst>
        <pc:spChg chg="mod">
          <ac:chgData name="Venkatesh Patil" userId="d9f36aa470552ec6" providerId="LiveId" clId="{C0FF7060-21E9-442F-B040-53358D225ADF}" dt="2024-02-13T17:51:34.831" v="3089" actId="20577"/>
          <ac:spMkLst>
            <pc:docMk/>
            <pc:sldMk cId="4241761290" sldId="1253"/>
            <ac:spMk id="2" creationId="{99E8BF50-85F7-89D0-EDC7-AEB9D4C67745}"/>
          </ac:spMkLst>
        </pc:spChg>
        <pc:spChg chg="mod">
          <ac:chgData name="Venkatesh Patil" userId="d9f36aa470552ec6" providerId="LiveId" clId="{C0FF7060-21E9-442F-B040-53358D225ADF}" dt="2024-02-13T17:51:50.782" v="3092" actId="207"/>
          <ac:spMkLst>
            <pc:docMk/>
            <pc:sldMk cId="4241761290" sldId="1253"/>
            <ac:spMk id="3" creationId="{E2B2E24C-621E-60FD-8622-E48AFEA72431}"/>
          </ac:spMkLst>
        </pc:spChg>
        <pc:spChg chg="del">
          <ac:chgData name="Venkatesh Patil" userId="d9f36aa470552ec6" providerId="LiveId" clId="{C0FF7060-21E9-442F-B040-53358D225ADF}" dt="2024-02-13T17:45:37.414" v="2639" actId="478"/>
          <ac:spMkLst>
            <pc:docMk/>
            <pc:sldMk cId="4241761290" sldId="1253"/>
            <ac:spMk id="10" creationId="{C0B3EA5C-194C-7219-6933-FD33E94E0B78}"/>
          </ac:spMkLst>
        </pc:spChg>
        <pc:spChg chg="add mod">
          <ac:chgData name="Venkatesh Patil" userId="d9f36aa470552ec6" providerId="LiveId" clId="{C0FF7060-21E9-442F-B040-53358D225ADF}" dt="2024-02-13T23:23:08.983" v="12168" actId="20577"/>
          <ac:spMkLst>
            <pc:docMk/>
            <pc:sldMk cId="4241761290" sldId="1253"/>
            <ac:spMk id="17" creationId="{168428B6-22B6-7CBA-8F4C-D3F5BD5B77AF}"/>
          </ac:spMkLst>
        </pc:spChg>
        <pc:spChg chg="add mod">
          <ac:chgData name="Venkatesh Patil" userId="d9f36aa470552ec6" providerId="LiveId" clId="{C0FF7060-21E9-442F-B040-53358D225ADF}" dt="2024-02-13T17:51:29.669" v="3088" actId="20577"/>
          <ac:spMkLst>
            <pc:docMk/>
            <pc:sldMk cId="4241761290" sldId="1253"/>
            <ac:spMk id="18" creationId="{D91E2365-B044-1AA7-761B-7A8121CB91A8}"/>
          </ac:spMkLst>
        </pc:spChg>
        <pc:grpChg chg="del">
          <ac:chgData name="Venkatesh Patil" userId="d9f36aa470552ec6" providerId="LiveId" clId="{C0FF7060-21E9-442F-B040-53358D225ADF}" dt="2024-02-13T17:45:33.461" v="2638" actId="478"/>
          <ac:grpSpMkLst>
            <pc:docMk/>
            <pc:sldMk cId="4241761290" sldId="1253"/>
            <ac:grpSpMk id="15" creationId="{31881BF1-617F-6190-F3D8-70D99CC6FA4E}"/>
          </ac:grpSpMkLst>
        </pc:grpChg>
        <pc:picChg chg="add mod">
          <ac:chgData name="Venkatesh Patil" userId="d9f36aa470552ec6" providerId="LiveId" clId="{C0FF7060-21E9-442F-B040-53358D225ADF}" dt="2024-02-13T17:50:18.653" v="3053" actId="1076"/>
          <ac:picMkLst>
            <pc:docMk/>
            <pc:sldMk cId="4241761290" sldId="1253"/>
            <ac:picMk id="14" creationId="{2C2A2577-34AB-43FD-E0AE-5501CD25D6CD}"/>
          </ac:picMkLst>
        </pc:picChg>
      </pc:sldChg>
      <pc:sldChg chg="modSp del mod">
        <pc:chgData name="Venkatesh Patil" userId="d9f36aa470552ec6" providerId="LiveId" clId="{C0FF7060-21E9-442F-B040-53358D225ADF}" dt="2024-02-13T22:51:06.238" v="10785" actId="47"/>
        <pc:sldMkLst>
          <pc:docMk/>
          <pc:sldMk cId="2715809977" sldId="1254"/>
        </pc:sldMkLst>
        <pc:spChg chg="mod">
          <ac:chgData name="Venkatesh Patil" userId="d9f36aa470552ec6" providerId="LiveId" clId="{C0FF7060-21E9-442F-B040-53358D225ADF}" dt="2024-02-13T22:51:01.696" v="10784" actId="1076"/>
          <ac:spMkLst>
            <pc:docMk/>
            <pc:sldMk cId="2715809977" sldId="1254"/>
            <ac:spMk id="13314" creationId="{00000000-0000-0000-0000-000000000000}"/>
          </ac:spMkLst>
        </pc:spChg>
      </pc:sldChg>
      <pc:sldChg chg="delSp del">
        <pc:chgData name="Venkatesh Patil" userId="d9f36aa470552ec6" providerId="LiveId" clId="{C0FF7060-21E9-442F-B040-53358D225ADF}" dt="2024-02-13T22:45:11.608" v="10556" actId="47"/>
        <pc:sldMkLst>
          <pc:docMk/>
          <pc:sldMk cId="950783633" sldId="1255"/>
        </pc:sldMkLst>
        <pc:picChg chg="del">
          <ac:chgData name="Venkatesh Patil" userId="d9f36aa470552ec6" providerId="LiveId" clId="{C0FF7060-21E9-442F-B040-53358D225ADF}" dt="2024-02-13T00:33:01.296" v="309" actId="478"/>
          <ac:picMkLst>
            <pc:docMk/>
            <pc:sldMk cId="950783633" sldId="1255"/>
            <ac:picMk id="1026" creationId="{4F7CFB83-C69F-780D-ABF3-BD756573BF06}"/>
          </ac:picMkLst>
        </pc:picChg>
      </pc:sldChg>
      <pc:sldChg chg="addSp delSp modSp mod">
        <pc:chgData name="Venkatesh Patil" userId="d9f36aa470552ec6" providerId="LiveId" clId="{C0FF7060-21E9-442F-B040-53358D225ADF}" dt="2024-02-13T23:46:10.475" v="12421" actId="9405"/>
        <pc:sldMkLst>
          <pc:docMk/>
          <pc:sldMk cId="3502830358" sldId="1256"/>
        </pc:sldMkLst>
        <pc:spChg chg="mod">
          <ac:chgData name="Venkatesh Patil" userId="d9f36aa470552ec6" providerId="LiveId" clId="{C0FF7060-21E9-442F-B040-53358D225ADF}" dt="2024-02-13T22:49:59.992" v="10753" actId="20577"/>
          <ac:spMkLst>
            <pc:docMk/>
            <pc:sldMk cId="3502830358" sldId="1256"/>
            <ac:spMk id="6" creationId="{FF43D8F2-F3AD-C3A9-E8D2-1CF411116A6D}"/>
          </ac:spMkLst>
        </pc:spChg>
        <pc:spChg chg="del mod">
          <ac:chgData name="Venkatesh Patil" userId="d9f36aa470552ec6" providerId="LiveId" clId="{C0FF7060-21E9-442F-B040-53358D225ADF}" dt="2024-02-13T22:49:35.689" v="10723" actId="478"/>
          <ac:spMkLst>
            <pc:docMk/>
            <pc:sldMk cId="3502830358" sldId="1256"/>
            <ac:spMk id="8" creationId="{F74DE4E1-C414-3FF2-5BC9-BA6B5A879821}"/>
          </ac:spMkLst>
        </pc:spChg>
        <pc:inkChg chg="add">
          <ac:chgData name="Venkatesh Patil" userId="d9f36aa470552ec6" providerId="LiveId" clId="{C0FF7060-21E9-442F-B040-53358D225ADF}" dt="2024-02-13T22:45:31.921" v="10557" actId="9405"/>
          <ac:inkMkLst>
            <pc:docMk/>
            <pc:sldMk cId="3502830358" sldId="1256"/>
            <ac:inkMk id="2" creationId="{E9D37F70-536E-CF88-3567-487C12DBE0D4}"/>
          </ac:inkMkLst>
        </pc:inkChg>
        <pc:inkChg chg="add">
          <ac:chgData name="Venkatesh Patil" userId="d9f36aa470552ec6" providerId="LiveId" clId="{C0FF7060-21E9-442F-B040-53358D225ADF}" dt="2024-02-13T22:45:35.289" v="10558" actId="9405"/>
          <ac:inkMkLst>
            <pc:docMk/>
            <pc:sldMk cId="3502830358" sldId="1256"/>
            <ac:inkMk id="7" creationId="{C5F90996-F013-37F9-CA2C-B3301427692E}"/>
          </ac:inkMkLst>
        </pc:inkChg>
        <pc:inkChg chg="add">
          <ac:chgData name="Venkatesh Patil" userId="d9f36aa470552ec6" providerId="LiveId" clId="{C0FF7060-21E9-442F-B040-53358D225ADF}" dt="2024-02-13T22:45:40.336" v="10559" actId="9405"/>
          <ac:inkMkLst>
            <pc:docMk/>
            <pc:sldMk cId="3502830358" sldId="1256"/>
            <ac:inkMk id="9" creationId="{900AA271-49B9-7969-47AF-06201896EE47}"/>
          </ac:inkMkLst>
        </pc:inkChg>
        <pc:inkChg chg="add del">
          <ac:chgData name="Venkatesh Patil" userId="d9f36aa470552ec6" providerId="LiveId" clId="{C0FF7060-21E9-442F-B040-53358D225ADF}" dt="2024-02-13T22:48:40.527" v="10632" actId="478"/>
          <ac:inkMkLst>
            <pc:docMk/>
            <pc:sldMk cId="3502830358" sldId="1256"/>
            <ac:inkMk id="10" creationId="{8AFFBD6C-05E1-2B7A-76B3-9B7785B7E001}"/>
          </ac:inkMkLst>
        </pc:inkChg>
        <pc:inkChg chg="add">
          <ac:chgData name="Venkatesh Patil" userId="d9f36aa470552ec6" providerId="LiveId" clId="{C0FF7060-21E9-442F-B040-53358D225ADF}" dt="2024-02-13T22:46:01.968" v="10561" actId="9405"/>
          <ac:inkMkLst>
            <pc:docMk/>
            <pc:sldMk cId="3502830358" sldId="1256"/>
            <ac:inkMk id="11" creationId="{016E328D-CEBF-9099-9634-5DD5E89CAD90}"/>
          </ac:inkMkLst>
        </pc:inkChg>
        <pc:inkChg chg="add mod">
          <ac:chgData name="Venkatesh Patil" userId="d9f36aa470552ec6" providerId="LiveId" clId="{C0FF7060-21E9-442F-B040-53358D225ADF}" dt="2024-02-13T22:48:18.264" v="10631" actId="1076"/>
          <ac:inkMkLst>
            <pc:docMk/>
            <pc:sldMk cId="3502830358" sldId="1256"/>
            <ac:inkMk id="12" creationId="{FAEDB911-46BD-03C7-69AA-749378B0081D}"/>
          </ac:inkMkLst>
        </pc:inkChg>
        <pc:inkChg chg="add">
          <ac:chgData name="Venkatesh Patil" userId="d9f36aa470552ec6" providerId="LiveId" clId="{C0FF7060-21E9-442F-B040-53358D225ADF}" dt="2024-02-13T23:46:10.475" v="12421" actId="9405"/>
          <ac:inkMkLst>
            <pc:docMk/>
            <pc:sldMk cId="3502830358" sldId="1256"/>
            <ac:inkMk id="13" creationId="{B3E25B2C-4613-FEAB-C296-919C84FF5254}"/>
          </ac:inkMkLst>
        </pc:inkChg>
      </pc:sldChg>
      <pc:sldChg chg="del">
        <pc:chgData name="Venkatesh Patil" userId="d9f36aa470552ec6" providerId="LiveId" clId="{C0FF7060-21E9-442F-B040-53358D225ADF}" dt="2024-02-13T23:43:13.804" v="12285" actId="47"/>
        <pc:sldMkLst>
          <pc:docMk/>
          <pc:sldMk cId="1026977182" sldId="1257"/>
        </pc:sldMkLst>
      </pc:sldChg>
      <pc:sldChg chg="del">
        <pc:chgData name="Venkatesh Patil" userId="d9f36aa470552ec6" providerId="LiveId" clId="{C0FF7060-21E9-442F-B040-53358D225ADF}" dt="2024-02-13T23:48:09.574" v="12635" actId="47"/>
        <pc:sldMkLst>
          <pc:docMk/>
          <pc:sldMk cId="4150087418" sldId="1260"/>
        </pc:sldMkLst>
      </pc:sldChg>
      <pc:sldChg chg="del">
        <pc:chgData name="Venkatesh Patil" userId="d9f36aa470552ec6" providerId="LiveId" clId="{C0FF7060-21E9-442F-B040-53358D225ADF}" dt="2024-02-13T23:43:14.832" v="12286" actId="47"/>
        <pc:sldMkLst>
          <pc:docMk/>
          <pc:sldMk cId="1982237243" sldId="1261"/>
        </pc:sldMkLst>
      </pc:sldChg>
      <pc:sldChg chg="del">
        <pc:chgData name="Venkatesh Patil" userId="d9f36aa470552ec6" providerId="LiveId" clId="{C0FF7060-21E9-442F-B040-53358D225ADF}" dt="2024-02-13T23:43:19.266" v="12290" actId="47"/>
        <pc:sldMkLst>
          <pc:docMk/>
          <pc:sldMk cId="3508710571" sldId="1262"/>
        </pc:sldMkLst>
      </pc:sldChg>
      <pc:sldChg chg="del">
        <pc:chgData name="Venkatesh Patil" userId="d9f36aa470552ec6" providerId="LiveId" clId="{C0FF7060-21E9-442F-B040-53358D225ADF}" dt="2024-02-13T23:43:20.386" v="12291" actId="47"/>
        <pc:sldMkLst>
          <pc:docMk/>
          <pc:sldMk cId="437823193" sldId="1263"/>
        </pc:sldMkLst>
      </pc:sldChg>
      <pc:sldChg chg="del">
        <pc:chgData name="Venkatesh Patil" userId="d9f36aa470552ec6" providerId="LiveId" clId="{C0FF7060-21E9-442F-B040-53358D225ADF}" dt="2024-02-13T23:43:22.439" v="12293" actId="47"/>
        <pc:sldMkLst>
          <pc:docMk/>
          <pc:sldMk cId="1517859619" sldId="1264"/>
        </pc:sldMkLst>
      </pc:sldChg>
      <pc:sldChg chg="del">
        <pc:chgData name="Venkatesh Patil" userId="d9f36aa470552ec6" providerId="LiveId" clId="{C0FF7060-21E9-442F-B040-53358D225ADF}" dt="2024-02-13T23:43:18.130" v="12289" actId="47"/>
        <pc:sldMkLst>
          <pc:docMk/>
          <pc:sldMk cId="2652724821" sldId="1265"/>
        </pc:sldMkLst>
      </pc:sldChg>
      <pc:sldChg chg="del">
        <pc:chgData name="Venkatesh Patil" userId="d9f36aa470552ec6" providerId="LiveId" clId="{C0FF7060-21E9-442F-B040-53358D225ADF}" dt="2024-02-13T23:43:17.100" v="12288" actId="47"/>
        <pc:sldMkLst>
          <pc:docMk/>
          <pc:sldMk cId="263378964" sldId="1266"/>
        </pc:sldMkLst>
      </pc:sldChg>
      <pc:sldChg chg="del">
        <pc:chgData name="Venkatesh Patil" userId="d9f36aa470552ec6" providerId="LiveId" clId="{C0FF7060-21E9-442F-B040-53358D225ADF}" dt="2024-02-13T23:43:16.032" v="12287" actId="47"/>
        <pc:sldMkLst>
          <pc:docMk/>
          <pc:sldMk cId="274599211" sldId="1267"/>
        </pc:sldMkLst>
      </pc:sldChg>
      <pc:sldChg chg="del">
        <pc:chgData name="Venkatesh Patil" userId="d9f36aa470552ec6" providerId="LiveId" clId="{C0FF7060-21E9-442F-B040-53358D225ADF}" dt="2024-02-13T23:43:21.410" v="12292" actId="47"/>
        <pc:sldMkLst>
          <pc:docMk/>
          <pc:sldMk cId="3678980050" sldId="1268"/>
        </pc:sldMkLst>
      </pc:sldChg>
      <pc:sldChg chg="del">
        <pc:chgData name="Venkatesh Patil" userId="d9f36aa470552ec6" providerId="LiveId" clId="{C0FF7060-21E9-442F-B040-53358D225ADF}" dt="2024-02-13T23:43:23.586" v="12294" actId="47"/>
        <pc:sldMkLst>
          <pc:docMk/>
          <pc:sldMk cId="2953144658" sldId="1269"/>
        </pc:sldMkLst>
      </pc:sldChg>
      <pc:sldChg chg="del">
        <pc:chgData name="Venkatesh Patil" userId="d9f36aa470552ec6" providerId="LiveId" clId="{C0FF7060-21E9-442F-B040-53358D225ADF}" dt="2024-02-13T23:48:11.515" v="12637" actId="47"/>
        <pc:sldMkLst>
          <pc:docMk/>
          <pc:sldMk cId="2164431321" sldId="1270"/>
        </pc:sldMkLst>
      </pc:sldChg>
      <pc:sldChg chg="del">
        <pc:chgData name="Venkatesh Patil" userId="d9f36aa470552ec6" providerId="LiveId" clId="{C0FF7060-21E9-442F-B040-53358D225ADF}" dt="2024-02-13T23:43:24.852" v="12295" actId="47"/>
        <pc:sldMkLst>
          <pc:docMk/>
          <pc:sldMk cId="1777756154" sldId="1271"/>
        </pc:sldMkLst>
      </pc:sldChg>
      <pc:sldChg chg="del">
        <pc:chgData name="Venkatesh Patil" userId="d9f36aa470552ec6" providerId="LiveId" clId="{C0FF7060-21E9-442F-B040-53358D225ADF}" dt="2024-02-13T23:48:10.582" v="12636" actId="47"/>
        <pc:sldMkLst>
          <pc:docMk/>
          <pc:sldMk cId="1527686152" sldId="1272"/>
        </pc:sldMkLst>
      </pc:sldChg>
      <pc:sldChg chg="del">
        <pc:chgData name="Venkatesh Patil" userId="d9f36aa470552ec6" providerId="LiveId" clId="{C0FF7060-21E9-442F-B040-53358D225ADF}" dt="2024-02-13T23:43:12.681" v="12284" actId="47"/>
        <pc:sldMkLst>
          <pc:docMk/>
          <pc:sldMk cId="145747121" sldId="1273"/>
        </pc:sldMkLst>
      </pc:sldChg>
      <pc:sldChg chg="add del">
        <pc:chgData name="Venkatesh Patil" userId="d9f36aa470552ec6" providerId="LiveId" clId="{C0FF7060-21E9-442F-B040-53358D225ADF}" dt="2024-02-13T23:48:01.207" v="12634" actId="47"/>
        <pc:sldMkLst>
          <pc:docMk/>
          <pc:sldMk cId="4099753324" sldId="1274"/>
        </pc:sldMkLst>
      </pc:sldChg>
      <pc:sldChg chg="addSp delSp modSp mod">
        <pc:chgData name="Venkatesh Patil" userId="d9f36aa470552ec6" providerId="LiveId" clId="{C0FF7060-21E9-442F-B040-53358D225ADF}" dt="2024-02-13T23:47:39.732" v="12618" actId="20577"/>
        <pc:sldMkLst>
          <pc:docMk/>
          <pc:sldMk cId="2352265622" sldId="1275"/>
        </pc:sldMkLst>
        <pc:spChg chg="mod">
          <ac:chgData name="Venkatesh Patil" userId="d9f36aa470552ec6" providerId="LiveId" clId="{C0FF7060-21E9-442F-B040-53358D225ADF}" dt="2024-02-13T23:47:39.732" v="12618" actId="20577"/>
          <ac:spMkLst>
            <pc:docMk/>
            <pc:sldMk cId="2352265622" sldId="1275"/>
            <ac:spMk id="3" creationId="{E2B2E24C-621E-60FD-8622-E48AFEA72431}"/>
          </ac:spMkLst>
        </pc:spChg>
        <pc:inkChg chg="del">
          <ac:chgData name="Venkatesh Patil" userId="d9f36aa470552ec6" providerId="LiveId" clId="{C0FF7060-21E9-442F-B040-53358D225ADF}" dt="2024-02-13T23:44:49.871" v="12368" actId="478"/>
          <ac:inkMkLst>
            <pc:docMk/>
            <pc:sldMk cId="2352265622" sldId="1275"/>
            <ac:inkMk id="8" creationId="{036E9D2C-2D87-A767-9061-3B0E6F3F28CD}"/>
          </ac:inkMkLst>
        </pc:inkChg>
        <pc:inkChg chg="add">
          <ac:chgData name="Venkatesh Patil" userId="d9f36aa470552ec6" providerId="LiveId" clId="{C0FF7060-21E9-442F-B040-53358D225ADF}" dt="2024-02-13T23:46:30.437" v="12422" actId="9405"/>
          <ac:inkMkLst>
            <pc:docMk/>
            <pc:sldMk cId="2352265622" sldId="1275"/>
            <ac:inkMk id="9" creationId="{B45FDCA1-48FE-8C87-82E1-CAB865909A7F}"/>
          </ac:inkMkLst>
        </pc:inkChg>
      </pc:sldChg>
      <pc:sldChg chg="addSp delSp modSp add mod">
        <pc:chgData name="Venkatesh Patil" userId="d9f36aa470552ec6" providerId="LiveId" clId="{C0FF7060-21E9-442F-B040-53358D225ADF}" dt="2024-02-13T22:54:49.821" v="10850" actId="478"/>
        <pc:sldMkLst>
          <pc:docMk/>
          <pc:sldMk cId="33540683" sldId="1276"/>
        </pc:sldMkLst>
        <pc:spChg chg="add mod">
          <ac:chgData name="Venkatesh Patil" userId="d9f36aa470552ec6" providerId="LiveId" clId="{C0FF7060-21E9-442F-B040-53358D225ADF}" dt="2024-02-13T01:09:49.839" v="932" actId="14100"/>
          <ac:spMkLst>
            <pc:docMk/>
            <pc:sldMk cId="33540683" sldId="1276"/>
            <ac:spMk id="3" creationId="{C56DEFCA-DE6E-ECED-2EA3-AB413BA6E17C}"/>
          </ac:spMkLst>
        </pc:spChg>
        <pc:spChg chg="add mod">
          <ac:chgData name="Venkatesh Patil" userId="d9f36aa470552ec6" providerId="LiveId" clId="{C0FF7060-21E9-442F-B040-53358D225ADF}" dt="2024-02-13T01:10:01.105" v="934" actId="1076"/>
          <ac:spMkLst>
            <pc:docMk/>
            <pc:sldMk cId="33540683" sldId="1276"/>
            <ac:spMk id="9" creationId="{8A2B2221-4328-8592-8732-BF38DA03DF60}"/>
          </ac:spMkLst>
        </pc:spChg>
        <pc:spChg chg="del">
          <ac:chgData name="Venkatesh Patil" userId="d9f36aa470552ec6" providerId="LiveId" clId="{C0FF7060-21E9-442F-B040-53358D225ADF}" dt="2024-02-13T01:07:32.781" v="901" actId="478"/>
          <ac:spMkLst>
            <pc:docMk/>
            <pc:sldMk cId="33540683" sldId="1276"/>
            <ac:spMk id="20" creationId="{D4172077-E1DB-EECF-FEE1-016D3311361B}"/>
          </ac:spMkLst>
        </pc:spChg>
        <pc:spChg chg="del">
          <ac:chgData name="Venkatesh Patil" userId="d9f36aa470552ec6" providerId="LiveId" clId="{C0FF7060-21E9-442F-B040-53358D225ADF}" dt="2024-02-13T01:08:57.318" v="915" actId="478"/>
          <ac:spMkLst>
            <pc:docMk/>
            <pc:sldMk cId="33540683" sldId="1276"/>
            <ac:spMk id="38" creationId="{851D5D87-F86A-E10F-1F6E-CCB383A6C21F}"/>
          </ac:spMkLst>
        </pc:spChg>
        <pc:spChg chg="del">
          <ac:chgData name="Venkatesh Patil" userId="d9f36aa470552ec6" providerId="LiveId" clId="{C0FF7060-21E9-442F-B040-53358D225ADF}" dt="2024-02-13T22:54:43.585" v="10846" actId="478"/>
          <ac:spMkLst>
            <pc:docMk/>
            <pc:sldMk cId="33540683" sldId="1276"/>
            <ac:spMk id="39" creationId="{DD48DD78-24E3-428C-874F-B49A84041711}"/>
          </ac:spMkLst>
        </pc:spChg>
        <pc:spChg chg="del">
          <ac:chgData name="Venkatesh Patil" userId="d9f36aa470552ec6" providerId="LiveId" clId="{C0FF7060-21E9-442F-B040-53358D225ADF}" dt="2024-02-13T22:54:42.040" v="10845" actId="478"/>
          <ac:spMkLst>
            <pc:docMk/>
            <pc:sldMk cId="33540683" sldId="1276"/>
            <ac:spMk id="40" creationId="{0049FE6A-5351-89DA-3E79-1884EC6FC700}"/>
          </ac:spMkLst>
        </pc:spChg>
        <pc:spChg chg="del">
          <ac:chgData name="Venkatesh Patil" userId="d9f36aa470552ec6" providerId="LiveId" clId="{C0FF7060-21E9-442F-B040-53358D225ADF}" dt="2024-02-13T01:07:17.753" v="896" actId="478"/>
          <ac:spMkLst>
            <pc:docMk/>
            <pc:sldMk cId="33540683" sldId="1276"/>
            <ac:spMk id="58" creationId="{3C812B31-EC1F-DE14-A2F2-6AA6D2C738F0}"/>
          </ac:spMkLst>
        </pc:spChg>
        <pc:spChg chg="add del">
          <ac:chgData name="Venkatesh Patil" userId="d9f36aa470552ec6" providerId="LiveId" clId="{C0FF7060-21E9-442F-B040-53358D225ADF}" dt="2024-02-13T01:07:26.943" v="899" actId="478"/>
          <ac:spMkLst>
            <pc:docMk/>
            <pc:sldMk cId="33540683" sldId="1276"/>
            <ac:spMk id="60" creationId="{B7556F78-6D28-CBE6-D567-2B2C359552A8}"/>
          </ac:spMkLst>
        </pc:spChg>
        <pc:spChg chg="add del">
          <ac:chgData name="Venkatesh Patil" userId="d9f36aa470552ec6" providerId="LiveId" clId="{C0FF7060-21E9-442F-B040-53358D225ADF}" dt="2024-02-13T01:07:27.819" v="900" actId="478"/>
          <ac:spMkLst>
            <pc:docMk/>
            <pc:sldMk cId="33540683" sldId="1276"/>
            <ac:spMk id="61" creationId="{E16C56EE-D084-A3D1-C8AE-D1E5D11C1EA8}"/>
          </ac:spMkLst>
        </pc:spChg>
        <pc:spChg chg="del">
          <ac:chgData name="Venkatesh Patil" userId="d9f36aa470552ec6" providerId="LiveId" clId="{C0FF7060-21E9-442F-B040-53358D225ADF}" dt="2024-02-13T01:09:00.348" v="916" actId="478"/>
          <ac:spMkLst>
            <pc:docMk/>
            <pc:sldMk cId="33540683" sldId="1276"/>
            <ac:spMk id="62" creationId="{6799BFD4-3B43-9341-96CA-981757192D08}"/>
          </ac:spMkLst>
        </pc:spChg>
        <pc:spChg chg="del">
          <ac:chgData name="Venkatesh Patil" userId="d9f36aa470552ec6" providerId="LiveId" clId="{C0FF7060-21E9-442F-B040-53358D225ADF}" dt="2024-02-13T01:07:11.786" v="894" actId="478"/>
          <ac:spMkLst>
            <pc:docMk/>
            <pc:sldMk cId="33540683" sldId="1276"/>
            <ac:spMk id="94" creationId="{832DC88D-F4D8-74E9-3E8B-1B2E521591E4}"/>
          </ac:spMkLst>
        </pc:spChg>
        <pc:spChg chg="del">
          <ac:chgData name="Venkatesh Patil" userId="d9f36aa470552ec6" providerId="LiveId" clId="{C0FF7060-21E9-442F-B040-53358D225ADF}" dt="2024-02-13T01:07:13.995" v="895" actId="478"/>
          <ac:spMkLst>
            <pc:docMk/>
            <pc:sldMk cId="33540683" sldId="1276"/>
            <ac:spMk id="95" creationId="{50C13B77-0729-328A-AA53-CDD5B9122695}"/>
          </ac:spMkLst>
        </pc:spChg>
        <pc:spChg chg="del">
          <ac:chgData name="Venkatesh Patil" userId="d9f36aa470552ec6" providerId="LiveId" clId="{C0FF7060-21E9-442F-B040-53358D225ADF}" dt="2024-02-13T01:06:53.438" v="890" actId="478"/>
          <ac:spMkLst>
            <pc:docMk/>
            <pc:sldMk cId="33540683" sldId="1276"/>
            <ac:spMk id="96" creationId="{A83D094E-02DE-832A-0E84-F44A21A981AB}"/>
          </ac:spMkLst>
        </pc:spChg>
        <pc:spChg chg="del">
          <ac:chgData name="Venkatesh Patil" userId="d9f36aa470552ec6" providerId="LiveId" clId="{C0FF7060-21E9-442F-B040-53358D225ADF}" dt="2024-02-13T01:06:55.402" v="891" actId="478"/>
          <ac:spMkLst>
            <pc:docMk/>
            <pc:sldMk cId="33540683" sldId="1276"/>
            <ac:spMk id="97" creationId="{13204BF0-F606-B018-1C0C-9EEA20092C3D}"/>
          </ac:spMkLst>
        </pc:spChg>
        <pc:grpChg chg="del">
          <ac:chgData name="Venkatesh Patil" userId="d9f36aa470552ec6" providerId="LiveId" clId="{C0FF7060-21E9-442F-B040-53358D225ADF}" dt="2024-02-13T01:06:56.333" v="892" actId="478"/>
          <ac:grpSpMkLst>
            <pc:docMk/>
            <pc:sldMk cId="33540683" sldId="1276"/>
            <ac:grpSpMk id="63" creationId="{E76BAD1C-0D1A-5F0D-8AF5-C03EB27FA94A}"/>
          </ac:grpSpMkLst>
        </pc:grpChg>
        <pc:grpChg chg="del">
          <ac:chgData name="Venkatesh Patil" userId="d9f36aa470552ec6" providerId="LiveId" clId="{C0FF7060-21E9-442F-B040-53358D225ADF}" dt="2024-02-13T01:06:57.811" v="893" actId="478"/>
          <ac:grpSpMkLst>
            <pc:docMk/>
            <pc:sldMk cId="33540683" sldId="1276"/>
            <ac:grpSpMk id="70" creationId="{8ED2D221-911E-1B9D-C12E-C4B430AA4CD2}"/>
          </ac:grpSpMkLst>
        </pc:grpChg>
        <pc:cxnChg chg="del mod">
          <ac:chgData name="Venkatesh Patil" userId="d9f36aa470552ec6" providerId="LiveId" clId="{C0FF7060-21E9-442F-B040-53358D225ADF}" dt="2024-02-13T22:54:48.471" v="10849" actId="478"/>
          <ac:cxnSpMkLst>
            <pc:docMk/>
            <pc:sldMk cId="33540683" sldId="1276"/>
            <ac:cxnSpMk id="47" creationId="{6C1D6320-7287-40F9-C264-F71EA6844234}"/>
          </ac:cxnSpMkLst>
        </pc:cxnChg>
        <pc:cxnChg chg="del">
          <ac:chgData name="Venkatesh Patil" userId="d9f36aa470552ec6" providerId="LiveId" clId="{C0FF7060-21E9-442F-B040-53358D225ADF}" dt="2024-02-13T22:54:49.821" v="10850" actId="478"/>
          <ac:cxnSpMkLst>
            <pc:docMk/>
            <pc:sldMk cId="33540683" sldId="1276"/>
            <ac:cxnSpMk id="49" creationId="{4BABC96F-A176-B667-02C0-3FA3DEDD03E0}"/>
          </ac:cxnSpMkLst>
        </pc:cxnChg>
        <pc:cxnChg chg="del">
          <ac:chgData name="Venkatesh Patil" userId="d9f36aa470552ec6" providerId="LiveId" clId="{C0FF7060-21E9-442F-B040-53358D225ADF}" dt="2024-02-13T22:54:44.778" v="10847" actId="478"/>
          <ac:cxnSpMkLst>
            <pc:docMk/>
            <pc:sldMk cId="33540683" sldId="1276"/>
            <ac:cxnSpMk id="51" creationId="{95EB6CA3-9930-35C6-467F-CAA515515EC0}"/>
          </ac:cxnSpMkLst>
        </pc:cxnChg>
        <pc:cxnChg chg="del mod">
          <ac:chgData name="Venkatesh Patil" userId="d9f36aa470552ec6" providerId="LiveId" clId="{C0FF7060-21E9-442F-B040-53358D225ADF}" dt="2024-02-13T22:54:46.799" v="10848" actId="478"/>
          <ac:cxnSpMkLst>
            <pc:docMk/>
            <pc:sldMk cId="33540683" sldId="1276"/>
            <ac:cxnSpMk id="56" creationId="{90122A72-3844-1AFF-F749-89B26D70DFD0}"/>
          </ac:cxnSpMkLst>
        </pc:cxnChg>
      </pc:sldChg>
      <pc:sldChg chg="delSp modSp add mod modNotesTx">
        <pc:chgData name="Venkatesh Patil" userId="d9f36aa470552ec6" providerId="LiveId" clId="{C0FF7060-21E9-442F-B040-53358D225ADF}" dt="2024-02-13T22:57:52.484" v="10945" actId="20577"/>
        <pc:sldMkLst>
          <pc:docMk/>
          <pc:sldMk cId="3974208922" sldId="1277"/>
        </pc:sldMkLst>
        <pc:spChg chg="mod">
          <ac:chgData name="Venkatesh Patil" userId="d9f36aa470552ec6" providerId="LiveId" clId="{C0FF7060-21E9-442F-B040-53358D225ADF}" dt="2024-02-13T01:08:02.574" v="906" actId="6549"/>
          <ac:spMkLst>
            <pc:docMk/>
            <pc:sldMk cId="3974208922" sldId="1277"/>
            <ac:spMk id="41" creationId="{BFA511C7-233E-DE4D-4766-B2169E42F541}"/>
          </ac:spMkLst>
        </pc:spChg>
        <pc:spChg chg="del">
          <ac:chgData name="Venkatesh Patil" userId="d9f36aa470552ec6" providerId="LiveId" clId="{C0FF7060-21E9-442F-B040-53358D225ADF}" dt="2024-02-13T01:07:57.542" v="902" actId="478"/>
          <ac:spMkLst>
            <pc:docMk/>
            <pc:sldMk cId="3974208922" sldId="1277"/>
            <ac:spMk id="94" creationId="{2095EE99-0947-B19F-A699-1D3E5A316D65}"/>
          </ac:spMkLst>
        </pc:spChg>
        <pc:spChg chg="del mod">
          <ac:chgData name="Venkatesh Patil" userId="d9f36aa470552ec6" providerId="LiveId" clId="{C0FF7060-21E9-442F-B040-53358D225ADF}" dt="2024-02-13T01:07:59.899" v="904" actId="478"/>
          <ac:spMkLst>
            <pc:docMk/>
            <pc:sldMk cId="3974208922" sldId="1277"/>
            <ac:spMk id="95" creationId="{FE0B11D8-1B65-D9AA-D73B-C3D5F82C2561}"/>
          </ac:spMkLst>
        </pc:spChg>
        <pc:spChg chg="del">
          <ac:chgData name="Venkatesh Patil" userId="d9f36aa470552ec6" providerId="LiveId" clId="{C0FF7060-21E9-442F-B040-53358D225ADF}" dt="2024-02-13T01:08:01.129" v="905" actId="478"/>
          <ac:spMkLst>
            <pc:docMk/>
            <pc:sldMk cId="3974208922" sldId="1277"/>
            <ac:spMk id="96" creationId="{C585C26A-6196-B576-2F3C-218416E3DCA3}"/>
          </ac:spMkLst>
        </pc:spChg>
        <pc:spChg chg="del">
          <ac:chgData name="Venkatesh Patil" userId="d9f36aa470552ec6" providerId="LiveId" clId="{C0FF7060-21E9-442F-B040-53358D225ADF}" dt="2024-02-13T01:08:05.787" v="908" actId="478"/>
          <ac:spMkLst>
            <pc:docMk/>
            <pc:sldMk cId="3974208922" sldId="1277"/>
            <ac:spMk id="97" creationId="{06D277ED-314F-71F3-EFE4-4E465DE86EB0}"/>
          </ac:spMkLst>
        </pc:spChg>
        <pc:grpChg chg="del">
          <ac:chgData name="Venkatesh Patil" userId="d9f36aa470552ec6" providerId="LiveId" clId="{C0FF7060-21E9-442F-B040-53358D225ADF}" dt="2024-02-13T01:08:03.474" v="907" actId="478"/>
          <ac:grpSpMkLst>
            <pc:docMk/>
            <pc:sldMk cId="3974208922" sldId="1277"/>
            <ac:grpSpMk id="63" creationId="{EF3E4249-E717-5804-6070-73D48325F1EC}"/>
          </ac:grpSpMkLst>
        </pc:grpChg>
        <pc:grpChg chg="del">
          <ac:chgData name="Venkatesh Patil" userId="d9f36aa470552ec6" providerId="LiveId" clId="{C0FF7060-21E9-442F-B040-53358D225ADF}" dt="2024-02-13T01:08:07.564" v="909" actId="478"/>
          <ac:grpSpMkLst>
            <pc:docMk/>
            <pc:sldMk cId="3974208922" sldId="1277"/>
            <ac:grpSpMk id="70" creationId="{584A7B02-4AC4-AD35-5356-1ABCCD1509F4}"/>
          </ac:grpSpMkLst>
        </pc:grpChg>
      </pc:sldChg>
      <pc:sldChg chg="delSp add mod">
        <pc:chgData name="Venkatesh Patil" userId="d9f36aa470552ec6" providerId="LiveId" clId="{C0FF7060-21E9-442F-B040-53358D225ADF}" dt="2024-02-13T01:08:28.663" v="914" actId="478"/>
        <pc:sldMkLst>
          <pc:docMk/>
          <pc:sldMk cId="2296198119" sldId="1278"/>
        </pc:sldMkLst>
        <pc:spChg chg="del">
          <ac:chgData name="Venkatesh Patil" userId="d9f36aa470552ec6" providerId="LiveId" clId="{C0FF7060-21E9-442F-B040-53358D225ADF}" dt="2024-02-13T01:08:27.105" v="913" actId="478"/>
          <ac:spMkLst>
            <pc:docMk/>
            <pc:sldMk cId="2296198119" sldId="1278"/>
            <ac:spMk id="96" creationId="{EAE00A21-F2DC-6683-0336-E0BC8489DD6D}"/>
          </ac:spMkLst>
        </pc:spChg>
        <pc:spChg chg="del">
          <ac:chgData name="Venkatesh Patil" userId="d9f36aa470552ec6" providerId="LiveId" clId="{C0FF7060-21E9-442F-B040-53358D225ADF}" dt="2024-02-13T01:08:28.663" v="914" actId="478"/>
          <ac:spMkLst>
            <pc:docMk/>
            <pc:sldMk cId="2296198119" sldId="1278"/>
            <ac:spMk id="97" creationId="{4FFECD5C-DB74-2199-795E-1657E2BFCA8B}"/>
          </ac:spMkLst>
        </pc:spChg>
        <pc:grpChg chg="del">
          <ac:chgData name="Venkatesh Patil" userId="d9f36aa470552ec6" providerId="LiveId" clId="{C0FF7060-21E9-442F-B040-53358D225ADF}" dt="2024-02-13T01:08:22.868" v="911" actId="478"/>
          <ac:grpSpMkLst>
            <pc:docMk/>
            <pc:sldMk cId="2296198119" sldId="1278"/>
            <ac:grpSpMk id="63" creationId="{DFCDC473-0C22-DBAC-14F5-904027D5BE4B}"/>
          </ac:grpSpMkLst>
        </pc:grpChg>
        <pc:grpChg chg="del">
          <ac:chgData name="Venkatesh Patil" userId="d9f36aa470552ec6" providerId="LiveId" clId="{C0FF7060-21E9-442F-B040-53358D225ADF}" dt="2024-02-13T01:08:25.674" v="912" actId="478"/>
          <ac:grpSpMkLst>
            <pc:docMk/>
            <pc:sldMk cId="2296198119" sldId="1278"/>
            <ac:grpSpMk id="70" creationId="{7F003112-D5A1-026C-B53F-6F878B797153}"/>
          </ac:grpSpMkLst>
        </pc:grpChg>
      </pc:sldChg>
      <pc:sldChg chg="add">
        <pc:chgData name="Venkatesh Patil" userId="d9f36aa470552ec6" providerId="LiveId" clId="{C0FF7060-21E9-442F-B040-53358D225ADF}" dt="2024-02-13T01:08:18.443" v="910" actId="2890"/>
        <pc:sldMkLst>
          <pc:docMk/>
          <pc:sldMk cId="4231569209" sldId="1279"/>
        </pc:sldMkLst>
      </pc:sldChg>
      <pc:sldChg chg="addSp delSp modSp add mod">
        <pc:chgData name="Venkatesh Patil" userId="d9f36aa470552ec6" providerId="LiveId" clId="{C0FF7060-21E9-442F-B040-53358D225ADF}" dt="2024-02-13T17:51:02.084" v="3059" actId="255"/>
        <pc:sldMkLst>
          <pc:docMk/>
          <pc:sldMk cId="2567499680" sldId="1280"/>
        </pc:sldMkLst>
        <pc:spChg chg="mod">
          <ac:chgData name="Venkatesh Patil" userId="d9f36aa470552ec6" providerId="LiveId" clId="{C0FF7060-21E9-442F-B040-53358D225ADF}" dt="2024-02-13T17:16:15.286" v="1041" actId="20577"/>
          <ac:spMkLst>
            <pc:docMk/>
            <pc:sldMk cId="2567499680" sldId="1280"/>
            <ac:spMk id="2" creationId="{5CD0FCD9-AB9B-8985-DF6E-9DF53DDC002B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8" creationId="{A9F32C46-BC28-6EB1-CA0D-A4F4A60182C0}"/>
          </ac:spMkLst>
        </pc:spChg>
        <pc:spChg chg="add mod">
          <ac:chgData name="Venkatesh Patil" userId="d9f36aa470552ec6" providerId="LiveId" clId="{C0FF7060-21E9-442F-B040-53358D225ADF}" dt="2024-02-13T17:51:02.084" v="3059" actId="255"/>
          <ac:spMkLst>
            <pc:docMk/>
            <pc:sldMk cId="2567499680" sldId="1280"/>
            <ac:spMk id="10" creationId="{B9DFC018-6C8F-3312-4761-A89172BBA919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11" creationId="{0A05A9E0-79DA-DF02-E55B-9851D019DB1A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12" creationId="{07E42E7D-8A86-7695-D59F-F44CC5C54DB6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20" creationId="{65A1439D-E178-5552-A0B8-023F097C28D3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32" creationId="{BFE4E899-5ABB-6D77-6A8F-34966B0995BC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33" creationId="{BDA0A17C-FD83-577F-F77B-A28CADCCCEE0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36" creationId="{C322AA65-DF4F-9996-6A6E-4D82DA557616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38" creationId="{2ADED654-D340-72FA-D2A6-56459A59C9F4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39" creationId="{2DB6C970-3FB7-3623-00D5-12B768F4B64E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40" creationId="{20E25715-BB68-4101-7603-0F9C9849FB1E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43" creationId="{DA27247C-0431-7B8B-5E47-98AD5FE33F41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45" creationId="{59E2B918-408A-7884-1234-49015549A54F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58" creationId="{E4AC8690-2A01-E6B7-36C8-DB149FFF92E2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59" creationId="{B794F09B-106A-C643-FC89-6EC780C0A1C6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60" creationId="{B131CA37-BC5C-1342-2B65-176EEFBC0274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61" creationId="{C772AF83-45FE-8452-D5F9-312121D9AEBB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62" creationId="{DA79B965-4898-3EFE-E334-120A52D8AD76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94" creationId="{74EF73F4-AD6D-CC53-2FFF-B4963E884A42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95" creationId="{8005450F-8B74-1C96-CFC8-9314F046AD9B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96" creationId="{A45B104E-0D8C-D6AD-0451-1EF74A6C0ADB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97" creationId="{D0B2B163-A69E-F400-529A-AAC4193B5F82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98" creationId="{A8E2CB3E-CBCF-8FFA-8E71-EBF1E0CB36E0}"/>
          </ac:spMkLst>
        </pc:spChg>
        <pc:spChg chg="del">
          <ac:chgData name="Venkatesh Patil" userId="d9f36aa470552ec6" providerId="LiveId" clId="{C0FF7060-21E9-442F-B040-53358D225ADF}" dt="2024-02-13T17:10:35.988" v="936" actId="478"/>
          <ac:spMkLst>
            <pc:docMk/>
            <pc:sldMk cId="2567499680" sldId="1280"/>
            <ac:spMk id="99" creationId="{BDF07601-D01C-D9A8-1F20-2999C31A3C5C}"/>
          </ac:spMkLst>
        </pc:spChg>
        <pc:grpChg chg="del">
          <ac:chgData name="Venkatesh Patil" userId="d9f36aa470552ec6" providerId="LiveId" clId="{C0FF7060-21E9-442F-B040-53358D225ADF}" dt="2024-02-13T17:10:35.988" v="936" actId="478"/>
          <ac:grpSpMkLst>
            <pc:docMk/>
            <pc:sldMk cId="2567499680" sldId="1280"/>
            <ac:grpSpMk id="63" creationId="{B3FC0F5D-8C8E-D755-F6BD-BA946337712F}"/>
          </ac:grpSpMkLst>
        </pc:grpChg>
        <pc:grpChg chg="del">
          <ac:chgData name="Venkatesh Patil" userId="d9f36aa470552ec6" providerId="LiveId" clId="{C0FF7060-21E9-442F-B040-53358D225ADF}" dt="2024-02-13T17:10:35.988" v="936" actId="478"/>
          <ac:grpSpMkLst>
            <pc:docMk/>
            <pc:sldMk cId="2567499680" sldId="1280"/>
            <ac:grpSpMk id="70" creationId="{0268FC31-9A65-1407-5D84-298D223E7673}"/>
          </ac:grpSpMkLst>
        </pc:grpChg>
        <pc:picChg chg="add mod">
          <ac:chgData name="Venkatesh Patil" userId="d9f36aa470552ec6" providerId="LiveId" clId="{C0FF7060-21E9-442F-B040-53358D225ADF}" dt="2024-02-13T17:15:09.910" v="994" actId="29295"/>
          <ac:picMkLst>
            <pc:docMk/>
            <pc:sldMk cId="2567499680" sldId="1280"/>
            <ac:picMk id="9" creationId="{80DB8A74-087E-22E9-D30A-DDA865E3F154}"/>
          </ac:picMkLst>
        </pc:picChg>
        <pc:cxnChg chg="del mod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47" creationId="{DF6744AE-6413-E6A5-B423-B3B21D387172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49" creationId="{0E264F20-3658-B651-DC1B-81E58545F5EC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51" creationId="{86136DDC-AC3B-C7EB-9910-F16BF0FA348D}"/>
          </ac:cxnSpMkLst>
        </pc:cxnChg>
        <pc:cxnChg chg="del mod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56" creationId="{C94AE19E-9A33-46AD-1AF9-0F74A75CC75E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65" creationId="{CF67DB86-355A-ADAF-2A01-39B5037FC948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69" creationId="{CBFBAEBD-7550-584D-525F-3AAFBCCF087B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76" creationId="{F6ACB3F1-4E97-A268-FCB0-48BE2A56A22C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77" creationId="{2F44C5B2-F40C-0047-7CCA-51BA6AF0D368}"/>
          </ac:cxnSpMkLst>
        </pc:cxnChg>
        <pc:cxnChg chg="del mod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79" creationId="{49822C77-4ACC-A456-7981-8528676BF4E9}"/>
          </ac:cxnSpMkLst>
        </pc:cxnChg>
        <pc:cxnChg chg="del mod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81" creationId="{896073DD-E0FC-6245-33C5-02A9DCF75208}"/>
          </ac:cxnSpMkLst>
        </pc:cxnChg>
        <pc:cxnChg chg="del mod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84" creationId="{821FD40A-8324-8DA9-267C-9175769F7C13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87" creationId="{76D98E9D-79E3-97A3-07C1-6199F5EAE68B}"/>
          </ac:cxnSpMkLst>
        </pc:cxnChg>
        <pc:cxnChg chg="del mod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89" creationId="{5DD8E00B-EA8E-13F9-4770-37D763940F54}"/>
          </ac:cxnSpMkLst>
        </pc:cxnChg>
        <pc:cxnChg chg="del">
          <ac:chgData name="Venkatesh Patil" userId="d9f36aa470552ec6" providerId="LiveId" clId="{C0FF7060-21E9-442F-B040-53358D225ADF}" dt="2024-02-13T17:10:35.988" v="936" actId="478"/>
          <ac:cxnSpMkLst>
            <pc:docMk/>
            <pc:sldMk cId="2567499680" sldId="1280"/>
            <ac:cxnSpMk id="91" creationId="{785A38FE-D05B-FDDB-B421-322BBC8A55A7}"/>
          </ac:cxnSpMkLst>
        </pc:cxnChg>
      </pc:sldChg>
      <pc:sldChg chg="delSp modSp add del mod ord">
        <pc:chgData name="Venkatesh Patil" userId="d9f36aa470552ec6" providerId="LiveId" clId="{C0FF7060-21E9-442F-B040-53358D225ADF}" dt="2024-02-13T17:34:39.810" v="2048" actId="47"/>
        <pc:sldMkLst>
          <pc:docMk/>
          <pc:sldMk cId="1155304417" sldId="1281"/>
        </pc:sldMkLst>
        <pc:spChg chg="mod">
          <ac:chgData name="Venkatesh Patil" userId="d9f36aa470552ec6" providerId="LiveId" clId="{C0FF7060-21E9-442F-B040-53358D225ADF}" dt="2024-02-13T17:21:36.306" v="1100" actId="20577"/>
          <ac:spMkLst>
            <pc:docMk/>
            <pc:sldMk cId="1155304417" sldId="1281"/>
            <ac:spMk id="2" creationId="{4FDEA6C4-B078-5F9D-F16C-FD149617F77C}"/>
          </ac:spMkLst>
        </pc:spChg>
        <pc:spChg chg="mod">
          <ac:chgData name="Venkatesh Patil" userId="d9f36aa470552ec6" providerId="LiveId" clId="{C0FF7060-21E9-442F-B040-53358D225ADF}" dt="2024-02-13T17:30:13.010" v="1847" actId="20577"/>
          <ac:spMkLst>
            <pc:docMk/>
            <pc:sldMk cId="1155304417" sldId="1281"/>
            <ac:spMk id="3" creationId="{5A0CC4A2-8916-D6EE-89FB-087BB5A84209}"/>
          </ac:spMkLst>
        </pc:spChg>
        <pc:spChg chg="del">
          <ac:chgData name="Venkatesh Patil" userId="d9f36aa470552ec6" providerId="LiveId" clId="{C0FF7060-21E9-442F-B040-53358D225ADF}" dt="2024-02-13T17:21:48.126" v="1102" actId="478"/>
          <ac:spMkLst>
            <pc:docMk/>
            <pc:sldMk cId="1155304417" sldId="1281"/>
            <ac:spMk id="10" creationId="{B388635D-7C07-EDE8-2DD1-B0908FDB9BB0}"/>
          </ac:spMkLst>
        </pc:spChg>
        <pc:grpChg chg="del">
          <ac:chgData name="Venkatesh Patil" userId="d9f36aa470552ec6" providerId="LiveId" clId="{C0FF7060-21E9-442F-B040-53358D225ADF}" dt="2024-02-13T17:21:39.576" v="1101" actId="478"/>
          <ac:grpSpMkLst>
            <pc:docMk/>
            <pc:sldMk cId="1155304417" sldId="1281"/>
            <ac:grpSpMk id="15" creationId="{B0F0840E-391C-7750-771F-D2714BCD5591}"/>
          </ac:grpSpMkLst>
        </pc:grpChg>
      </pc:sldChg>
      <pc:sldChg chg="modSp add mod modAnim">
        <pc:chgData name="Venkatesh Patil" userId="d9f36aa470552ec6" providerId="LiveId" clId="{C0FF7060-21E9-442F-B040-53358D225ADF}" dt="2024-02-13T22:51:29.120" v="10788" actId="207"/>
        <pc:sldMkLst>
          <pc:docMk/>
          <pc:sldMk cId="450877088" sldId="1282"/>
        </pc:sldMkLst>
        <pc:spChg chg="mod">
          <ac:chgData name="Venkatesh Patil" userId="d9f36aa470552ec6" providerId="LiveId" clId="{C0FF7060-21E9-442F-B040-53358D225ADF}" dt="2024-02-13T22:51:29.120" v="10788" actId="207"/>
          <ac:spMkLst>
            <pc:docMk/>
            <pc:sldMk cId="450877088" sldId="1282"/>
            <ac:spMk id="3" creationId="{8D99E672-D97C-EF29-8FDF-FCAD5A5A7AC4}"/>
          </ac:spMkLst>
        </pc:spChg>
      </pc:sldChg>
      <pc:sldChg chg="modSp add mod modAnim">
        <pc:chgData name="Venkatesh Patil" userId="d9f36aa470552ec6" providerId="LiveId" clId="{C0FF7060-21E9-442F-B040-53358D225ADF}" dt="2024-02-13T22:53:05.112" v="10843" actId="20577"/>
        <pc:sldMkLst>
          <pc:docMk/>
          <pc:sldMk cId="3903121131" sldId="1283"/>
        </pc:sldMkLst>
        <pc:spChg chg="mod">
          <ac:chgData name="Venkatesh Patil" userId="d9f36aa470552ec6" providerId="LiveId" clId="{C0FF7060-21E9-442F-B040-53358D225ADF}" dt="2024-02-13T22:53:05.112" v="10843" actId="20577"/>
          <ac:spMkLst>
            <pc:docMk/>
            <pc:sldMk cId="3903121131" sldId="1283"/>
            <ac:spMk id="3" creationId="{C2067D49-B6E0-2400-11AA-466429E98658}"/>
          </ac:spMkLst>
        </pc:spChg>
      </pc:sldChg>
      <pc:sldChg chg="addSp delSp modSp add mod">
        <pc:chgData name="Venkatesh Patil" userId="d9f36aa470552ec6" providerId="LiveId" clId="{C0FF7060-21E9-442F-B040-53358D225ADF}" dt="2024-02-13T23:22:15.847" v="12149" actId="20577"/>
        <pc:sldMkLst>
          <pc:docMk/>
          <pc:sldMk cId="3894163847" sldId="1284"/>
        </pc:sldMkLst>
        <pc:spChg chg="mod">
          <ac:chgData name="Venkatesh Patil" userId="d9f36aa470552ec6" providerId="LiveId" clId="{C0FF7060-21E9-442F-B040-53358D225ADF}" dt="2024-02-13T23:22:15.847" v="12149" actId="20577"/>
          <ac:spMkLst>
            <pc:docMk/>
            <pc:sldMk cId="3894163847" sldId="1284"/>
            <ac:spMk id="2" creationId="{0BAF5A48-E163-C612-A79A-34D807AACE20}"/>
          </ac:spMkLst>
        </pc:spChg>
        <pc:spChg chg="del">
          <ac:chgData name="Venkatesh Patil" userId="d9f36aa470552ec6" providerId="LiveId" clId="{C0FF7060-21E9-442F-B040-53358D225ADF}" dt="2024-02-13T18:00:08.287" v="3177" actId="478"/>
          <ac:spMkLst>
            <pc:docMk/>
            <pc:sldMk cId="3894163847" sldId="1284"/>
            <ac:spMk id="3" creationId="{A64DF839-CEA0-FE33-4955-D002FE812F31}"/>
          </ac:spMkLst>
        </pc:spChg>
        <pc:spChg chg="add del mod ord">
          <ac:chgData name="Venkatesh Patil" userId="d9f36aa470552ec6" providerId="LiveId" clId="{C0FF7060-21E9-442F-B040-53358D225ADF}" dt="2024-02-13T18:01:53.815" v="3225" actId="478"/>
          <ac:spMkLst>
            <pc:docMk/>
            <pc:sldMk cId="3894163847" sldId="1284"/>
            <ac:spMk id="9" creationId="{6F75EA73-12AA-E289-C589-8488BF427080}"/>
          </ac:spMkLst>
        </pc:spChg>
        <pc:spChg chg="del">
          <ac:chgData name="Venkatesh Patil" userId="d9f36aa470552ec6" providerId="LiveId" clId="{C0FF7060-21E9-442F-B040-53358D225ADF}" dt="2024-02-13T18:00:06.235" v="3176" actId="478"/>
          <ac:spMkLst>
            <pc:docMk/>
            <pc:sldMk cId="3894163847" sldId="1284"/>
            <ac:spMk id="17" creationId="{7052CA9F-F7AA-AC6A-F7D2-A2EF0CB07C73}"/>
          </ac:spMkLst>
        </pc:spChg>
        <pc:spChg chg="mod">
          <ac:chgData name="Venkatesh Patil" userId="d9f36aa470552ec6" providerId="LiveId" clId="{C0FF7060-21E9-442F-B040-53358D225ADF}" dt="2024-02-13T18:03:34.499" v="3254" actId="20577"/>
          <ac:spMkLst>
            <pc:docMk/>
            <pc:sldMk cId="3894163847" sldId="1284"/>
            <ac:spMk id="18" creationId="{295F17C0-E6FB-ADEE-E175-46A3BBEB4408}"/>
          </ac:spMkLst>
        </pc:spChg>
        <pc:picChg chg="add mod ord">
          <ac:chgData name="Venkatesh Patil" userId="d9f36aa470552ec6" providerId="LiveId" clId="{C0FF7060-21E9-442F-B040-53358D225ADF}" dt="2024-02-13T18:02:08.535" v="3231" actId="167"/>
          <ac:picMkLst>
            <pc:docMk/>
            <pc:sldMk cId="3894163847" sldId="1284"/>
            <ac:picMk id="11" creationId="{14F0792F-43FD-28EE-7FD5-6E684F99EC38}"/>
          </ac:picMkLst>
        </pc:picChg>
        <pc:picChg chg="del">
          <ac:chgData name="Venkatesh Patil" userId="d9f36aa470552ec6" providerId="LiveId" clId="{C0FF7060-21E9-442F-B040-53358D225ADF}" dt="2024-02-13T18:00:03.595" v="3175" actId="478"/>
          <ac:picMkLst>
            <pc:docMk/>
            <pc:sldMk cId="3894163847" sldId="1284"/>
            <ac:picMk id="14" creationId="{3C7B7634-26B9-C11C-8A5D-4ED1C4B7B679}"/>
          </ac:picMkLst>
        </pc:picChg>
      </pc:sldChg>
      <pc:sldChg chg="addSp delSp modSp add mod ord modAnim modNotesTx">
        <pc:chgData name="Venkatesh Patil" userId="d9f36aa470552ec6" providerId="LiveId" clId="{C0FF7060-21E9-442F-B040-53358D225ADF}" dt="2024-02-13T23:26:35.064" v="12183" actId="14100"/>
        <pc:sldMkLst>
          <pc:docMk/>
          <pc:sldMk cId="3529543663" sldId="1285"/>
        </pc:sldMkLst>
        <pc:spChg chg="mod">
          <ac:chgData name="Venkatesh Patil" userId="d9f36aa470552ec6" providerId="LiveId" clId="{C0FF7060-21E9-442F-B040-53358D225ADF}" dt="2024-02-13T18:11:21.828" v="3385" actId="20577"/>
          <ac:spMkLst>
            <pc:docMk/>
            <pc:sldMk cId="3529543663" sldId="1285"/>
            <ac:spMk id="2" creationId="{BE9CDE0B-E117-1F08-8E6F-94F1A360719C}"/>
          </ac:spMkLst>
        </pc:spChg>
        <pc:spChg chg="del mod">
          <ac:chgData name="Venkatesh Patil" userId="d9f36aa470552ec6" providerId="LiveId" clId="{C0FF7060-21E9-442F-B040-53358D225ADF}" dt="2024-02-13T18:17:20.292" v="3525" actId="478"/>
          <ac:spMkLst>
            <pc:docMk/>
            <pc:sldMk cId="3529543663" sldId="1285"/>
            <ac:spMk id="3" creationId="{44A54D05-7A95-6629-DB15-81B5E8CD0A61}"/>
          </ac:spMkLst>
        </pc:spChg>
        <pc:spChg chg="add mod">
          <ac:chgData name="Venkatesh Patil" userId="d9f36aa470552ec6" providerId="LiveId" clId="{C0FF7060-21E9-442F-B040-53358D225ADF}" dt="2024-02-13T18:12:18.532" v="3392" actId="11529"/>
          <ac:spMkLst>
            <pc:docMk/>
            <pc:sldMk cId="3529543663" sldId="1285"/>
            <ac:spMk id="9" creationId="{B446F659-2A43-0DB3-3EBE-590043A38128}"/>
          </ac:spMkLst>
        </pc:spChg>
        <pc:spChg chg="add del mod">
          <ac:chgData name="Venkatesh Patil" userId="d9f36aa470552ec6" providerId="LiveId" clId="{C0FF7060-21E9-442F-B040-53358D225ADF}" dt="2024-02-13T18:14:28.348" v="3469" actId="478"/>
          <ac:spMkLst>
            <pc:docMk/>
            <pc:sldMk cId="3529543663" sldId="1285"/>
            <ac:spMk id="10" creationId="{32B4E90D-B9CA-858F-F172-2ABFD3EC2FB5}"/>
          </ac:spMkLst>
        </pc:spChg>
        <pc:spChg chg="add del mod">
          <ac:chgData name="Venkatesh Patil" userId="d9f36aa470552ec6" providerId="LiveId" clId="{C0FF7060-21E9-442F-B040-53358D225ADF}" dt="2024-02-13T18:14:30.201" v="3470" actId="478"/>
          <ac:spMkLst>
            <pc:docMk/>
            <pc:sldMk cId="3529543663" sldId="1285"/>
            <ac:spMk id="11" creationId="{3602B4EB-59B8-D477-E21D-9622C56F9831}"/>
          </ac:spMkLst>
        </pc:spChg>
        <pc:spChg chg="add del mod">
          <ac:chgData name="Venkatesh Patil" userId="d9f36aa470552ec6" providerId="LiveId" clId="{C0FF7060-21E9-442F-B040-53358D225ADF}" dt="2024-02-13T18:17:22.812" v="3526" actId="478"/>
          <ac:spMkLst>
            <pc:docMk/>
            <pc:sldMk cId="3529543663" sldId="1285"/>
            <ac:spMk id="16" creationId="{22D9D67C-7DA2-7266-79F7-8C6B79207C3B}"/>
          </ac:spMkLst>
        </pc:spChg>
        <pc:spChg chg="del">
          <ac:chgData name="Venkatesh Patil" userId="d9f36aa470552ec6" providerId="LiveId" clId="{C0FF7060-21E9-442F-B040-53358D225ADF}" dt="2024-02-13T18:11:34.965" v="3389" actId="478"/>
          <ac:spMkLst>
            <pc:docMk/>
            <pc:sldMk cId="3529543663" sldId="1285"/>
            <ac:spMk id="17" creationId="{14EFDBE4-6EB3-5B69-8DF5-13AC151390C7}"/>
          </ac:spMkLst>
        </pc:spChg>
        <pc:spChg chg="del">
          <ac:chgData name="Venkatesh Patil" userId="d9f36aa470552ec6" providerId="LiveId" clId="{C0FF7060-21E9-442F-B040-53358D225ADF}" dt="2024-02-13T18:17:25.931" v="3527" actId="478"/>
          <ac:spMkLst>
            <pc:docMk/>
            <pc:sldMk cId="3529543663" sldId="1285"/>
            <ac:spMk id="18" creationId="{1E10EEAD-AE37-A89D-6893-BB9B80EF1A81}"/>
          </ac:spMkLst>
        </pc:spChg>
        <pc:spChg chg="add del mod">
          <ac:chgData name="Venkatesh Patil" userId="d9f36aa470552ec6" providerId="LiveId" clId="{C0FF7060-21E9-442F-B040-53358D225ADF}" dt="2024-02-13T18:19:51.024" v="3585" actId="478"/>
          <ac:spMkLst>
            <pc:docMk/>
            <pc:sldMk cId="3529543663" sldId="1285"/>
            <ac:spMk id="19" creationId="{D9011364-97AC-D744-0B33-EA52677BA5B2}"/>
          </ac:spMkLst>
        </pc:spChg>
        <pc:spChg chg="add del mod">
          <ac:chgData name="Venkatesh Patil" userId="d9f36aa470552ec6" providerId="LiveId" clId="{C0FF7060-21E9-442F-B040-53358D225ADF}" dt="2024-02-13T18:27:21.315" v="3985" actId="478"/>
          <ac:spMkLst>
            <pc:docMk/>
            <pc:sldMk cId="3529543663" sldId="1285"/>
            <ac:spMk id="20" creationId="{1A6A17C4-DB1E-B023-76AC-1289473BE6EA}"/>
          </ac:spMkLst>
        </pc:spChg>
        <pc:spChg chg="add mod topLvl">
          <ac:chgData name="Venkatesh Patil" userId="d9f36aa470552ec6" providerId="LiveId" clId="{C0FF7060-21E9-442F-B040-53358D225ADF}" dt="2024-02-13T18:32:50.488" v="4044" actId="1076"/>
          <ac:spMkLst>
            <pc:docMk/>
            <pc:sldMk cId="3529543663" sldId="1285"/>
            <ac:spMk id="25" creationId="{265A33C7-7E85-A08A-4FD7-CE21ABBCE7FD}"/>
          </ac:spMkLst>
        </pc:spChg>
        <pc:spChg chg="add mod topLvl">
          <ac:chgData name="Venkatesh Patil" userId="d9f36aa470552ec6" providerId="LiveId" clId="{C0FF7060-21E9-442F-B040-53358D225ADF}" dt="2024-02-13T18:33:01.740" v="4046" actId="1076"/>
          <ac:spMkLst>
            <pc:docMk/>
            <pc:sldMk cId="3529543663" sldId="1285"/>
            <ac:spMk id="26" creationId="{D91203BE-0EF5-00D3-7282-8E4DBD913FDB}"/>
          </ac:spMkLst>
        </pc:spChg>
        <pc:spChg chg="add mod topLvl">
          <ac:chgData name="Venkatesh Patil" userId="d9f36aa470552ec6" providerId="LiveId" clId="{C0FF7060-21E9-442F-B040-53358D225ADF}" dt="2024-02-13T18:30:56.721" v="4038" actId="165"/>
          <ac:spMkLst>
            <pc:docMk/>
            <pc:sldMk cId="3529543663" sldId="1285"/>
            <ac:spMk id="27" creationId="{C7E2CA65-845F-BE92-1611-962DEDF5D827}"/>
          </ac:spMkLst>
        </pc:spChg>
        <pc:spChg chg="add del mod">
          <ac:chgData name="Venkatesh Patil" userId="d9f36aa470552ec6" providerId="LiveId" clId="{C0FF7060-21E9-442F-B040-53358D225ADF}" dt="2024-02-13T18:30:07.013" v="3999" actId="478"/>
          <ac:spMkLst>
            <pc:docMk/>
            <pc:sldMk cId="3529543663" sldId="1285"/>
            <ac:spMk id="33" creationId="{4435CE59-6A39-1831-432F-A29CB3D5E42C}"/>
          </ac:spMkLst>
        </pc:spChg>
        <pc:spChg chg="add mod">
          <ac:chgData name="Venkatesh Patil" userId="d9f36aa470552ec6" providerId="LiveId" clId="{C0FF7060-21E9-442F-B040-53358D225ADF}" dt="2024-02-13T18:36:36.353" v="4170" actId="5793"/>
          <ac:spMkLst>
            <pc:docMk/>
            <pc:sldMk cId="3529543663" sldId="1285"/>
            <ac:spMk id="35" creationId="{4CF717F0-2AA3-5940-5B52-B0BE4F2E7A3C}"/>
          </ac:spMkLst>
        </pc:spChg>
        <pc:spChg chg="add mod">
          <ac:chgData name="Venkatesh Patil" userId="d9f36aa470552ec6" providerId="LiveId" clId="{C0FF7060-21E9-442F-B040-53358D225ADF}" dt="2024-02-13T23:26:35.064" v="12183" actId="14100"/>
          <ac:spMkLst>
            <pc:docMk/>
            <pc:sldMk cId="3529543663" sldId="1285"/>
            <ac:spMk id="36" creationId="{60DC5BB6-CA66-456B-42E3-72792DA16F17}"/>
          </ac:spMkLst>
        </pc:spChg>
        <pc:spChg chg="add mod">
          <ac:chgData name="Venkatesh Patil" userId="d9f36aa470552ec6" providerId="LiveId" clId="{C0FF7060-21E9-442F-B040-53358D225ADF}" dt="2024-02-13T18:41:46.700" v="4389" actId="20577"/>
          <ac:spMkLst>
            <pc:docMk/>
            <pc:sldMk cId="3529543663" sldId="1285"/>
            <ac:spMk id="37" creationId="{EE4708EF-0F50-6562-E788-7B162DEFF42B}"/>
          </ac:spMkLst>
        </pc:spChg>
        <pc:grpChg chg="add del mod topLvl">
          <ac:chgData name="Venkatesh Patil" userId="d9f36aa470552ec6" providerId="LiveId" clId="{C0FF7060-21E9-442F-B040-53358D225ADF}" dt="2024-02-13T18:34:13.015" v="4048" actId="165"/>
          <ac:grpSpMkLst>
            <pc:docMk/>
            <pc:sldMk cId="3529543663" sldId="1285"/>
            <ac:grpSpMk id="28" creationId="{20376371-AA87-9D73-6D18-CBD9FBA4B9BA}"/>
          </ac:grpSpMkLst>
        </pc:grpChg>
        <pc:grpChg chg="add del mod">
          <ac:chgData name="Venkatesh Patil" userId="d9f36aa470552ec6" providerId="LiveId" clId="{C0FF7060-21E9-442F-B040-53358D225ADF}" dt="2024-02-13T18:30:56.721" v="4038" actId="165"/>
          <ac:grpSpMkLst>
            <pc:docMk/>
            <pc:sldMk cId="3529543663" sldId="1285"/>
            <ac:grpSpMk id="34" creationId="{F679D4EC-5D07-3630-6088-D0F6578876CE}"/>
          </ac:grpSpMkLst>
        </pc:grpChg>
        <pc:graphicFrameChg chg="add del mod modGraphic">
          <ac:chgData name="Venkatesh Patil" userId="d9f36aa470552ec6" providerId="LiveId" clId="{C0FF7060-21E9-442F-B040-53358D225ADF}" dt="2024-02-13T18:12:38.064" v="3411" actId="478"/>
          <ac:graphicFrameMkLst>
            <pc:docMk/>
            <pc:sldMk cId="3529543663" sldId="1285"/>
            <ac:graphicFrameMk id="8" creationId="{C10D61B0-BD10-4523-5CC2-E45B86740841}"/>
          </ac:graphicFrameMkLst>
        </pc:graphicFrameChg>
        <pc:picChg chg="mod">
          <ac:chgData name="Venkatesh Patil" userId="d9f36aa470552ec6" providerId="LiveId" clId="{C0FF7060-21E9-442F-B040-53358D225ADF}" dt="2024-02-13T18:28:19.143" v="3995" actId="1076"/>
          <ac:picMkLst>
            <pc:docMk/>
            <pc:sldMk cId="3529543663" sldId="1285"/>
            <ac:picMk id="6" creationId="{E879D99D-8E00-241F-587E-D7E016D50AD2}"/>
          </ac:picMkLst>
        </pc:picChg>
        <pc:picChg chg="add del mod">
          <ac:chgData name="Venkatesh Patil" userId="d9f36aa470552ec6" providerId="LiveId" clId="{C0FF7060-21E9-442F-B040-53358D225ADF}" dt="2024-02-13T18:26:48.152" v="3983" actId="478"/>
          <ac:picMkLst>
            <pc:docMk/>
            <pc:sldMk cId="3529543663" sldId="1285"/>
            <ac:picMk id="13" creationId="{362C09D1-C248-A33F-7C16-82BB1FC99797}"/>
          </ac:picMkLst>
        </pc:picChg>
        <pc:picChg chg="del">
          <ac:chgData name="Venkatesh Patil" userId="d9f36aa470552ec6" providerId="LiveId" clId="{C0FF7060-21E9-442F-B040-53358D225ADF}" dt="2024-02-13T18:11:25.765" v="3386" actId="478"/>
          <ac:picMkLst>
            <pc:docMk/>
            <pc:sldMk cId="3529543663" sldId="1285"/>
            <ac:picMk id="14" creationId="{F9CE77BF-85EC-EC0A-1BD1-AF81C7F2D98B}"/>
          </ac:picMkLst>
        </pc:picChg>
        <pc:picChg chg="add del mod">
          <ac:chgData name="Venkatesh Patil" userId="d9f36aa470552ec6" providerId="LiveId" clId="{C0FF7060-21E9-442F-B040-53358D225ADF}" dt="2024-02-13T18:26:49.135" v="3984" actId="478"/>
          <ac:picMkLst>
            <pc:docMk/>
            <pc:sldMk cId="3529543663" sldId="1285"/>
            <ac:picMk id="22" creationId="{253F6907-F5DB-758A-DD2D-A03612335DA9}"/>
          </ac:picMkLst>
        </pc:picChg>
        <pc:picChg chg="add del mod">
          <ac:chgData name="Venkatesh Patil" userId="d9f36aa470552ec6" providerId="LiveId" clId="{C0FF7060-21E9-442F-B040-53358D225ADF}" dt="2024-02-13T18:25:24.456" v="3982" actId="478"/>
          <ac:picMkLst>
            <pc:docMk/>
            <pc:sldMk cId="3529543663" sldId="1285"/>
            <ac:picMk id="24" creationId="{010AFCD5-802E-5B96-2F7A-BCE470FA1383}"/>
          </ac:picMkLst>
        </pc:picChg>
        <pc:cxnChg chg="mod topLvl">
          <ac:chgData name="Venkatesh Patil" userId="d9f36aa470552ec6" providerId="LiveId" clId="{C0FF7060-21E9-442F-B040-53358D225ADF}" dt="2024-02-13T18:34:40.998" v="4049" actId="1582"/>
          <ac:cxnSpMkLst>
            <pc:docMk/>
            <pc:sldMk cId="3529543663" sldId="1285"/>
            <ac:cxnSpMk id="29" creationId="{D5C3B999-AC76-3276-56F3-D0E3C5D7D42F}"/>
          </ac:cxnSpMkLst>
        </pc:cxnChg>
        <pc:cxnChg chg="mod topLvl">
          <ac:chgData name="Venkatesh Patil" userId="d9f36aa470552ec6" providerId="LiveId" clId="{C0FF7060-21E9-442F-B040-53358D225ADF}" dt="2024-02-13T18:34:40.998" v="4049" actId="1582"/>
          <ac:cxnSpMkLst>
            <pc:docMk/>
            <pc:sldMk cId="3529543663" sldId="1285"/>
            <ac:cxnSpMk id="30" creationId="{5A541F9F-1DBF-BC08-8FF4-17D719D93159}"/>
          </ac:cxnSpMkLst>
        </pc:cxnChg>
        <pc:cxnChg chg="mod topLvl">
          <ac:chgData name="Venkatesh Patil" userId="d9f36aa470552ec6" providerId="LiveId" clId="{C0FF7060-21E9-442F-B040-53358D225ADF}" dt="2024-02-13T18:34:40.998" v="4049" actId="1582"/>
          <ac:cxnSpMkLst>
            <pc:docMk/>
            <pc:sldMk cId="3529543663" sldId="1285"/>
            <ac:cxnSpMk id="31" creationId="{26D98119-6C2B-A555-5C1E-A9F71A050EDB}"/>
          </ac:cxnSpMkLst>
        </pc:cxnChg>
        <pc:cxnChg chg="mod topLvl">
          <ac:chgData name="Venkatesh Patil" userId="d9f36aa470552ec6" providerId="LiveId" clId="{C0FF7060-21E9-442F-B040-53358D225ADF}" dt="2024-02-13T18:34:40.998" v="4049" actId="1582"/>
          <ac:cxnSpMkLst>
            <pc:docMk/>
            <pc:sldMk cId="3529543663" sldId="1285"/>
            <ac:cxnSpMk id="32" creationId="{F49BEE1C-9869-0EFC-713D-F3997EB61DBA}"/>
          </ac:cxnSpMkLst>
        </pc:cxnChg>
        <pc:cxnChg chg="add del mod">
          <ac:chgData name="Venkatesh Patil" userId="d9f36aa470552ec6" providerId="LiveId" clId="{C0FF7060-21E9-442F-B040-53358D225ADF}" dt="2024-02-13T23:26:22.137" v="12182" actId="478"/>
          <ac:cxnSpMkLst>
            <pc:docMk/>
            <pc:sldMk cId="3529543663" sldId="1285"/>
            <ac:cxnSpMk id="39" creationId="{9F53EE71-17EF-9278-6614-1448D1523F58}"/>
          </ac:cxnSpMkLst>
        </pc:cxnChg>
      </pc:sldChg>
      <pc:sldChg chg="addSp delSp modSp add mod delAnim modAnim">
        <pc:chgData name="Venkatesh Patil" userId="d9f36aa470552ec6" providerId="LiveId" clId="{C0FF7060-21E9-442F-B040-53358D225ADF}" dt="2024-02-13T23:28:43.524" v="12190"/>
        <pc:sldMkLst>
          <pc:docMk/>
          <pc:sldMk cId="4185028751" sldId="1286"/>
        </pc:sldMkLst>
        <pc:spChg chg="mod">
          <ac:chgData name="Venkatesh Patil" userId="d9f36aa470552ec6" providerId="LiveId" clId="{C0FF7060-21E9-442F-B040-53358D225ADF}" dt="2024-02-13T18:44:11.332" v="4418" actId="20577"/>
          <ac:spMkLst>
            <pc:docMk/>
            <pc:sldMk cId="4185028751" sldId="1286"/>
            <ac:spMk id="2" creationId="{EE0FD123-CF67-AE1A-A12B-3B4ABB2FC4B2}"/>
          </ac:spMkLst>
        </pc:spChg>
        <pc:spChg chg="add mod">
          <ac:chgData name="Venkatesh Patil" userId="d9f36aa470552ec6" providerId="LiveId" clId="{C0FF7060-21E9-442F-B040-53358D225ADF}" dt="2024-02-13T18:52:05.986" v="4852" actId="14100"/>
          <ac:spMkLst>
            <pc:docMk/>
            <pc:sldMk cId="4185028751" sldId="1286"/>
            <ac:spMk id="8" creationId="{1C227E71-4067-40B4-8F02-A28C6366BAF1}"/>
          </ac:spMkLst>
        </pc:spChg>
        <pc:spChg chg="add mod">
          <ac:chgData name="Venkatesh Patil" userId="d9f36aa470552ec6" providerId="LiveId" clId="{C0FF7060-21E9-442F-B040-53358D225ADF}" dt="2024-02-13T18:53:04.596" v="4909" actId="14100"/>
          <ac:spMkLst>
            <pc:docMk/>
            <pc:sldMk cId="4185028751" sldId="1286"/>
            <ac:spMk id="9" creationId="{8BAC1F57-F48E-E3B4-CFF1-D05C171DFC0E}"/>
          </ac:spMkLst>
        </pc:spChg>
        <pc:spChg chg="add mod">
          <ac:chgData name="Venkatesh Patil" userId="d9f36aa470552ec6" providerId="LiveId" clId="{C0FF7060-21E9-442F-B040-53358D225ADF}" dt="2024-02-13T18:55:46.678" v="5102" actId="14100"/>
          <ac:spMkLst>
            <pc:docMk/>
            <pc:sldMk cId="4185028751" sldId="1286"/>
            <ac:spMk id="10" creationId="{5E155DC9-12B7-B187-4D96-741635237BC1}"/>
          </ac:spMkLst>
        </pc:spChg>
        <pc:spChg chg="add mod">
          <ac:chgData name="Venkatesh Patil" userId="d9f36aa470552ec6" providerId="LiveId" clId="{C0FF7060-21E9-442F-B040-53358D225ADF}" dt="2024-02-13T18:57:43.894" v="5254" actId="14100"/>
          <ac:spMkLst>
            <pc:docMk/>
            <pc:sldMk cId="4185028751" sldId="1286"/>
            <ac:spMk id="11" creationId="{13C06F7E-958E-6A60-397B-897865612E17}"/>
          </ac:spMkLst>
        </pc:spChg>
        <pc:spChg chg="add mod">
          <ac:chgData name="Venkatesh Patil" userId="d9f36aa470552ec6" providerId="LiveId" clId="{C0FF7060-21E9-442F-B040-53358D225ADF}" dt="2024-02-13T18:58:38.848" v="5328" actId="14100"/>
          <ac:spMkLst>
            <pc:docMk/>
            <pc:sldMk cId="4185028751" sldId="1286"/>
            <ac:spMk id="12" creationId="{33C932AF-E892-4FFA-C452-4A6685883283}"/>
          </ac:spMkLst>
        </pc:spChg>
        <pc:spChg chg="del">
          <ac:chgData name="Venkatesh Patil" userId="d9f36aa470552ec6" providerId="LiveId" clId="{C0FF7060-21E9-442F-B040-53358D225ADF}" dt="2024-02-13T18:44:24.485" v="4420" actId="478"/>
          <ac:spMkLst>
            <pc:docMk/>
            <pc:sldMk cId="4185028751" sldId="1286"/>
            <ac:spMk id="25" creationId="{73CACFDC-BE60-7B37-7D57-E287E9F64D6E}"/>
          </ac:spMkLst>
        </pc:spChg>
        <pc:spChg chg="del">
          <ac:chgData name="Venkatesh Patil" userId="d9f36aa470552ec6" providerId="LiveId" clId="{C0FF7060-21E9-442F-B040-53358D225ADF}" dt="2024-02-13T18:44:22.282" v="4419" actId="478"/>
          <ac:spMkLst>
            <pc:docMk/>
            <pc:sldMk cId="4185028751" sldId="1286"/>
            <ac:spMk id="26" creationId="{B9D7086A-5566-4092-AC9B-66F323EC24DC}"/>
          </ac:spMkLst>
        </pc:spChg>
        <pc:spChg chg="del">
          <ac:chgData name="Venkatesh Patil" userId="d9f36aa470552ec6" providerId="LiveId" clId="{C0FF7060-21E9-442F-B040-53358D225ADF}" dt="2024-02-13T18:44:22.282" v="4419" actId="478"/>
          <ac:spMkLst>
            <pc:docMk/>
            <pc:sldMk cId="4185028751" sldId="1286"/>
            <ac:spMk id="27" creationId="{EDE8616E-39A2-150A-E2EA-91166A9E932E}"/>
          </ac:spMkLst>
        </pc:spChg>
        <pc:spChg chg="del">
          <ac:chgData name="Venkatesh Patil" userId="d9f36aa470552ec6" providerId="LiveId" clId="{C0FF7060-21E9-442F-B040-53358D225ADF}" dt="2024-02-13T18:44:26.422" v="4421" actId="478"/>
          <ac:spMkLst>
            <pc:docMk/>
            <pc:sldMk cId="4185028751" sldId="1286"/>
            <ac:spMk id="35" creationId="{E6E435D9-F55B-8477-B08B-F93EAD518A08}"/>
          </ac:spMkLst>
        </pc:spChg>
        <pc:spChg chg="del">
          <ac:chgData name="Venkatesh Patil" userId="d9f36aa470552ec6" providerId="LiveId" clId="{C0FF7060-21E9-442F-B040-53358D225ADF}" dt="2024-02-13T18:44:22.282" v="4419" actId="478"/>
          <ac:spMkLst>
            <pc:docMk/>
            <pc:sldMk cId="4185028751" sldId="1286"/>
            <ac:spMk id="36" creationId="{8B3D0CFF-3A15-2B23-1439-2DEA50AE2B26}"/>
          </ac:spMkLst>
        </pc:spChg>
        <pc:spChg chg="del">
          <ac:chgData name="Venkatesh Patil" userId="d9f36aa470552ec6" providerId="LiveId" clId="{C0FF7060-21E9-442F-B040-53358D225ADF}" dt="2024-02-13T18:44:27.852" v="4422" actId="478"/>
          <ac:spMkLst>
            <pc:docMk/>
            <pc:sldMk cId="4185028751" sldId="1286"/>
            <ac:spMk id="37" creationId="{BF14E793-13C4-7FA0-1EAC-DA68F808999D}"/>
          </ac:spMkLst>
        </pc:spChg>
        <pc:picChg chg="add mod">
          <ac:chgData name="Venkatesh Patil" userId="d9f36aa470552ec6" providerId="LiveId" clId="{C0FF7060-21E9-442F-B040-53358D225ADF}" dt="2024-02-13T23:28:07.324" v="12185" actId="14100"/>
          <ac:picMkLst>
            <pc:docMk/>
            <pc:sldMk cId="4185028751" sldId="1286"/>
            <ac:picMk id="3" creationId="{D8191DD6-627D-79C2-A254-DDFD475A7BC2}"/>
          </ac:picMkLst>
        </pc:picChg>
        <pc:cxnChg chg="del">
          <ac:chgData name="Venkatesh Patil" userId="d9f36aa470552ec6" providerId="LiveId" clId="{C0FF7060-21E9-442F-B040-53358D225ADF}" dt="2024-02-13T18:44:22.282" v="4419" actId="478"/>
          <ac:cxnSpMkLst>
            <pc:docMk/>
            <pc:sldMk cId="4185028751" sldId="1286"/>
            <ac:cxnSpMk id="29" creationId="{E60E075C-BED5-A8A5-B445-91D096209062}"/>
          </ac:cxnSpMkLst>
        </pc:cxnChg>
        <pc:cxnChg chg="del">
          <ac:chgData name="Venkatesh Patil" userId="d9f36aa470552ec6" providerId="LiveId" clId="{C0FF7060-21E9-442F-B040-53358D225ADF}" dt="2024-02-13T18:44:22.282" v="4419" actId="478"/>
          <ac:cxnSpMkLst>
            <pc:docMk/>
            <pc:sldMk cId="4185028751" sldId="1286"/>
            <ac:cxnSpMk id="30" creationId="{83F2405C-EF97-1368-AE05-306CB374707C}"/>
          </ac:cxnSpMkLst>
        </pc:cxnChg>
        <pc:cxnChg chg="del">
          <ac:chgData name="Venkatesh Patil" userId="d9f36aa470552ec6" providerId="LiveId" clId="{C0FF7060-21E9-442F-B040-53358D225ADF}" dt="2024-02-13T18:44:22.282" v="4419" actId="478"/>
          <ac:cxnSpMkLst>
            <pc:docMk/>
            <pc:sldMk cId="4185028751" sldId="1286"/>
            <ac:cxnSpMk id="31" creationId="{F51BF8B9-13D4-D4FC-8330-8124A22E3959}"/>
          </ac:cxnSpMkLst>
        </pc:cxnChg>
        <pc:cxnChg chg="del">
          <ac:chgData name="Venkatesh Patil" userId="d9f36aa470552ec6" providerId="LiveId" clId="{C0FF7060-21E9-442F-B040-53358D225ADF}" dt="2024-02-13T18:44:22.282" v="4419" actId="478"/>
          <ac:cxnSpMkLst>
            <pc:docMk/>
            <pc:sldMk cId="4185028751" sldId="1286"/>
            <ac:cxnSpMk id="32" creationId="{504D0BC6-54F0-CD2F-2A90-79F67E2C42FC}"/>
          </ac:cxnSpMkLst>
        </pc:cxnChg>
        <pc:cxnChg chg="del">
          <ac:chgData name="Venkatesh Patil" userId="d9f36aa470552ec6" providerId="LiveId" clId="{C0FF7060-21E9-442F-B040-53358D225ADF}" dt="2024-02-13T18:44:22.282" v="4419" actId="478"/>
          <ac:cxnSpMkLst>
            <pc:docMk/>
            <pc:sldMk cId="4185028751" sldId="1286"/>
            <ac:cxnSpMk id="39" creationId="{D7247B58-2ACF-90FF-673E-E4605F8A0D45}"/>
          </ac:cxnSpMkLst>
        </pc:cxnChg>
      </pc:sldChg>
      <pc:sldChg chg="addSp delSp modSp add mod modAnim modNotesTx">
        <pc:chgData name="Venkatesh Patil" userId="d9f36aa470552ec6" providerId="LiveId" clId="{C0FF7060-21E9-442F-B040-53358D225ADF}" dt="2024-02-13T23:29:30.747" v="12196"/>
        <pc:sldMkLst>
          <pc:docMk/>
          <pc:sldMk cId="434516875" sldId="1287"/>
        </pc:sldMkLst>
        <pc:spChg chg="mod">
          <ac:chgData name="Venkatesh Patil" userId="d9f36aa470552ec6" providerId="LiveId" clId="{C0FF7060-21E9-442F-B040-53358D225ADF}" dt="2024-02-13T19:00:16.601" v="5527" actId="20577"/>
          <ac:spMkLst>
            <pc:docMk/>
            <pc:sldMk cId="434516875" sldId="1287"/>
            <ac:spMk id="2" creationId="{38564AD3-F974-1634-6F8E-A59133269E45}"/>
          </ac:spMkLst>
        </pc:spChg>
        <pc:spChg chg="mod">
          <ac:chgData name="Venkatesh Patil" userId="d9f36aa470552ec6" providerId="LiveId" clId="{C0FF7060-21E9-442F-B040-53358D225ADF}" dt="2024-02-13T19:09:40.835" v="5939" actId="14100"/>
          <ac:spMkLst>
            <pc:docMk/>
            <pc:sldMk cId="434516875" sldId="1287"/>
            <ac:spMk id="8" creationId="{553809EB-36F9-555D-E951-DE746FAA980E}"/>
          </ac:spMkLst>
        </pc:spChg>
        <pc:spChg chg="del">
          <ac:chgData name="Venkatesh Patil" userId="d9f36aa470552ec6" providerId="LiveId" clId="{C0FF7060-21E9-442F-B040-53358D225ADF}" dt="2024-02-13T19:03:15.191" v="5596" actId="478"/>
          <ac:spMkLst>
            <pc:docMk/>
            <pc:sldMk cId="434516875" sldId="1287"/>
            <ac:spMk id="9" creationId="{BBA1493F-564E-087E-C7C2-EC02BD8DA8DB}"/>
          </ac:spMkLst>
        </pc:spChg>
        <pc:spChg chg="mod">
          <ac:chgData name="Venkatesh Patil" userId="d9f36aa470552ec6" providerId="LiveId" clId="{C0FF7060-21E9-442F-B040-53358D225ADF}" dt="2024-02-13T19:06:04.406" v="5686" actId="20577"/>
          <ac:spMkLst>
            <pc:docMk/>
            <pc:sldMk cId="434516875" sldId="1287"/>
            <ac:spMk id="10" creationId="{E7A2E9D9-0621-4590-5A3D-A32D3BE2DA2A}"/>
          </ac:spMkLst>
        </pc:spChg>
        <pc:spChg chg="mod">
          <ac:chgData name="Venkatesh Patil" userId="d9f36aa470552ec6" providerId="LiveId" clId="{C0FF7060-21E9-442F-B040-53358D225ADF}" dt="2024-02-13T19:10:26.872" v="6024" actId="27107"/>
          <ac:spMkLst>
            <pc:docMk/>
            <pc:sldMk cId="434516875" sldId="1287"/>
            <ac:spMk id="11" creationId="{25EDF8B3-B151-D220-D3F7-ADF979500F1F}"/>
          </ac:spMkLst>
        </pc:spChg>
        <pc:spChg chg="mod">
          <ac:chgData name="Venkatesh Patil" userId="d9f36aa470552ec6" providerId="LiveId" clId="{C0FF7060-21E9-442F-B040-53358D225ADF}" dt="2024-02-13T19:18:10.353" v="6501" actId="14100"/>
          <ac:spMkLst>
            <pc:docMk/>
            <pc:sldMk cId="434516875" sldId="1287"/>
            <ac:spMk id="12" creationId="{62B9F7D2-844B-5C5E-4A7E-90D9AB2F9054}"/>
          </ac:spMkLst>
        </pc:spChg>
        <pc:spChg chg="mod">
          <ac:chgData name="Venkatesh Patil" userId="d9f36aa470552ec6" providerId="LiveId" clId="{C0FF7060-21E9-442F-B040-53358D225ADF}" dt="2024-02-13T19:08:18.993" v="5886" actId="6549"/>
          <ac:spMkLst>
            <pc:docMk/>
            <pc:sldMk cId="434516875" sldId="1287"/>
            <ac:spMk id="17" creationId="{835D9EF5-B2E3-8B05-53DF-F39A4EE94869}"/>
          </ac:spMkLst>
        </pc:spChg>
        <pc:spChg chg="del mod">
          <ac:chgData name="Venkatesh Patil" userId="d9f36aa470552ec6" providerId="LiveId" clId="{C0FF7060-21E9-442F-B040-53358D225ADF}" dt="2024-02-13T19:08:21.241" v="5887" actId="478"/>
          <ac:spMkLst>
            <pc:docMk/>
            <pc:sldMk cId="434516875" sldId="1287"/>
            <ac:spMk id="18" creationId="{22664D25-70F3-E17F-1746-2836E2A3DCC9}"/>
          </ac:spMkLst>
        </pc:spChg>
        <pc:spChg chg="add mod">
          <ac:chgData name="Venkatesh Patil" userId="d9f36aa470552ec6" providerId="LiveId" clId="{C0FF7060-21E9-442F-B040-53358D225ADF}" dt="2024-02-13T19:07:47.423" v="5854" actId="5793"/>
          <ac:spMkLst>
            <pc:docMk/>
            <pc:sldMk cId="434516875" sldId="1287"/>
            <ac:spMk id="21" creationId="{1E9D0E27-D241-24F0-A8A2-2352E08A3DBA}"/>
          </ac:spMkLst>
        </pc:spChg>
        <pc:spChg chg="add mod">
          <ac:chgData name="Venkatesh Patil" userId="d9f36aa470552ec6" providerId="LiveId" clId="{C0FF7060-21E9-442F-B040-53358D225ADF}" dt="2024-02-13T19:16:52.607" v="6399" actId="20577"/>
          <ac:spMkLst>
            <pc:docMk/>
            <pc:sldMk cId="434516875" sldId="1287"/>
            <ac:spMk id="22" creationId="{5E72EB8A-A2E4-B828-978B-F10B8AC2E2E4}"/>
          </ac:spMkLst>
        </pc:spChg>
        <pc:spChg chg="add del mod">
          <ac:chgData name="Venkatesh Patil" userId="d9f36aa470552ec6" providerId="LiveId" clId="{C0FF7060-21E9-442F-B040-53358D225ADF}" dt="2024-02-13T19:19:31.719" v="6542" actId="478"/>
          <ac:spMkLst>
            <pc:docMk/>
            <pc:sldMk cId="434516875" sldId="1287"/>
            <ac:spMk id="23" creationId="{B593CD4A-5F42-DEAC-47C0-27EA4297798B}"/>
          </ac:spMkLst>
        </pc:spChg>
        <pc:grpChg chg="add del mod">
          <ac:chgData name="Venkatesh Patil" userId="d9f36aa470552ec6" providerId="LiveId" clId="{C0FF7060-21E9-442F-B040-53358D225ADF}" dt="2024-02-13T19:08:21.241" v="5887" actId="478"/>
          <ac:grpSpMkLst>
            <pc:docMk/>
            <pc:sldMk cId="434516875" sldId="1287"/>
            <ac:grpSpMk id="16" creationId="{57D0A9BC-9F5A-097F-83AF-73FE32D616E9}"/>
          </ac:grpSpMkLst>
        </pc:grpChg>
        <pc:grpChg chg="add mod ord">
          <ac:chgData name="Venkatesh Patil" userId="d9f36aa470552ec6" providerId="LiveId" clId="{C0FF7060-21E9-442F-B040-53358D225ADF}" dt="2024-02-13T19:02:27.766" v="5538" actId="1076"/>
          <ac:grpSpMkLst>
            <pc:docMk/>
            <pc:sldMk cId="434516875" sldId="1287"/>
            <ac:grpSpMk id="20" creationId="{0B609185-DC52-63CE-212F-E80A8F5E3E3C}"/>
          </ac:grpSpMkLst>
        </pc:grpChg>
        <pc:picChg chg="del">
          <ac:chgData name="Venkatesh Patil" userId="d9f36aa470552ec6" providerId="LiveId" clId="{C0FF7060-21E9-442F-B040-53358D225ADF}" dt="2024-02-13T19:00:50.082" v="5528" actId="478"/>
          <ac:picMkLst>
            <pc:docMk/>
            <pc:sldMk cId="434516875" sldId="1287"/>
            <ac:picMk id="3" creationId="{7CD81FEF-9452-0B80-446C-F0137C3B9A21}"/>
          </ac:picMkLst>
        </pc:picChg>
        <pc:picChg chg="add mod">
          <ac:chgData name="Venkatesh Patil" userId="d9f36aa470552ec6" providerId="LiveId" clId="{C0FF7060-21E9-442F-B040-53358D225ADF}" dt="2024-02-13T19:01:05.131" v="5531" actId="164"/>
          <ac:picMkLst>
            <pc:docMk/>
            <pc:sldMk cId="434516875" sldId="1287"/>
            <ac:picMk id="13" creationId="{26811298-C4A6-B641-2951-C062314BB739}"/>
          </ac:picMkLst>
        </pc:picChg>
        <pc:picChg chg="add mod">
          <ac:chgData name="Venkatesh Patil" userId="d9f36aa470552ec6" providerId="LiveId" clId="{C0FF7060-21E9-442F-B040-53358D225ADF}" dt="2024-02-13T19:01:05.131" v="5531" actId="164"/>
          <ac:picMkLst>
            <pc:docMk/>
            <pc:sldMk cId="434516875" sldId="1287"/>
            <ac:picMk id="14" creationId="{9D8608BB-E5D8-E9BE-E7D5-23AE9AAD0A95}"/>
          </ac:picMkLst>
        </pc:picChg>
        <pc:picChg chg="add mod">
          <ac:chgData name="Venkatesh Patil" userId="d9f36aa470552ec6" providerId="LiveId" clId="{C0FF7060-21E9-442F-B040-53358D225ADF}" dt="2024-02-13T19:01:05.131" v="5531" actId="164"/>
          <ac:picMkLst>
            <pc:docMk/>
            <pc:sldMk cId="434516875" sldId="1287"/>
            <ac:picMk id="15" creationId="{A5FE402D-D9EB-8B89-7CD8-21CD8910A240}"/>
          </ac:picMkLst>
        </pc:picChg>
        <pc:picChg chg="add mod">
          <ac:chgData name="Venkatesh Patil" userId="d9f36aa470552ec6" providerId="LiveId" clId="{C0FF7060-21E9-442F-B040-53358D225ADF}" dt="2024-02-13T19:01:05.131" v="5531" actId="164"/>
          <ac:picMkLst>
            <pc:docMk/>
            <pc:sldMk cId="434516875" sldId="1287"/>
            <ac:picMk id="19" creationId="{E0D6240D-7DAC-E96C-BC7F-6881AD84B13E}"/>
          </ac:picMkLst>
        </pc:picChg>
      </pc:sldChg>
      <pc:sldChg chg="addSp delSp modSp add mod modAnim modNotesTx">
        <pc:chgData name="Venkatesh Patil" userId="d9f36aa470552ec6" providerId="LiveId" clId="{C0FF7060-21E9-442F-B040-53358D225ADF}" dt="2024-02-13T23:30:04.976" v="12201" actId="6549"/>
        <pc:sldMkLst>
          <pc:docMk/>
          <pc:sldMk cId="210134113" sldId="1288"/>
        </pc:sldMkLst>
        <pc:spChg chg="mod">
          <ac:chgData name="Venkatesh Patil" userId="d9f36aa470552ec6" providerId="LiveId" clId="{C0FF7060-21E9-442F-B040-53358D225ADF}" dt="2024-02-13T19:21:11.443" v="6603" actId="20577"/>
          <ac:spMkLst>
            <pc:docMk/>
            <pc:sldMk cId="210134113" sldId="1288"/>
            <ac:spMk id="2" creationId="{63977450-66AC-8608-7A0C-069208744ACA}"/>
          </ac:spMkLst>
        </pc:spChg>
        <pc:spChg chg="del">
          <ac:chgData name="Venkatesh Patil" userId="d9f36aa470552ec6" providerId="LiveId" clId="{C0FF7060-21E9-442F-B040-53358D225ADF}" dt="2024-02-13T19:21:21.441" v="6608" actId="478"/>
          <ac:spMkLst>
            <pc:docMk/>
            <pc:sldMk cId="210134113" sldId="1288"/>
            <ac:spMk id="8" creationId="{957902B5-23F8-4288-6BE8-A4ABAD63E44A}"/>
          </ac:spMkLst>
        </pc:spChg>
        <pc:spChg chg="del">
          <ac:chgData name="Venkatesh Patil" userId="d9f36aa470552ec6" providerId="LiveId" clId="{C0FF7060-21E9-442F-B040-53358D225ADF}" dt="2024-02-13T19:21:18.800" v="6607" actId="478"/>
          <ac:spMkLst>
            <pc:docMk/>
            <pc:sldMk cId="210134113" sldId="1288"/>
            <ac:spMk id="10" creationId="{BC1EA39B-87DA-7E8A-F563-1A272F024020}"/>
          </ac:spMkLst>
        </pc:spChg>
        <pc:spChg chg="del">
          <ac:chgData name="Venkatesh Patil" userId="d9f36aa470552ec6" providerId="LiveId" clId="{C0FF7060-21E9-442F-B040-53358D225ADF}" dt="2024-02-13T19:21:17.568" v="6606" actId="478"/>
          <ac:spMkLst>
            <pc:docMk/>
            <pc:sldMk cId="210134113" sldId="1288"/>
            <ac:spMk id="11" creationId="{AE81CF54-6A61-C1AE-DEAF-380BF7043411}"/>
          </ac:spMkLst>
        </pc:spChg>
        <pc:spChg chg="del">
          <ac:chgData name="Venkatesh Patil" userId="d9f36aa470552ec6" providerId="LiveId" clId="{C0FF7060-21E9-442F-B040-53358D225ADF}" dt="2024-02-13T19:21:14.949" v="6604" actId="478"/>
          <ac:spMkLst>
            <pc:docMk/>
            <pc:sldMk cId="210134113" sldId="1288"/>
            <ac:spMk id="12" creationId="{0911D982-DEAE-9556-1CF5-FC381CFF8A81}"/>
          </ac:spMkLst>
        </pc:spChg>
        <pc:spChg chg="del">
          <ac:chgData name="Venkatesh Patil" userId="d9f36aa470552ec6" providerId="LiveId" clId="{C0FF7060-21E9-442F-B040-53358D225ADF}" dt="2024-02-13T19:21:22.736" v="6609" actId="478"/>
          <ac:spMkLst>
            <pc:docMk/>
            <pc:sldMk cId="210134113" sldId="1288"/>
            <ac:spMk id="21" creationId="{9957EB5D-D410-754E-B4EB-9E9D5CDC6FF9}"/>
          </ac:spMkLst>
        </pc:spChg>
        <pc:spChg chg="del">
          <ac:chgData name="Venkatesh Patil" userId="d9f36aa470552ec6" providerId="LiveId" clId="{C0FF7060-21E9-442F-B040-53358D225ADF}" dt="2024-02-13T19:21:16.344" v="6605" actId="478"/>
          <ac:spMkLst>
            <pc:docMk/>
            <pc:sldMk cId="210134113" sldId="1288"/>
            <ac:spMk id="22" creationId="{EA1811AC-7B71-3427-78E7-94A36F778CD3}"/>
          </ac:spMkLst>
        </pc:spChg>
        <pc:grpChg chg="del">
          <ac:chgData name="Venkatesh Patil" userId="d9f36aa470552ec6" providerId="LiveId" clId="{C0FF7060-21E9-442F-B040-53358D225ADF}" dt="2024-02-13T19:21:25.065" v="6610" actId="478"/>
          <ac:grpSpMkLst>
            <pc:docMk/>
            <pc:sldMk cId="210134113" sldId="1288"/>
            <ac:grpSpMk id="20" creationId="{49CAA000-15E5-49B4-2D5B-D5AB70082350}"/>
          </ac:grpSpMkLst>
        </pc:grpChg>
        <pc:picChg chg="add mod">
          <ac:chgData name="Venkatesh Patil" userId="d9f36aa470552ec6" providerId="LiveId" clId="{C0FF7060-21E9-442F-B040-53358D225ADF}" dt="2024-02-13T19:21:37.409" v="6612" actId="1076"/>
          <ac:picMkLst>
            <pc:docMk/>
            <pc:sldMk cId="210134113" sldId="1288"/>
            <ac:picMk id="9" creationId="{2DBCD627-9BA2-8BA4-775D-BE0CFD5EB8E0}"/>
          </ac:picMkLst>
        </pc:picChg>
        <pc:picChg chg="add mod">
          <ac:chgData name="Venkatesh Patil" userId="d9f36aa470552ec6" providerId="LiveId" clId="{C0FF7060-21E9-442F-B040-53358D225ADF}" dt="2024-02-13T19:22:26.520" v="6620" actId="1076"/>
          <ac:picMkLst>
            <pc:docMk/>
            <pc:sldMk cId="210134113" sldId="1288"/>
            <ac:picMk id="18" creationId="{F7A58374-08E4-18A1-B648-33DBCB715E4D}"/>
          </ac:picMkLst>
        </pc:picChg>
        <pc:picChg chg="add mod">
          <ac:chgData name="Venkatesh Patil" userId="d9f36aa470552ec6" providerId="LiveId" clId="{C0FF7060-21E9-442F-B040-53358D225ADF}" dt="2024-02-13T19:22:24.695" v="6619" actId="1076"/>
          <ac:picMkLst>
            <pc:docMk/>
            <pc:sldMk cId="210134113" sldId="1288"/>
            <ac:picMk id="24" creationId="{0D52CD6B-4385-EEF6-3541-A7B1EC429E19}"/>
          </ac:picMkLst>
        </pc:picChg>
        <pc:picChg chg="add mod">
          <ac:chgData name="Venkatesh Patil" userId="d9f36aa470552ec6" providerId="LiveId" clId="{C0FF7060-21E9-442F-B040-53358D225ADF}" dt="2024-02-13T19:22:22.873" v="6618" actId="1076"/>
          <ac:picMkLst>
            <pc:docMk/>
            <pc:sldMk cId="210134113" sldId="1288"/>
            <ac:picMk id="26" creationId="{EAE5C73B-CFA9-C389-169E-1C54D7B4207C}"/>
          </ac:picMkLst>
        </pc:picChg>
      </pc:sldChg>
      <pc:sldChg chg="delSp modSp add del mod">
        <pc:chgData name="Venkatesh Patil" userId="d9f36aa470552ec6" providerId="LiveId" clId="{C0FF7060-21E9-442F-B040-53358D225ADF}" dt="2024-02-13T23:43:11.119" v="12283" actId="47"/>
        <pc:sldMkLst>
          <pc:docMk/>
          <pc:sldMk cId="3882727358" sldId="1289"/>
        </pc:sldMkLst>
        <pc:spChg chg="mod">
          <ac:chgData name="Venkatesh Patil" userId="d9f36aa470552ec6" providerId="LiveId" clId="{C0FF7060-21E9-442F-B040-53358D225ADF}" dt="2024-02-13T19:22:53.258" v="6635" actId="20577"/>
          <ac:spMkLst>
            <pc:docMk/>
            <pc:sldMk cId="3882727358" sldId="1289"/>
            <ac:spMk id="2" creationId="{F61ADE4F-908B-06A8-D992-243B427E0AFA}"/>
          </ac:spMkLst>
        </pc:spChg>
        <pc:picChg chg="del">
          <ac:chgData name="Venkatesh Patil" userId="d9f36aa470552ec6" providerId="LiveId" clId="{C0FF7060-21E9-442F-B040-53358D225ADF}" dt="2024-02-13T19:23:14.264" v="6639" actId="478"/>
          <ac:picMkLst>
            <pc:docMk/>
            <pc:sldMk cId="3882727358" sldId="1289"/>
            <ac:picMk id="9" creationId="{EC399770-CF97-8FD1-0D31-10A8F73D7A7D}"/>
          </ac:picMkLst>
        </pc:picChg>
        <pc:picChg chg="del">
          <ac:chgData name="Venkatesh Patil" userId="d9f36aa470552ec6" providerId="LiveId" clId="{C0FF7060-21E9-442F-B040-53358D225ADF}" dt="2024-02-13T19:23:13.527" v="6638" actId="478"/>
          <ac:picMkLst>
            <pc:docMk/>
            <pc:sldMk cId="3882727358" sldId="1289"/>
            <ac:picMk id="18" creationId="{58DE7FC2-1EB9-7F0A-DE16-F0B31EC57B4C}"/>
          </ac:picMkLst>
        </pc:picChg>
        <pc:picChg chg="del">
          <ac:chgData name="Venkatesh Patil" userId="d9f36aa470552ec6" providerId="LiveId" clId="{C0FF7060-21E9-442F-B040-53358D225ADF}" dt="2024-02-13T19:23:12.881" v="6637" actId="478"/>
          <ac:picMkLst>
            <pc:docMk/>
            <pc:sldMk cId="3882727358" sldId="1289"/>
            <ac:picMk id="24" creationId="{5E5CC7BE-B2E4-8C9F-DD97-169CE2377099}"/>
          </ac:picMkLst>
        </pc:picChg>
        <pc:picChg chg="del">
          <ac:chgData name="Venkatesh Patil" userId="d9f36aa470552ec6" providerId="LiveId" clId="{C0FF7060-21E9-442F-B040-53358D225ADF}" dt="2024-02-13T19:23:12.216" v="6636" actId="478"/>
          <ac:picMkLst>
            <pc:docMk/>
            <pc:sldMk cId="3882727358" sldId="1289"/>
            <ac:picMk id="26" creationId="{B5A439CE-4C8A-0610-8BC5-80BC0ECA6430}"/>
          </ac:picMkLst>
        </pc:picChg>
      </pc:sldChg>
      <pc:sldChg chg="addSp delSp modSp add mod ord">
        <pc:chgData name="Venkatesh Patil" userId="d9f36aa470552ec6" providerId="LiveId" clId="{C0FF7060-21E9-442F-B040-53358D225ADF}" dt="2024-02-13T23:30:16.880" v="12202" actId="207"/>
        <pc:sldMkLst>
          <pc:docMk/>
          <pc:sldMk cId="2554756712" sldId="1290"/>
        </pc:sldMkLst>
        <pc:spChg chg="mod">
          <ac:chgData name="Venkatesh Patil" userId="d9f36aa470552ec6" providerId="LiveId" clId="{C0FF7060-21E9-442F-B040-53358D225ADF}" dt="2024-02-13T19:40:34.194" v="7074" actId="20577"/>
          <ac:spMkLst>
            <pc:docMk/>
            <pc:sldMk cId="2554756712" sldId="1290"/>
            <ac:spMk id="2" creationId="{B59D9A47-D7C7-4C1A-52DB-5AB8253C99C1}"/>
          </ac:spMkLst>
        </pc:spChg>
        <pc:spChg chg="mod">
          <ac:chgData name="Venkatesh Patil" userId="d9f36aa470552ec6" providerId="LiveId" clId="{C0FF7060-21E9-442F-B040-53358D225ADF}" dt="2024-02-13T23:30:16.880" v="12202" actId="207"/>
          <ac:spMkLst>
            <pc:docMk/>
            <pc:sldMk cId="2554756712" sldId="1290"/>
            <ac:spMk id="3" creationId="{C594DE7D-8537-B54A-F0EC-C7F5AE6C7614}"/>
          </ac:spMkLst>
        </pc:spChg>
        <pc:spChg chg="del">
          <ac:chgData name="Venkatesh Patil" userId="d9f36aa470552ec6" providerId="LiveId" clId="{C0FF7060-21E9-442F-B040-53358D225ADF}" dt="2024-02-13T19:23:59.954" v="6672" actId="478"/>
          <ac:spMkLst>
            <pc:docMk/>
            <pc:sldMk cId="2554756712" sldId="1290"/>
            <ac:spMk id="17" creationId="{06AC99A6-3497-0336-E521-1B5FD4402C43}"/>
          </ac:spMkLst>
        </pc:spChg>
        <pc:picChg chg="add del mod">
          <ac:chgData name="Venkatesh Patil" userId="d9f36aa470552ec6" providerId="LiveId" clId="{C0FF7060-21E9-442F-B040-53358D225ADF}" dt="2024-02-13T19:29:30.272" v="7023" actId="478"/>
          <ac:picMkLst>
            <pc:docMk/>
            <pc:sldMk cId="2554756712" sldId="1290"/>
            <ac:picMk id="9" creationId="{290B4D5E-C1D7-65F9-3180-E50DA56C6F69}"/>
          </ac:picMkLst>
        </pc:picChg>
        <pc:picChg chg="del">
          <ac:chgData name="Venkatesh Patil" userId="d9f36aa470552ec6" providerId="LiveId" clId="{C0FF7060-21E9-442F-B040-53358D225ADF}" dt="2024-02-13T19:23:47.331" v="6671" actId="478"/>
          <ac:picMkLst>
            <pc:docMk/>
            <pc:sldMk cId="2554756712" sldId="1290"/>
            <ac:picMk id="14" creationId="{7E156C93-4F8D-84E1-91F1-F73C38A7FAAB}"/>
          </ac:picMkLst>
        </pc:picChg>
      </pc:sldChg>
      <pc:sldChg chg="addSp delSp modSp add mod modAnim">
        <pc:chgData name="Venkatesh Patil" userId="d9f36aa470552ec6" providerId="LiveId" clId="{C0FF7060-21E9-442F-B040-53358D225ADF}" dt="2024-02-13T23:34:37.670" v="12216" actId="478"/>
        <pc:sldMkLst>
          <pc:docMk/>
          <pc:sldMk cId="1026411359" sldId="1291"/>
        </pc:sldMkLst>
        <pc:spChg chg="mod">
          <ac:chgData name="Venkatesh Patil" userId="d9f36aa470552ec6" providerId="LiveId" clId="{C0FF7060-21E9-442F-B040-53358D225ADF}" dt="2024-02-13T21:05:08.172" v="7908" actId="20577"/>
          <ac:spMkLst>
            <pc:docMk/>
            <pc:sldMk cId="1026411359" sldId="1291"/>
            <ac:spMk id="2" creationId="{035B1386-0C71-85C1-74D4-4A850F1C4F06}"/>
          </ac:spMkLst>
        </pc:spChg>
        <pc:spChg chg="mod">
          <ac:chgData name="Venkatesh Patil" userId="d9f36aa470552ec6" providerId="LiveId" clId="{C0FF7060-21E9-442F-B040-53358D225ADF}" dt="2024-02-13T21:28:31.082" v="8363" actId="255"/>
          <ac:spMkLst>
            <pc:docMk/>
            <pc:sldMk cId="1026411359" sldId="1291"/>
            <ac:spMk id="3" creationId="{0417EDDE-D1B5-0A1D-495F-E54F2523BB60}"/>
          </ac:spMkLst>
        </pc:spChg>
        <pc:spChg chg="add del mod">
          <ac:chgData name="Venkatesh Patil" userId="d9f36aa470552ec6" providerId="LiveId" clId="{C0FF7060-21E9-442F-B040-53358D225ADF}" dt="2024-02-13T21:21:49.112" v="8208" actId="478"/>
          <ac:spMkLst>
            <pc:docMk/>
            <pc:sldMk cId="1026411359" sldId="1291"/>
            <ac:spMk id="10" creationId="{EC24D2DB-F329-CC6A-A3C3-4F1AD708AF5E}"/>
          </ac:spMkLst>
        </pc:spChg>
        <pc:spChg chg="add mod">
          <ac:chgData name="Venkatesh Patil" userId="d9f36aa470552ec6" providerId="LiveId" clId="{C0FF7060-21E9-442F-B040-53358D225ADF}" dt="2024-02-13T23:33:09.451" v="12212" actId="1076"/>
          <ac:spMkLst>
            <pc:docMk/>
            <pc:sldMk cId="1026411359" sldId="1291"/>
            <ac:spMk id="11" creationId="{B1362A55-272C-7085-2422-7D9376BF8654}"/>
          </ac:spMkLst>
        </pc:spChg>
        <pc:spChg chg="add del mod">
          <ac:chgData name="Venkatesh Patil" userId="d9f36aa470552ec6" providerId="LiveId" clId="{C0FF7060-21E9-442F-B040-53358D225ADF}" dt="2024-02-13T21:28:00.932" v="8355" actId="478"/>
          <ac:spMkLst>
            <pc:docMk/>
            <pc:sldMk cId="1026411359" sldId="1291"/>
            <ac:spMk id="14" creationId="{489D2C3C-0EE2-F2F0-89EB-FB9C697DDD83}"/>
          </ac:spMkLst>
        </pc:spChg>
        <pc:spChg chg="add mo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15" creationId="{BC15F875-FD98-5C3C-E999-E4791E9EAFE3}"/>
          </ac:spMkLst>
        </pc:spChg>
        <pc:spChg chg="add del mod">
          <ac:chgData name="Venkatesh Patil" userId="d9f36aa470552ec6" providerId="LiveId" clId="{C0FF7060-21E9-442F-B040-53358D225ADF}" dt="2024-02-13T23:34:30.567" v="12215" actId="478"/>
          <ac:spMkLst>
            <pc:docMk/>
            <pc:sldMk cId="1026411359" sldId="1291"/>
            <ac:spMk id="16" creationId="{F70D89E5-7012-FD00-BBC4-8C561145E51B}"/>
          </ac:spMkLst>
        </pc:spChg>
        <pc:spChg chg="add del mod">
          <ac:chgData name="Venkatesh Patil" userId="d9f36aa470552ec6" providerId="LiveId" clId="{C0FF7060-21E9-442F-B040-53358D225ADF}" dt="2024-02-13T23:34:37.670" v="12216" actId="478"/>
          <ac:spMkLst>
            <pc:docMk/>
            <pc:sldMk cId="1026411359" sldId="1291"/>
            <ac:spMk id="17" creationId="{9E44D68B-F31A-3F90-CD0F-3CF9465748E7}"/>
          </ac:spMkLst>
        </pc:spChg>
        <pc:spChg chg="del mod">
          <ac:chgData name="Venkatesh Patil" userId="d9f36aa470552ec6" providerId="LiveId" clId="{C0FF7060-21E9-442F-B040-53358D225ADF}" dt="2024-02-13T21:22:29.422" v="8214" actId="478"/>
          <ac:spMkLst>
            <pc:docMk/>
            <pc:sldMk cId="1026411359" sldId="1291"/>
            <ac:spMk id="18" creationId="{D0FC83EB-D711-F130-E001-C23A8BDC78B4}"/>
          </ac:spMkLst>
        </pc:spChg>
        <pc:spChg chg="add mo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21" creationId="{780E16B9-3B50-77F8-82C3-02812872A5DB}"/>
          </ac:spMkLst>
        </pc:spChg>
        <pc:spChg chg="add mo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22" creationId="{970F151E-447C-9DE0-0553-ABA0D06997FA}"/>
          </ac:spMkLst>
        </pc:spChg>
        <pc:spChg chg="add mo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23" creationId="{E2935684-066F-10F6-7DC0-9811A70F2854}"/>
          </ac:spMkLst>
        </pc:spChg>
        <pc:spChg chg="add mo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24" creationId="{1729EFB8-53F0-51B3-9D9E-F91AA851A1B5}"/>
          </ac:spMkLst>
        </pc:spChg>
        <pc:spChg chg="add mo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25" creationId="{25DA17BD-D65C-377B-0D77-608156FB777E}"/>
          </ac:spMkLst>
        </pc:spChg>
        <pc:spChg chg="add mo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26" creationId="{B8F44856-D077-6279-8EBE-B1E212006D4C}"/>
          </ac:spMkLst>
        </pc:spChg>
        <pc:spChg chg="add mod">
          <ac:chgData name="Venkatesh Patil" userId="d9f36aa470552ec6" providerId="LiveId" clId="{C0FF7060-21E9-442F-B040-53358D225ADF}" dt="2024-02-13T21:34:40.394" v="8491" actId="164"/>
          <ac:spMkLst>
            <pc:docMk/>
            <pc:sldMk cId="1026411359" sldId="1291"/>
            <ac:spMk id="27" creationId="{288DE8F5-6CF9-FE5C-C8E3-F80A43878DD1}"/>
          </ac:spMkLst>
        </pc:spChg>
        <pc:spChg chg="add mod">
          <ac:chgData name="Venkatesh Patil" userId="d9f36aa470552ec6" providerId="LiveId" clId="{C0FF7060-21E9-442F-B040-53358D225ADF}" dt="2024-02-13T21:34:40.394" v="8491" actId="164"/>
          <ac:spMkLst>
            <pc:docMk/>
            <pc:sldMk cId="1026411359" sldId="1291"/>
            <ac:spMk id="28" creationId="{C17F6B01-B971-0E3C-8082-FC83EFCEE186}"/>
          </ac:spMkLst>
        </pc:spChg>
        <pc:spChg chg="add mod ord">
          <ac:chgData name="Venkatesh Patil" userId="d9f36aa470552ec6" providerId="LiveId" clId="{C0FF7060-21E9-442F-B040-53358D225ADF}" dt="2024-02-13T23:33:01.137" v="12211" actId="164"/>
          <ac:spMkLst>
            <pc:docMk/>
            <pc:sldMk cId="1026411359" sldId="1291"/>
            <ac:spMk id="29" creationId="{C8988A4D-ADDD-3312-2683-6137B97F31A5}"/>
          </ac:spMkLst>
        </pc:spChg>
        <pc:grpChg chg="add mod ord">
          <ac:chgData name="Venkatesh Patil" userId="d9f36aa470552ec6" providerId="LiveId" clId="{C0FF7060-21E9-442F-B040-53358D225ADF}" dt="2024-02-13T23:33:01.137" v="12211" actId="164"/>
          <ac:grpSpMkLst>
            <pc:docMk/>
            <pc:sldMk cId="1026411359" sldId="1291"/>
            <ac:grpSpMk id="30" creationId="{F13D9310-44D3-B776-D10E-38AFCCDDC082}"/>
          </ac:grpSpMkLst>
        </pc:grpChg>
        <pc:grpChg chg="add mod">
          <ac:chgData name="Venkatesh Patil" userId="d9f36aa470552ec6" providerId="LiveId" clId="{C0FF7060-21E9-442F-B040-53358D225ADF}" dt="2024-02-13T23:33:42.124" v="12213" actId="14100"/>
          <ac:grpSpMkLst>
            <pc:docMk/>
            <pc:sldMk cId="1026411359" sldId="1291"/>
            <ac:grpSpMk id="31" creationId="{EB812850-BF9F-A3AA-8BE1-D1D351C65F21}"/>
          </ac:grpSpMkLst>
        </pc:grpChg>
        <pc:picChg chg="add del mod">
          <ac:chgData name="Venkatesh Patil" userId="d9f36aa470552ec6" providerId="LiveId" clId="{C0FF7060-21E9-442F-B040-53358D225ADF}" dt="2024-02-13T21:04:10.932" v="7852" actId="478"/>
          <ac:picMkLst>
            <pc:docMk/>
            <pc:sldMk cId="1026411359" sldId="1291"/>
            <ac:picMk id="9" creationId="{409A3B0A-5E16-838F-9D7B-8735D46A88C8}"/>
          </ac:picMkLst>
        </pc:picChg>
        <pc:picChg chg="add mod">
          <ac:chgData name="Venkatesh Patil" userId="d9f36aa470552ec6" providerId="LiveId" clId="{C0FF7060-21E9-442F-B040-53358D225ADF}" dt="2024-02-13T21:34:40.394" v="8491" actId="164"/>
          <ac:picMkLst>
            <pc:docMk/>
            <pc:sldMk cId="1026411359" sldId="1291"/>
            <ac:picMk id="13" creationId="{44D29277-F8F5-FD40-F009-F77217B12653}"/>
          </ac:picMkLst>
        </pc:picChg>
        <pc:cxnChg chg="add mod">
          <ac:chgData name="Venkatesh Patil" userId="d9f36aa470552ec6" providerId="LiveId" clId="{C0FF7060-21E9-442F-B040-53358D225ADF}" dt="2024-02-13T23:34:37.670" v="12216" actId="478"/>
          <ac:cxnSpMkLst>
            <pc:docMk/>
            <pc:sldMk cId="1026411359" sldId="1291"/>
            <ac:cxnSpMk id="20" creationId="{E19A392C-7C1C-E547-9598-BCF47CF09D8E}"/>
          </ac:cxnSpMkLst>
        </pc:cxnChg>
      </pc:sldChg>
      <pc:sldChg chg="addSp delSp modSp add mod modAnim">
        <pc:chgData name="Venkatesh Patil" userId="d9f36aa470552ec6" providerId="LiveId" clId="{C0FF7060-21E9-442F-B040-53358D225ADF}" dt="2024-02-13T23:35:53.041" v="12224"/>
        <pc:sldMkLst>
          <pc:docMk/>
          <pc:sldMk cId="1121431835" sldId="1292"/>
        </pc:sldMkLst>
        <pc:spChg chg="mod">
          <ac:chgData name="Venkatesh Patil" userId="d9f36aa470552ec6" providerId="LiveId" clId="{C0FF7060-21E9-442F-B040-53358D225ADF}" dt="2024-02-13T22:08:54.386" v="9665" actId="20577"/>
          <ac:spMkLst>
            <pc:docMk/>
            <pc:sldMk cId="1121431835" sldId="1292"/>
            <ac:spMk id="2" creationId="{B445592B-E92B-9481-EF95-0987E3834751}"/>
          </ac:spMkLst>
        </pc:spChg>
        <pc:spChg chg="del">
          <ac:chgData name="Venkatesh Patil" userId="d9f36aa470552ec6" providerId="LiveId" clId="{C0FF7060-21E9-442F-B040-53358D225ADF}" dt="2024-02-13T21:36:07.698" v="8508" actId="478"/>
          <ac:spMkLst>
            <pc:docMk/>
            <pc:sldMk cId="1121431835" sldId="1292"/>
            <ac:spMk id="3" creationId="{6563A3B2-D2E8-3F1C-8701-557B09D48248}"/>
          </ac:spMkLst>
        </pc:spChg>
        <pc:spChg chg="add del mod">
          <ac:chgData name="Venkatesh Patil" userId="d9f36aa470552ec6" providerId="LiveId" clId="{C0FF7060-21E9-442F-B040-53358D225ADF}" dt="2024-02-13T21:36:10.599" v="8509" actId="478"/>
          <ac:spMkLst>
            <pc:docMk/>
            <pc:sldMk cId="1121431835" sldId="1292"/>
            <ac:spMk id="9" creationId="{27423C8D-8CF1-03BF-241B-3685E0B5F52D}"/>
          </ac:spMkLst>
        </pc:spChg>
        <pc:spChg chg="add mod">
          <ac:chgData name="Venkatesh Patil" userId="d9f36aa470552ec6" providerId="LiveId" clId="{C0FF7060-21E9-442F-B040-53358D225ADF}" dt="2024-02-13T21:53:47.844" v="9160" actId="207"/>
          <ac:spMkLst>
            <pc:docMk/>
            <pc:sldMk cId="1121431835" sldId="1292"/>
            <ac:spMk id="16" creationId="{D6B33403-161C-D360-4201-012E87BC8618}"/>
          </ac:spMkLst>
        </pc:spChg>
        <pc:spChg chg="del">
          <ac:chgData name="Venkatesh Patil" userId="d9f36aa470552ec6" providerId="LiveId" clId="{C0FF7060-21E9-442F-B040-53358D225ADF}" dt="2024-02-13T21:43:43.099" v="8927" actId="478"/>
          <ac:spMkLst>
            <pc:docMk/>
            <pc:sldMk cId="1121431835" sldId="1292"/>
            <ac:spMk id="18" creationId="{C04358A3-7B70-4C34-F50A-18BB30F0A3ED}"/>
          </ac:spMkLst>
        </pc:spChg>
        <pc:spChg chg="add mod">
          <ac:chgData name="Venkatesh Patil" userId="d9f36aa470552ec6" providerId="LiveId" clId="{C0FF7060-21E9-442F-B040-53358D225ADF}" dt="2024-02-13T21:54:00.161" v="9163" actId="113"/>
          <ac:spMkLst>
            <pc:docMk/>
            <pc:sldMk cId="1121431835" sldId="1292"/>
            <ac:spMk id="20" creationId="{E4086884-B7D3-9BEF-5432-0817F1F25CEF}"/>
          </ac:spMkLst>
        </pc:spChg>
        <pc:spChg chg="add mod">
          <ac:chgData name="Venkatesh Patil" userId="d9f36aa470552ec6" providerId="LiveId" clId="{C0FF7060-21E9-442F-B040-53358D225ADF}" dt="2024-02-13T21:54:04.747" v="9164" actId="207"/>
          <ac:spMkLst>
            <pc:docMk/>
            <pc:sldMk cId="1121431835" sldId="1292"/>
            <ac:spMk id="21" creationId="{B4CA828D-5A13-E8FC-15C6-FE07144FB99A}"/>
          </ac:spMkLst>
        </pc:spChg>
        <pc:spChg chg="add mod">
          <ac:chgData name="Venkatesh Patil" userId="d9f36aa470552ec6" providerId="LiveId" clId="{C0FF7060-21E9-442F-B040-53358D225ADF}" dt="2024-02-13T21:54:09.548" v="9165" actId="207"/>
          <ac:spMkLst>
            <pc:docMk/>
            <pc:sldMk cId="1121431835" sldId="1292"/>
            <ac:spMk id="22" creationId="{3A64E035-FC78-BFD6-CDD8-11EAC7E02386}"/>
          </ac:spMkLst>
        </pc:spChg>
        <pc:spChg chg="add del mod">
          <ac:chgData name="Venkatesh Patil" userId="d9f36aa470552ec6" providerId="LiveId" clId="{C0FF7060-21E9-442F-B040-53358D225ADF}" dt="2024-02-13T21:45:03.716" v="8959" actId="478"/>
          <ac:spMkLst>
            <pc:docMk/>
            <pc:sldMk cId="1121431835" sldId="1292"/>
            <ac:spMk id="23" creationId="{6166E489-5598-FD57-6AF2-97CDFB37DCD7}"/>
          </ac:spMkLst>
        </pc:spChg>
        <pc:spChg chg="add mod">
          <ac:chgData name="Venkatesh Patil" userId="d9f36aa470552ec6" providerId="LiveId" clId="{C0FF7060-21E9-442F-B040-53358D225ADF}" dt="2024-02-13T21:46:02.273" v="9043" actId="14100"/>
          <ac:spMkLst>
            <pc:docMk/>
            <pc:sldMk cId="1121431835" sldId="1292"/>
            <ac:spMk id="24" creationId="{90C8C69B-CF7A-5DCA-AD98-3D99FB35533B}"/>
          </ac:spMkLst>
        </pc:spChg>
        <pc:picChg chg="add del mod">
          <ac:chgData name="Venkatesh Patil" userId="d9f36aa470552ec6" providerId="LiveId" clId="{C0FF7060-21E9-442F-B040-53358D225ADF}" dt="2024-02-13T21:38:30.388" v="8524" actId="478"/>
          <ac:picMkLst>
            <pc:docMk/>
            <pc:sldMk cId="1121431835" sldId="1292"/>
            <ac:picMk id="11" creationId="{2B2B64FA-136E-5A49-D2E0-85B0C7AB6081}"/>
          </ac:picMkLst>
        </pc:picChg>
        <pc:picChg chg="add mod">
          <ac:chgData name="Venkatesh Patil" userId="d9f36aa470552ec6" providerId="LiveId" clId="{C0FF7060-21E9-442F-B040-53358D225ADF}" dt="2024-02-13T21:37:07.333" v="8516" actId="1076"/>
          <ac:picMkLst>
            <pc:docMk/>
            <pc:sldMk cId="1121431835" sldId="1292"/>
            <ac:picMk id="13" creationId="{ACA73F73-28F7-67EC-3E7A-CCCBA6927371}"/>
          </ac:picMkLst>
        </pc:picChg>
        <pc:picChg chg="add mod">
          <ac:chgData name="Venkatesh Patil" userId="d9f36aa470552ec6" providerId="LiveId" clId="{C0FF7060-21E9-442F-B040-53358D225ADF}" dt="2024-02-13T21:37:02.699" v="8515" actId="1076"/>
          <ac:picMkLst>
            <pc:docMk/>
            <pc:sldMk cId="1121431835" sldId="1292"/>
            <ac:picMk id="15" creationId="{7F57129C-5369-1987-8071-4DBEF85BC200}"/>
          </ac:picMkLst>
        </pc:picChg>
        <pc:picChg chg="add mod ord">
          <ac:chgData name="Venkatesh Patil" userId="d9f36aa470552ec6" providerId="LiveId" clId="{C0FF7060-21E9-442F-B040-53358D225ADF}" dt="2024-02-13T21:38:38.232" v="8527" actId="167"/>
          <ac:picMkLst>
            <pc:docMk/>
            <pc:sldMk cId="1121431835" sldId="1292"/>
            <ac:picMk id="19" creationId="{A86048CC-9676-02B8-E413-861C4CD2DB3F}"/>
          </ac:picMkLst>
        </pc:picChg>
      </pc:sldChg>
      <pc:sldChg chg="addSp delSp modSp add mod modAnim">
        <pc:chgData name="Venkatesh Patil" userId="d9f36aa470552ec6" providerId="LiveId" clId="{C0FF7060-21E9-442F-B040-53358D225ADF}" dt="2024-02-13T23:38:54.469" v="12252"/>
        <pc:sldMkLst>
          <pc:docMk/>
          <pc:sldMk cId="2326888838" sldId="1293"/>
        </pc:sldMkLst>
        <pc:spChg chg="mod">
          <ac:chgData name="Venkatesh Patil" userId="d9f36aa470552ec6" providerId="LiveId" clId="{C0FF7060-21E9-442F-B040-53358D225ADF}" dt="2024-02-13T22:08:28.349" v="9649" actId="20577"/>
          <ac:spMkLst>
            <pc:docMk/>
            <pc:sldMk cId="2326888838" sldId="1293"/>
            <ac:spMk id="2" creationId="{52381BEA-F0AA-C80C-CCBD-0F3D697E3741}"/>
          </ac:spMkLst>
        </pc:spChg>
        <pc:spChg chg="add del">
          <ac:chgData name="Venkatesh Patil" userId="d9f36aa470552ec6" providerId="LiveId" clId="{C0FF7060-21E9-442F-B040-53358D225ADF}" dt="2024-02-13T21:56:12.598" v="9202" actId="11529"/>
          <ac:spMkLst>
            <pc:docMk/>
            <pc:sldMk cId="2326888838" sldId="1293"/>
            <ac:spMk id="11" creationId="{1F5A59B3-73D2-B276-F048-7EDB0ED63D70}"/>
          </ac:spMkLst>
        </pc:spChg>
        <pc:spChg chg="mod">
          <ac:chgData name="Venkatesh Patil" userId="d9f36aa470552ec6" providerId="LiveId" clId="{C0FF7060-21E9-442F-B040-53358D225ADF}" dt="2024-02-13T21:53:34.239" v="9158" actId="207"/>
          <ac:spMkLst>
            <pc:docMk/>
            <pc:sldMk cId="2326888838" sldId="1293"/>
            <ac:spMk id="16" creationId="{0B0F57C8-2E4C-FC7F-24D2-5AFD3C90A958}"/>
          </ac:spMkLst>
        </pc:spChg>
        <pc:spChg chg="add mod">
          <ac:chgData name="Venkatesh Patil" userId="d9f36aa470552ec6" providerId="LiveId" clId="{C0FF7060-21E9-442F-B040-53358D225ADF}" dt="2024-02-13T21:57:53.335" v="9210" actId="208"/>
          <ac:spMkLst>
            <pc:docMk/>
            <pc:sldMk cId="2326888838" sldId="1293"/>
            <ac:spMk id="17" creationId="{090A4F05-FB31-AC08-90D2-6A68B22DE327}"/>
          </ac:spMkLst>
        </pc:spChg>
        <pc:spChg chg="add mod">
          <ac:chgData name="Venkatesh Patil" userId="d9f36aa470552ec6" providerId="LiveId" clId="{C0FF7060-21E9-442F-B040-53358D225ADF}" dt="2024-02-13T22:00:15.385" v="9315" actId="14100"/>
          <ac:spMkLst>
            <pc:docMk/>
            <pc:sldMk cId="2326888838" sldId="1293"/>
            <ac:spMk id="18" creationId="{F5FA456E-6763-648F-67B2-57A486D5FD01}"/>
          </ac:spMkLst>
        </pc:spChg>
        <pc:spChg chg="mod">
          <ac:chgData name="Venkatesh Patil" userId="d9f36aa470552ec6" providerId="LiveId" clId="{C0FF7060-21E9-442F-B040-53358D225ADF}" dt="2024-02-13T21:54:17.724" v="9166" actId="114"/>
          <ac:spMkLst>
            <pc:docMk/>
            <pc:sldMk cId="2326888838" sldId="1293"/>
            <ac:spMk id="20" creationId="{DAA361A7-C873-07B4-D41F-9832E5238360}"/>
          </ac:spMkLst>
        </pc:spChg>
        <pc:spChg chg="mod">
          <ac:chgData name="Venkatesh Patil" userId="d9f36aa470552ec6" providerId="LiveId" clId="{C0FF7060-21E9-442F-B040-53358D225ADF}" dt="2024-02-13T22:07:05.158" v="9611" actId="14100"/>
          <ac:spMkLst>
            <pc:docMk/>
            <pc:sldMk cId="2326888838" sldId="1293"/>
            <ac:spMk id="21" creationId="{FCBAE144-2514-C2ED-6FC6-50AD548B96F3}"/>
          </ac:spMkLst>
        </pc:spChg>
        <pc:spChg chg="mod">
          <ac:chgData name="Venkatesh Patil" userId="d9f36aa470552ec6" providerId="LiveId" clId="{C0FF7060-21E9-442F-B040-53358D225ADF}" dt="2024-02-13T22:07:17.884" v="9614" actId="14100"/>
          <ac:spMkLst>
            <pc:docMk/>
            <pc:sldMk cId="2326888838" sldId="1293"/>
            <ac:spMk id="22" creationId="{09AADC77-DDA5-82E1-F1EE-87DF173E3A6C}"/>
          </ac:spMkLst>
        </pc:spChg>
        <pc:spChg chg="add mod">
          <ac:chgData name="Venkatesh Patil" userId="d9f36aa470552ec6" providerId="LiveId" clId="{C0FF7060-21E9-442F-B040-53358D225ADF}" dt="2024-02-13T22:00:43.825" v="9336" actId="14100"/>
          <ac:spMkLst>
            <pc:docMk/>
            <pc:sldMk cId="2326888838" sldId="1293"/>
            <ac:spMk id="23" creationId="{3954C152-1B6E-2E3B-84F4-4B3A1F4D0833}"/>
          </ac:spMkLst>
        </pc:spChg>
        <pc:spChg chg="del">
          <ac:chgData name="Venkatesh Patil" userId="d9f36aa470552ec6" providerId="LiveId" clId="{C0FF7060-21E9-442F-B040-53358D225ADF}" dt="2024-02-13T21:58:35.667" v="9265" actId="478"/>
          <ac:spMkLst>
            <pc:docMk/>
            <pc:sldMk cId="2326888838" sldId="1293"/>
            <ac:spMk id="24" creationId="{EBCC7164-67A2-7789-1114-908A17287565}"/>
          </ac:spMkLst>
        </pc:spChg>
        <pc:spChg chg="add mod">
          <ac:chgData name="Venkatesh Patil" userId="d9f36aa470552ec6" providerId="LiveId" clId="{C0FF7060-21E9-442F-B040-53358D225ADF}" dt="2024-02-13T22:02:07.724" v="9379" actId="14100"/>
          <ac:spMkLst>
            <pc:docMk/>
            <pc:sldMk cId="2326888838" sldId="1293"/>
            <ac:spMk id="25" creationId="{80FC9126-FD14-96D5-DC0D-549A5585B9EF}"/>
          </ac:spMkLst>
        </pc:spChg>
        <pc:spChg chg="add mod">
          <ac:chgData name="Venkatesh Patil" userId="d9f36aa470552ec6" providerId="LiveId" clId="{C0FF7060-21E9-442F-B040-53358D225ADF}" dt="2024-02-13T22:05:52.208" v="9506" actId="14100"/>
          <ac:spMkLst>
            <pc:docMk/>
            <pc:sldMk cId="2326888838" sldId="1293"/>
            <ac:spMk id="29" creationId="{56A134DE-8742-8F9F-68A8-86D5BB4B3010}"/>
          </ac:spMkLst>
        </pc:spChg>
        <pc:spChg chg="add mod">
          <ac:chgData name="Venkatesh Patil" userId="d9f36aa470552ec6" providerId="LiveId" clId="{C0FF7060-21E9-442F-B040-53358D225ADF}" dt="2024-02-13T22:07:31.363" v="9617" actId="14100"/>
          <ac:spMkLst>
            <pc:docMk/>
            <pc:sldMk cId="2326888838" sldId="1293"/>
            <ac:spMk id="32" creationId="{5CC3F45E-B70F-AAD3-21FC-A679C3C9219D}"/>
          </ac:spMkLst>
        </pc:spChg>
        <pc:picChg chg="add mod ord">
          <ac:chgData name="Venkatesh Patil" userId="d9f36aa470552ec6" providerId="LiveId" clId="{C0FF7060-21E9-442F-B040-53358D225ADF}" dt="2024-02-13T21:51:49.423" v="9050" actId="167"/>
          <ac:picMkLst>
            <pc:docMk/>
            <pc:sldMk cId="2326888838" sldId="1293"/>
            <ac:picMk id="8" creationId="{26F704D1-4E05-C905-30AC-50D8319A317A}"/>
          </ac:picMkLst>
        </pc:picChg>
        <pc:picChg chg="add mod ord">
          <ac:chgData name="Venkatesh Patil" userId="d9f36aa470552ec6" providerId="LiveId" clId="{C0FF7060-21E9-442F-B040-53358D225ADF}" dt="2024-02-13T21:52:04.417" v="9053" actId="167"/>
          <ac:picMkLst>
            <pc:docMk/>
            <pc:sldMk cId="2326888838" sldId="1293"/>
            <ac:picMk id="10" creationId="{084F0034-3B2C-E34A-500C-6CAC43C98063}"/>
          </ac:picMkLst>
        </pc:picChg>
        <pc:picChg chg="del">
          <ac:chgData name="Venkatesh Patil" userId="d9f36aa470552ec6" providerId="LiveId" clId="{C0FF7060-21E9-442F-B040-53358D225ADF}" dt="2024-02-13T21:51:31.523" v="9046" actId="478"/>
          <ac:picMkLst>
            <pc:docMk/>
            <pc:sldMk cId="2326888838" sldId="1293"/>
            <ac:picMk id="13" creationId="{E42069EE-8F6C-FABC-2559-BD129DF3B1F4}"/>
          </ac:picMkLst>
        </pc:picChg>
        <pc:picChg chg="del">
          <ac:chgData name="Venkatesh Patil" userId="d9f36aa470552ec6" providerId="LiveId" clId="{C0FF7060-21E9-442F-B040-53358D225ADF}" dt="2024-02-13T21:51:32.264" v="9047" actId="478"/>
          <ac:picMkLst>
            <pc:docMk/>
            <pc:sldMk cId="2326888838" sldId="1293"/>
            <ac:picMk id="15" creationId="{0070B325-2647-B652-A1BA-A90EFCB4370C}"/>
          </ac:picMkLst>
        </pc:picChg>
        <pc:picChg chg="del">
          <ac:chgData name="Venkatesh Patil" userId="d9f36aa470552ec6" providerId="LiveId" clId="{C0FF7060-21E9-442F-B040-53358D225ADF}" dt="2024-02-13T21:51:31.057" v="9045" actId="478"/>
          <ac:picMkLst>
            <pc:docMk/>
            <pc:sldMk cId="2326888838" sldId="1293"/>
            <ac:picMk id="19" creationId="{558E4396-6655-CCF6-435D-9DE48D568E85}"/>
          </ac:picMkLst>
        </pc:picChg>
        <pc:inkChg chg="add">
          <ac:chgData name="Venkatesh Patil" userId="d9f36aa470552ec6" providerId="LiveId" clId="{C0FF7060-21E9-442F-B040-53358D225ADF}" dt="2024-02-13T22:03:42.498" v="9384" actId="9405"/>
          <ac:inkMkLst>
            <pc:docMk/>
            <pc:sldMk cId="2326888838" sldId="1293"/>
            <ac:inkMk id="30" creationId="{6E25C3AF-63F0-A624-2BCD-9C98B55A889E}"/>
          </ac:inkMkLst>
        </pc:inkChg>
        <pc:inkChg chg="add">
          <ac:chgData name="Venkatesh Patil" userId="d9f36aa470552ec6" providerId="LiveId" clId="{C0FF7060-21E9-442F-B040-53358D225ADF}" dt="2024-02-13T22:03:47.805" v="9385" actId="9405"/>
          <ac:inkMkLst>
            <pc:docMk/>
            <pc:sldMk cId="2326888838" sldId="1293"/>
            <ac:inkMk id="31" creationId="{E5394795-F490-525A-B8F9-6DC7E14F6132}"/>
          </ac:inkMkLst>
        </pc:inkChg>
        <pc:cxnChg chg="add del mod">
          <ac:chgData name="Venkatesh Patil" userId="d9f36aa470552ec6" providerId="LiveId" clId="{C0FF7060-21E9-442F-B040-53358D225ADF}" dt="2024-02-13T21:57:15.410" v="9205" actId="478"/>
          <ac:cxnSpMkLst>
            <pc:docMk/>
            <pc:sldMk cId="2326888838" sldId="1293"/>
            <ac:cxnSpMk id="14" creationId="{52A8E18D-2AC0-6B4F-23C2-C24A8E3CD421}"/>
          </ac:cxnSpMkLst>
        </pc:cxnChg>
        <pc:cxnChg chg="add mod">
          <ac:chgData name="Venkatesh Patil" userId="d9f36aa470552ec6" providerId="LiveId" clId="{C0FF7060-21E9-442F-B040-53358D225ADF}" dt="2024-02-13T22:02:17.133" v="9380" actId="1582"/>
          <ac:cxnSpMkLst>
            <pc:docMk/>
            <pc:sldMk cId="2326888838" sldId="1293"/>
            <ac:cxnSpMk id="27" creationId="{5DBF41C4-4E3F-598D-C449-B4B53C64F620}"/>
          </ac:cxnSpMkLst>
        </pc:cxnChg>
      </pc:sldChg>
      <pc:sldChg chg="addSp delSp modSp add mod modAnim">
        <pc:chgData name="Venkatesh Patil" userId="d9f36aa470552ec6" providerId="LiveId" clId="{C0FF7060-21E9-442F-B040-53358D225ADF}" dt="2024-02-13T23:41:32.443" v="12275"/>
        <pc:sldMkLst>
          <pc:docMk/>
          <pc:sldMk cId="4206241665" sldId="1294"/>
        </pc:sldMkLst>
        <pc:spChg chg="mod">
          <ac:chgData name="Venkatesh Patil" userId="d9f36aa470552ec6" providerId="LiveId" clId="{C0FF7060-21E9-442F-B040-53358D225ADF}" dt="2024-02-13T22:35:30.866" v="10232" actId="20577"/>
          <ac:spMkLst>
            <pc:docMk/>
            <pc:sldMk cId="4206241665" sldId="1294"/>
            <ac:spMk id="2" creationId="{EB73CCD0-D322-684D-2779-FE940600AEE7}"/>
          </ac:spMkLst>
        </pc:spChg>
        <pc:spChg chg="mod">
          <ac:chgData name="Venkatesh Patil" userId="d9f36aa470552ec6" providerId="LiveId" clId="{C0FF7060-21E9-442F-B040-53358D225ADF}" dt="2024-02-13T22:22:11.151" v="9728" actId="313"/>
          <ac:spMkLst>
            <pc:docMk/>
            <pc:sldMk cId="4206241665" sldId="1294"/>
            <ac:spMk id="16" creationId="{89C8DE34-AB48-72F7-77BC-3069CEF86B19}"/>
          </ac:spMkLst>
        </pc:spChg>
        <pc:spChg chg="del">
          <ac:chgData name="Venkatesh Patil" userId="d9f36aa470552ec6" providerId="LiveId" clId="{C0FF7060-21E9-442F-B040-53358D225ADF}" dt="2024-02-13T22:16:22.279" v="9668" actId="478"/>
          <ac:spMkLst>
            <pc:docMk/>
            <pc:sldMk cId="4206241665" sldId="1294"/>
            <ac:spMk id="17" creationId="{1FC8C2CF-2342-B25A-6544-9E454B1DF6C6}"/>
          </ac:spMkLst>
        </pc:spChg>
        <pc:spChg chg="del">
          <ac:chgData name="Venkatesh Patil" userId="d9f36aa470552ec6" providerId="LiveId" clId="{C0FF7060-21E9-442F-B040-53358D225ADF}" dt="2024-02-13T22:17:02.823" v="9674" actId="478"/>
          <ac:spMkLst>
            <pc:docMk/>
            <pc:sldMk cId="4206241665" sldId="1294"/>
            <ac:spMk id="18" creationId="{499D594D-4D47-A448-CEEA-C10E20354E99}"/>
          </ac:spMkLst>
        </pc:spChg>
        <pc:spChg chg="mod">
          <ac:chgData name="Venkatesh Patil" userId="d9f36aa470552ec6" providerId="LiveId" clId="{C0FF7060-21E9-442F-B040-53358D225ADF}" dt="2024-02-13T22:25:29.158" v="9964" actId="14100"/>
          <ac:spMkLst>
            <pc:docMk/>
            <pc:sldMk cId="4206241665" sldId="1294"/>
            <ac:spMk id="20" creationId="{439E8DD1-ACA7-1609-CC27-17E985FA9755}"/>
          </ac:spMkLst>
        </pc:spChg>
        <pc:spChg chg="del">
          <ac:chgData name="Venkatesh Patil" userId="d9f36aa470552ec6" providerId="LiveId" clId="{C0FF7060-21E9-442F-B040-53358D225ADF}" dt="2024-02-13T22:23:07.191" v="9798" actId="478"/>
          <ac:spMkLst>
            <pc:docMk/>
            <pc:sldMk cId="4206241665" sldId="1294"/>
            <ac:spMk id="21" creationId="{78BC521A-DD12-B8E6-33EF-4A63D3197724}"/>
          </ac:spMkLst>
        </pc:spChg>
        <pc:spChg chg="del">
          <ac:chgData name="Venkatesh Patil" userId="d9f36aa470552ec6" providerId="LiveId" clId="{C0FF7060-21E9-442F-B040-53358D225ADF}" dt="2024-02-13T22:23:04.621" v="9797" actId="478"/>
          <ac:spMkLst>
            <pc:docMk/>
            <pc:sldMk cId="4206241665" sldId="1294"/>
            <ac:spMk id="22" creationId="{A6BDB7A3-DE0C-047B-18A7-E4CD1454E795}"/>
          </ac:spMkLst>
        </pc:spChg>
        <pc:spChg chg="del">
          <ac:chgData name="Venkatesh Patil" userId="d9f36aa470552ec6" providerId="LiveId" clId="{C0FF7060-21E9-442F-B040-53358D225ADF}" dt="2024-02-13T22:17:02.823" v="9674" actId="478"/>
          <ac:spMkLst>
            <pc:docMk/>
            <pc:sldMk cId="4206241665" sldId="1294"/>
            <ac:spMk id="23" creationId="{4513831B-D378-0DFB-345B-098126D5DA46}"/>
          </ac:spMkLst>
        </pc:spChg>
        <pc:spChg chg="del">
          <ac:chgData name="Venkatesh Patil" userId="d9f36aa470552ec6" providerId="LiveId" clId="{C0FF7060-21E9-442F-B040-53358D225ADF}" dt="2024-02-13T22:17:02.823" v="9674" actId="478"/>
          <ac:spMkLst>
            <pc:docMk/>
            <pc:sldMk cId="4206241665" sldId="1294"/>
            <ac:spMk id="25" creationId="{8A9AE075-DCD4-C919-5DE8-E7E9DAF2D185}"/>
          </ac:spMkLst>
        </pc:spChg>
        <pc:spChg chg="del">
          <ac:chgData name="Venkatesh Patil" userId="d9f36aa470552ec6" providerId="LiveId" clId="{C0FF7060-21E9-442F-B040-53358D225ADF}" dt="2024-02-13T22:17:02.823" v="9674" actId="478"/>
          <ac:spMkLst>
            <pc:docMk/>
            <pc:sldMk cId="4206241665" sldId="1294"/>
            <ac:spMk id="29" creationId="{11A6C9D8-F603-415A-7FD0-DB172C552CD6}"/>
          </ac:spMkLst>
        </pc:spChg>
        <pc:spChg chg="mod">
          <ac:chgData name="Venkatesh Patil" userId="d9f36aa470552ec6" providerId="LiveId" clId="{C0FF7060-21E9-442F-B040-53358D225ADF}" dt="2024-02-13T22:31:16.596" v="10102" actId="14100"/>
          <ac:spMkLst>
            <pc:docMk/>
            <pc:sldMk cId="4206241665" sldId="1294"/>
            <ac:spMk id="32" creationId="{7503134D-3F9D-28B4-8FDE-3B1E865DD38D}"/>
          </ac:spMkLst>
        </pc:spChg>
        <pc:spChg chg="add mod">
          <ac:chgData name="Venkatesh Patil" userId="d9f36aa470552ec6" providerId="LiveId" clId="{C0FF7060-21E9-442F-B040-53358D225ADF}" dt="2024-02-13T22:22:52.414" v="9795" actId="14100"/>
          <ac:spMkLst>
            <pc:docMk/>
            <pc:sldMk cId="4206241665" sldId="1294"/>
            <ac:spMk id="36" creationId="{F1F87A45-E825-94D2-629F-C45FD7B28331}"/>
          </ac:spMkLst>
        </pc:spChg>
        <pc:spChg chg="add mod">
          <ac:chgData name="Venkatesh Patil" userId="d9f36aa470552ec6" providerId="LiveId" clId="{C0FF7060-21E9-442F-B040-53358D225ADF}" dt="2024-02-13T22:25:42.862" v="9967" actId="14100"/>
          <ac:spMkLst>
            <pc:docMk/>
            <pc:sldMk cId="4206241665" sldId="1294"/>
            <ac:spMk id="39" creationId="{DD5476BD-FDD1-D7F9-6F06-03C01BABE082}"/>
          </ac:spMkLst>
        </pc:spChg>
        <pc:spChg chg="add mod">
          <ac:chgData name="Venkatesh Patil" userId="d9f36aa470552ec6" providerId="LiveId" clId="{C0FF7060-21E9-442F-B040-53358D225ADF}" dt="2024-02-13T22:27:32.803" v="9997" actId="14100"/>
          <ac:spMkLst>
            <pc:docMk/>
            <pc:sldMk cId="4206241665" sldId="1294"/>
            <ac:spMk id="43" creationId="{4A5EF9FF-FADE-D947-12B1-97089ECEB55D}"/>
          </ac:spMkLst>
        </pc:spChg>
        <pc:spChg chg="add mod">
          <ac:chgData name="Venkatesh Patil" userId="d9f36aa470552ec6" providerId="LiveId" clId="{C0FF7060-21E9-442F-B040-53358D225ADF}" dt="2024-02-13T22:32:46.154" v="10195" actId="14100"/>
          <ac:spMkLst>
            <pc:docMk/>
            <pc:sldMk cId="4206241665" sldId="1294"/>
            <ac:spMk id="44" creationId="{A8B62ED8-B435-A38C-FA02-7E7917A634C3}"/>
          </ac:spMkLst>
        </pc:spChg>
        <pc:spChg chg="add mod">
          <ac:chgData name="Venkatesh Patil" userId="d9f36aa470552ec6" providerId="LiveId" clId="{C0FF7060-21E9-442F-B040-53358D225ADF}" dt="2024-02-13T22:32:40.733" v="10193" actId="14100"/>
          <ac:spMkLst>
            <pc:docMk/>
            <pc:sldMk cId="4206241665" sldId="1294"/>
            <ac:spMk id="45" creationId="{F79432EC-357C-C9B3-307D-60868767D4C7}"/>
          </ac:spMkLst>
        </pc:spChg>
        <pc:spChg chg="add mod">
          <ac:chgData name="Venkatesh Patil" userId="d9f36aa470552ec6" providerId="LiveId" clId="{C0FF7060-21E9-442F-B040-53358D225ADF}" dt="2024-02-13T22:33:26.406" v="10210" actId="20577"/>
          <ac:spMkLst>
            <pc:docMk/>
            <pc:sldMk cId="4206241665" sldId="1294"/>
            <ac:spMk id="46" creationId="{21FA0676-ADC2-C4AB-CB9E-BF97182B61AA}"/>
          </ac:spMkLst>
        </pc:spChg>
        <pc:picChg chg="del">
          <ac:chgData name="Venkatesh Patil" userId="d9f36aa470552ec6" providerId="LiveId" clId="{C0FF7060-21E9-442F-B040-53358D225ADF}" dt="2024-02-13T22:16:19.356" v="9666" actId="478"/>
          <ac:picMkLst>
            <pc:docMk/>
            <pc:sldMk cId="4206241665" sldId="1294"/>
            <ac:picMk id="8" creationId="{D060FC63-3621-11E1-A0BC-78F4B326B00B}"/>
          </ac:picMkLst>
        </pc:picChg>
        <pc:picChg chg="add mod ord">
          <ac:chgData name="Venkatesh Patil" userId="d9f36aa470552ec6" providerId="LiveId" clId="{C0FF7060-21E9-442F-B040-53358D225ADF}" dt="2024-02-13T22:19:37.079" v="9697" actId="167"/>
          <ac:picMkLst>
            <pc:docMk/>
            <pc:sldMk cId="4206241665" sldId="1294"/>
            <ac:picMk id="9" creationId="{E6B7D380-C158-66A8-0106-3303E82C9298}"/>
          </ac:picMkLst>
        </pc:picChg>
        <pc:picChg chg="del">
          <ac:chgData name="Venkatesh Patil" userId="d9f36aa470552ec6" providerId="LiveId" clId="{C0FF7060-21E9-442F-B040-53358D225ADF}" dt="2024-02-13T22:16:20.310" v="9667" actId="478"/>
          <ac:picMkLst>
            <pc:docMk/>
            <pc:sldMk cId="4206241665" sldId="1294"/>
            <ac:picMk id="10" creationId="{6261F816-9707-F5D6-EF07-1EE011E76CCE}"/>
          </ac:picMkLst>
        </pc:picChg>
        <pc:picChg chg="add del mod">
          <ac:chgData name="Venkatesh Patil" userId="d9f36aa470552ec6" providerId="LiveId" clId="{C0FF7060-21E9-442F-B040-53358D225ADF}" dt="2024-02-13T22:17:50.278" v="9678" actId="478"/>
          <ac:picMkLst>
            <pc:docMk/>
            <pc:sldMk cId="4206241665" sldId="1294"/>
            <ac:picMk id="12" creationId="{038A96BD-B5B9-4250-F2D8-30CC0D4FC660}"/>
          </ac:picMkLst>
        </pc:picChg>
        <pc:picChg chg="add del mod">
          <ac:chgData name="Venkatesh Patil" userId="d9f36aa470552ec6" providerId="LiveId" clId="{C0FF7060-21E9-442F-B040-53358D225ADF}" dt="2024-02-13T22:17:43.808" v="9677" actId="478"/>
          <ac:picMkLst>
            <pc:docMk/>
            <pc:sldMk cId="4206241665" sldId="1294"/>
            <ac:picMk id="14" creationId="{85E1E9E0-71B9-4619-96DF-75DA368FFB7D}"/>
          </ac:picMkLst>
        </pc:picChg>
        <pc:picChg chg="add mod ord">
          <ac:chgData name="Venkatesh Patil" userId="d9f36aa470552ec6" providerId="LiveId" clId="{C0FF7060-21E9-442F-B040-53358D225ADF}" dt="2024-02-13T22:25:25.398" v="9963" actId="167"/>
          <ac:picMkLst>
            <pc:docMk/>
            <pc:sldMk cId="4206241665" sldId="1294"/>
            <ac:picMk id="19" creationId="{EE5D6584-E2F6-7B78-3EFE-A61C7EB0F796}"/>
          </ac:picMkLst>
        </pc:picChg>
        <pc:picChg chg="add del mod ord">
          <ac:chgData name="Venkatesh Patil" userId="d9f36aa470552ec6" providerId="LiveId" clId="{C0FF7060-21E9-442F-B040-53358D225ADF}" dt="2024-02-13T22:23:47.335" v="9846" actId="478"/>
          <ac:picMkLst>
            <pc:docMk/>
            <pc:sldMk cId="4206241665" sldId="1294"/>
            <ac:picMk id="26" creationId="{7C07DB92-91C2-BB02-04FF-520FA83CC7E4}"/>
          </ac:picMkLst>
        </pc:picChg>
        <pc:picChg chg="add del">
          <ac:chgData name="Venkatesh Patil" userId="d9f36aa470552ec6" providerId="LiveId" clId="{C0FF7060-21E9-442F-B040-53358D225ADF}" dt="2024-02-13T22:22:55.109" v="9796" actId="478"/>
          <ac:picMkLst>
            <pc:docMk/>
            <pc:sldMk cId="4206241665" sldId="1294"/>
            <ac:picMk id="33" creationId="{4A50252F-D9EE-87A5-EA1B-996C024796E7}"/>
          </ac:picMkLst>
        </pc:picChg>
        <pc:picChg chg="add mod ord">
          <ac:chgData name="Venkatesh Patil" userId="d9f36aa470552ec6" providerId="LiveId" clId="{C0FF7060-21E9-442F-B040-53358D225ADF}" dt="2024-02-13T22:28:31.116" v="10053" actId="167"/>
          <ac:picMkLst>
            <pc:docMk/>
            <pc:sldMk cId="4206241665" sldId="1294"/>
            <ac:picMk id="35" creationId="{12C57C37-1CD3-F351-AF40-B2A294F01B9A}"/>
          </ac:picMkLst>
        </pc:picChg>
        <pc:picChg chg="add mod ord">
          <ac:chgData name="Venkatesh Patil" userId="d9f36aa470552ec6" providerId="LiveId" clId="{C0FF7060-21E9-442F-B040-53358D225ADF}" dt="2024-02-13T22:28:34.526" v="10055" actId="1076"/>
          <ac:picMkLst>
            <pc:docMk/>
            <pc:sldMk cId="4206241665" sldId="1294"/>
            <ac:picMk id="38" creationId="{70FCF1D6-E2BE-F1BD-8159-E6100607AC36}"/>
          </ac:picMkLst>
        </pc:picChg>
        <pc:inkChg chg="del">
          <ac:chgData name="Venkatesh Patil" userId="d9f36aa470552ec6" providerId="LiveId" clId="{C0FF7060-21E9-442F-B040-53358D225ADF}" dt="2024-02-13T22:16:23.876" v="9669" actId="478"/>
          <ac:inkMkLst>
            <pc:docMk/>
            <pc:sldMk cId="4206241665" sldId="1294"/>
            <ac:inkMk id="30" creationId="{F5AE8FAF-09BB-3ACB-0D3A-9A9A5DCF912D}"/>
          </ac:inkMkLst>
        </pc:inkChg>
        <pc:inkChg chg="add">
          <ac:chgData name="Venkatesh Patil" userId="d9f36aa470552ec6" providerId="LiveId" clId="{C0FF7060-21E9-442F-B040-53358D225ADF}" dt="2024-02-13T22:26:00.244" v="9969" actId="9405"/>
          <ac:inkMkLst>
            <pc:docMk/>
            <pc:sldMk cId="4206241665" sldId="1294"/>
            <ac:inkMk id="40" creationId="{23C71A7A-E023-E00C-77A1-DB65AA8A9F69}"/>
          </ac:inkMkLst>
        </pc:inkChg>
        <pc:inkChg chg="add">
          <ac:chgData name="Venkatesh Patil" userId="d9f36aa470552ec6" providerId="LiveId" clId="{C0FF7060-21E9-442F-B040-53358D225ADF}" dt="2024-02-13T22:26:03.528" v="9970" actId="9405"/>
          <ac:inkMkLst>
            <pc:docMk/>
            <pc:sldMk cId="4206241665" sldId="1294"/>
            <ac:inkMk id="41" creationId="{EDC96DAC-37F5-0EC6-0992-870A584C46D2}"/>
          </ac:inkMkLst>
        </pc:inkChg>
        <pc:inkChg chg="add">
          <ac:chgData name="Venkatesh Patil" userId="d9f36aa470552ec6" providerId="LiveId" clId="{C0FF7060-21E9-442F-B040-53358D225ADF}" dt="2024-02-13T22:26:05.591" v="9971" actId="9405"/>
          <ac:inkMkLst>
            <pc:docMk/>
            <pc:sldMk cId="4206241665" sldId="1294"/>
            <ac:inkMk id="42" creationId="{630D7E24-7D2F-5688-3AF1-86492435EAAA}"/>
          </ac:inkMkLst>
        </pc:inkChg>
        <pc:cxnChg chg="del mod">
          <ac:chgData name="Venkatesh Patil" userId="d9f36aa470552ec6" providerId="LiveId" clId="{C0FF7060-21E9-442F-B040-53358D225ADF}" dt="2024-02-13T22:17:02.823" v="9674" actId="478"/>
          <ac:cxnSpMkLst>
            <pc:docMk/>
            <pc:sldMk cId="4206241665" sldId="1294"/>
            <ac:cxnSpMk id="27" creationId="{3ACD7E85-12FF-8398-2CF5-2D19BC74AE0F}"/>
          </ac:cxnSpMkLst>
        </pc:cxnChg>
      </pc:sldChg>
      <pc:sldChg chg="addSp delSp modSp add mod modAnim">
        <pc:chgData name="Venkatesh Patil" userId="d9f36aa470552ec6" providerId="LiveId" clId="{C0FF7060-21E9-442F-B040-53358D225ADF}" dt="2024-02-13T23:43:05.431" v="12282"/>
        <pc:sldMkLst>
          <pc:docMk/>
          <pc:sldMk cId="599188792" sldId="1295"/>
        </pc:sldMkLst>
        <pc:spChg chg="mod">
          <ac:chgData name="Venkatesh Patil" userId="d9f36aa470552ec6" providerId="LiveId" clId="{C0FF7060-21E9-442F-B040-53358D225ADF}" dt="2024-02-13T22:35:37.091" v="10241" actId="20577"/>
          <ac:spMkLst>
            <pc:docMk/>
            <pc:sldMk cId="599188792" sldId="1295"/>
            <ac:spMk id="2" creationId="{E9CE1B81-425D-B464-DE76-EAA7FA79A104}"/>
          </ac:spMkLst>
        </pc:spChg>
        <pc:spChg chg="add mod">
          <ac:chgData name="Venkatesh Patil" userId="d9f36aa470552ec6" providerId="LiveId" clId="{C0FF7060-21E9-442F-B040-53358D225ADF}" dt="2024-02-13T22:42:13.709" v="10401" actId="14100"/>
          <ac:spMkLst>
            <pc:docMk/>
            <pc:sldMk cId="599188792" sldId="1295"/>
            <ac:spMk id="11" creationId="{72492660-4E38-0E24-47B0-4F30C1D96288}"/>
          </ac:spMkLst>
        </pc:spChg>
        <pc:spChg chg="del">
          <ac:chgData name="Venkatesh Patil" userId="d9f36aa470552ec6" providerId="LiveId" clId="{C0FF7060-21E9-442F-B040-53358D225ADF}" dt="2024-02-13T22:38:38.666" v="10243" actId="478"/>
          <ac:spMkLst>
            <pc:docMk/>
            <pc:sldMk cId="599188792" sldId="1295"/>
            <ac:spMk id="16" creationId="{77C9712E-4853-6FC6-134B-2AD47C606E02}"/>
          </ac:spMkLst>
        </pc:spChg>
        <pc:spChg chg="mod">
          <ac:chgData name="Venkatesh Patil" userId="d9f36aa470552ec6" providerId="LiveId" clId="{C0FF7060-21E9-442F-B040-53358D225ADF}" dt="2024-02-13T22:40:15.198" v="10272" actId="20577"/>
          <ac:spMkLst>
            <pc:docMk/>
            <pc:sldMk cId="599188792" sldId="1295"/>
            <ac:spMk id="20" creationId="{FD3F03B3-22F4-4CA0-CE68-328B5C599B5C}"/>
          </ac:spMkLst>
        </pc:spChg>
        <pc:spChg chg="mod">
          <ac:chgData name="Venkatesh Patil" userId="d9f36aa470552ec6" providerId="LiveId" clId="{C0FF7060-21E9-442F-B040-53358D225ADF}" dt="2024-02-13T22:41:58.284" v="10397" actId="14100"/>
          <ac:spMkLst>
            <pc:docMk/>
            <pc:sldMk cId="599188792" sldId="1295"/>
            <ac:spMk id="32" creationId="{794F1E7C-4C48-6169-AE75-8317458B0750}"/>
          </ac:spMkLst>
        </pc:spChg>
        <pc:spChg chg="mod">
          <ac:chgData name="Venkatesh Patil" userId="d9f36aa470552ec6" providerId="LiveId" clId="{C0FF7060-21E9-442F-B040-53358D225ADF}" dt="2024-02-13T22:38:56.406" v="10246" actId="1076"/>
          <ac:spMkLst>
            <pc:docMk/>
            <pc:sldMk cId="599188792" sldId="1295"/>
            <ac:spMk id="36" creationId="{E0E35F41-F6E4-4D5E-2F07-54D9338B99BE}"/>
          </ac:spMkLst>
        </pc:spChg>
        <pc:spChg chg="mod">
          <ac:chgData name="Venkatesh Patil" userId="d9f36aa470552ec6" providerId="LiveId" clId="{C0FF7060-21E9-442F-B040-53358D225ADF}" dt="2024-02-13T22:40:45.715" v="10294" actId="1076"/>
          <ac:spMkLst>
            <pc:docMk/>
            <pc:sldMk cId="599188792" sldId="1295"/>
            <ac:spMk id="39" creationId="{96F72041-438A-B5B0-1171-CED2F2C32331}"/>
          </ac:spMkLst>
        </pc:spChg>
        <pc:spChg chg="mod">
          <ac:chgData name="Venkatesh Patil" userId="d9f36aa470552ec6" providerId="LiveId" clId="{C0FF7060-21E9-442F-B040-53358D225ADF}" dt="2024-02-13T22:38:56.406" v="10246" actId="1076"/>
          <ac:spMkLst>
            <pc:docMk/>
            <pc:sldMk cId="599188792" sldId="1295"/>
            <ac:spMk id="43" creationId="{2C0DA051-8F66-D71A-CC54-B5DBCA3727A7}"/>
          </ac:spMkLst>
        </pc:spChg>
        <pc:spChg chg="mod">
          <ac:chgData name="Venkatesh Patil" userId="d9f36aa470552ec6" providerId="LiveId" clId="{C0FF7060-21E9-442F-B040-53358D225ADF}" dt="2024-02-13T22:40:55.978" v="10296" actId="1076"/>
          <ac:spMkLst>
            <pc:docMk/>
            <pc:sldMk cId="599188792" sldId="1295"/>
            <ac:spMk id="44" creationId="{132CD1AC-4EF0-7395-BF16-FC4F30CCE0AE}"/>
          </ac:spMkLst>
        </pc:spChg>
        <pc:spChg chg="mod">
          <ac:chgData name="Venkatesh Patil" userId="d9f36aa470552ec6" providerId="LiveId" clId="{C0FF7060-21E9-442F-B040-53358D225ADF}" dt="2024-02-13T22:40:52.485" v="10295" actId="1076"/>
          <ac:spMkLst>
            <pc:docMk/>
            <pc:sldMk cId="599188792" sldId="1295"/>
            <ac:spMk id="45" creationId="{A8C178DB-9C1B-F7B0-D829-8D973AAE2E03}"/>
          </ac:spMkLst>
        </pc:spChg>
        <pc:spChg chg="mod">
          <ac:chgData name="Venkatesh Patil" userId="d9f36aa470552ec6" providerId="LiveId" clId="{C0FF7060-21E9-442F-B040-53358D225ADF}" dt="2024-02-13T22:44:28.700" v="10537" actId="20577"/>
          <ac:spMkLst>
            <pc:docMk/>
            <pc:sldMk cId="599188792" sldId="1295"/>
            <ac:spMk id="46" creationId="{3D2CA7F1-4077-5BC0-8DCD-05408140395D}"/>
          </ac:spMkLst>
        </pc:spChg>
        <pc:picChg chg="add mod ord">
          <ac:chgData name="Venkatesh Patil" userId="d9f36aa470552ec6" providerId="LiveId" clId="{C0FF7060-21E9-442F-B040-53358D225ADF}" dt="2024-02-13T22:39:51.231" v="10260" actId="167"/>
          <ac:picMkLst>
            <pc:docMk/>
            <pc:sldMk cId="599188792" sldId="1295"/>
            <ac:picMk id="8" creationId="{6AD75AB9-DEFB-0681-BC43-85EFB1186BD3}"/>
          </ac:picMkLst>
        </pc:picChg>
        <pc:picChg chg="del">
          <ac:chgData name="Venkatesh Patil" userId="d9f36aa470552ec6" providerId="LiveId" clId="{C0FF7060-21E9-442F-B040-53358D225ADF}" dt="2024-02-13T22:38:37.209" v="10242" actId="478"/>
          <ac:picMkLst>
            <pc:docMk/>
            <pc:sldMk cId="599188792" sldId="1295"/>
            <ac:picMk id="9" creationId="{A8AF67C7-790E-8E4F-1B22-029685EB7897}"/>
          </ac:picMkLst>
        </pc:picChg>
        <pc:picChg chg="mod">
          <ac:chgData name="Venkatesh Patil" userId="d9f36aa470552ec6" providerId="LiveId" clId="{C0FF7060-21E9-442F-B040-53358D225ADF}" dt="2024-02-13T22:38:56.406" v="10246" actId="1076"/>
          <ac:picMkLst>
            <pc:docMk/>
            <pc:sldMk cId="599188792" sldId="1295"/>
            <ac:picMk id="19" creationId="{1A0B57DA-D3BD-EC12-E2C3-400192156068}"/>
          </ac:picMkLst>
        </pc:picChg>
        <pc:picChg chg="del">
          <ac:chgData name="Venkatesh Patil" userId="d9f36aa470552ec6" providerId="LiveId" clId="{C0FF7060-21E9-442F-B040-53358D225ADF}" dt="2024-02-13T22:38:58.815" v="10247" actId="478"/>
          <ac:picMkLst>
            <pc:docMk/>
            <pc:sldMk cId="599188792" sldId="1295"/>
            <ac:picMk id="38" creationId="{93579E38-75B2-950F-4A9F-C760274310D9}"/>
          </ac:picMkLst>
        </pc:picChg>
        <pc:inkChg chg="add mod">
          <ac:chgData name="Venkatesh Patil" userId="d9f36aa470552ec6" providerId="LiveId" clId="{C0FF7060-21E9-442F-B040-53358D225ADF}" dt="2024-02-13T22:39:47.902" v="10259" actId="1076"/>
          <ac:inkMkLst>
            <pc:docMk/>
            <pc:sldMk cId="599188792" sldId="1295"/>
            <ac:inkMk id="10" creationId="{D3546A27-4325-824E-0656-FB518F96CBC3}"/>
          </ac:inkMkLst>
        </pc:inkChg>
        <pc:inkChg chg="del mod">
          <ac:chgData name="Venkatesh Patil" userId="d9f36aa470552ec6" providerId="LiveId" clId="{C0FF7060-21E9-442F-B040-53358D225ADF}" dt="2024-02-13T22:38:47.489" v="10245" actId="478"/>
          <ac:inkMkLst>
            <pc:docMk/>
            <pc:sldMk cId="599188792" sldId="1295"/>
            <ac:inkMk id="31" creationId="{E3C0F562-02BD-286F-FD3B-5DED5EDB67E8}"/>
          </ac:inkMkLst>
        </pc:inkChg>
        <pc:inkChg chg="mod">
          <ac:chgData name="Venkatesh Patil" userId="d9f36aa470552ec6" providerId="LiveId" clId="{C0FF7060-21E9-442F-B040-53358D225ADF}" dt="2024-02-13T22:39:31.716" v="10253" actId="1076"/>
          <ac:inkMkLst>
            <pc:docMk/>
            <pc:sldMk cId="599188792" sldId="1295"/>
            <ac:inkMk id="40" creationId="{750475E1-9753-4E73-220E-D39606BAE288}"/>
          </ac:inkMkLst>
        </pc:inkChg>
        <pc:inkChg chg="mod">
          <ac:chgData name="Venkatesh Patil" userId="d9f36aa470552ec6" providerId="LiveId" clId="{C0FF7060-21E9-442F-B040-53358D225ADF}" dt="2024-02-13T22:39:38.435" v="10255" actId="1076"/>
          <ac:inkMkLst>
            <pc:docMk/>
            <pc:sldMk cId="599188792" sldId="1295"/>
            <ac:inkMk id="41" creationId="{D0C65296-96A7-1254-8420-5BE8CAB27DC0}"/>
          </ac:inkMkLst>
        </pc:inkChg>
        <pc:inkChg chg="mod">
          <ac:chgData name="Venkatesh Patil" userId="d9f36aa470552ec6" providerId="LiveId" clId="{C0FF7060-21E9-442F-B040-53358D225ADF}" dt="2024-02-13T22:39:43.792" v="10257" actId="14100"/>
          <ac:inkMkLst>
            <pc:docMk/>
            <pc:sldMk cId="599188792" sldId="1295"/>
            <ac:inkMk id="42" creationId="{34E7DBD9-2C76-BB22-82C1-5E6FB40B2A34}"/>
          </ac:inkMkLst>
        </pc:inkChg>
      </pc:sldChg>
      <pc:sldChg chg="add">
        <pc:chgData name="Venkatesh Patil" userId="d9f36aa470552ec6" providerId="LiveId" clId="{C0FF7060-21E9-442F-B040-53358D225ADF}" dt="2024-02-13T22:50:43.184" v="10768" actId="2890"/>
        <pc:sldMkLst>
          <pc:docMk/>
          <pc:sldMk cId="1337379247" sldId="1296"/>
        </pc:sldMkLst>
      </pc:sldChg>
      <pc:sldChg chg="delSp modSp add del mod">
        <pc:chgData name="Venkatesh Patil" userId="d9f36aa470552ec6" providerId="LiveId" clId="{C0FF7060-21E9-442F-B040-53358D225ADF}" dt="2024-02-13T22:56:27.559" v="10864" actId="47"/>
        <pc:sldMkLst>
          <pc:docMk/>
          <pc:sldMk cId="778071794" sldId="1297"/>
        </pc:sldMkLst>
        <pc:spChg chg="del">
          <ac:chgData name="Venkatesh Patil" userId="d9f36aa470552ec6" providerId="LiveId" clId="{C0FF7060-21E9-442F-B040-53358D225ADF}" dt="2024-02-13T22:55:47.358" v="10859" actId="478"/>
          <ac:spMkLst>
            <pc:docMk/>
            <pc:sldMk cId="778071794" sldId="1297"/>
            <ac:spMk id="39" creationId="{6E8B61F7-EBE0-60BF-82DB-6F39853F1C57}"/>
          </ac:spMkLst>
        </pc:spChg>
        <pc:spChg chg="del">
          <ac:chgData name="Venkatesh Patil" userId="d9f36aa470552ec6" providerId="LiveId" clId="{C0FF7060-21E9-442F-B040-53358D225ADF}" dt="2024-02-13T22:55:45.650" v="10858" actId="478"/>
          <ac:spMkLst>
            <pc:docMk/>
            <pc:sldMk cId="778071794" sldId="1297"/>
            <ac:spMk id="40" creationId="{6D38831A-7BAE-3A9F-9B21-17A42411B3BF}"/>
          </ac:spMkLst>
        </pc:spChg>
        <pc:cxnChg chg="del mod">
          <ac:chgData name="Venkatesh Patil" userId="d9f36aa470552ec6" providerId="LiveId" clId="{C0FF7060-21E9-442F-B040-53358D225ADF}" dt="2024-02-13T22:55:49.524" v="10861" actId="478"/>
          <ac:cxnSpMkLst>
            <pc:docMk/>
            <pc:sldMk cId="778071794" sldId="1297"/>
            <ac:cxnSpMk id="47" creationId="{DD31D1E8-634A-949F-0853-29D2B4D91CE3}"/>
          </ac:cxnSpMkLst>
        </pc:cxnChg>
        <pc:cxnChg chg="del">
          <ac:chgData name="Venkatesh Patil" userId="d9f36aa470552ec6" providerId="LiveId" clId="{C0FF7060-21E9-442F-B040-53358D225ADF}" dt="2024-02-13T22:55:48.322" v="10860" actId="478"/>
          <ac:cxnSpMkLst>
            <pc:docMk/>
            <pc:sldMk cId="778071794" sldId="1297"/>
            <ac:cxnSpMk id="49" creationId="{7DB37CED-BD14-ED8D-69E3-BD06F8F38097}"/>
          </ac:cxnSpMkLst>
        </pc:cxnChg>
        <pc:cxnChg chg="del">
          <ac:chgData name="Venkatesh Patil" userId="d9f36aa470552ec6" providerId="LiveId" clId="{C0FF7060-21E9-442F-B040-53358D225ADF}" dt="2024-02-13T22:55:52.466" v="10863" actId="478"/>
          <ac:cxnSpMkLst>
            <pc:docMk/>
            <pc:sldMk cId="778071794" sldId="1297"/>
            <ac:cxnSpMk id="51" creationId="{577EB4AA-058D-24F9-0EF8-9CAAF96591A1}"/>
          </ac:cxnSpMkLst>
        </pc:cxnChg>
        <pc:cxnChg chg="del mod">
          <ac:chgData name="Venkatesh Patil" userId="d9f36aa470552ec6" providerId="LiveId" clId="{C0FF7060-21E9-442F-B040-53358D225ADF}" dt="2024-02-13T22:55:51.146" v="10862" actId="478"/>
          <ac:cxnSpMkLst>
            <pc:docMk/>
            <pc:sldMk cId="778071794" sldId="1297"/>
            <ac:cxnSpMk id="56" creationId="{8CBD2608-DD02-A7E1-76EB-61D0B2001518}"/>
          </ac:cxnSpMkLst>
        </pc:cxnChg>
      </pc:sldChg>
      <pc:sldChg chg="delSp modSp add del mod">
        <pc:chgData name="Venkatesh Patil" userId="d9f36aa470552ec6" providerId="LiveId" clId="{C0FF7060-21E9-442F-B040-53358D225ADF}" dt="2024-02-13T22:57:00.464" v="10874" actId="47"/>
        <pc:sldMkLst>
          <pc:docMk/>
          <pc:sldMk cId="3239669770" sldId="1298"/>
        </pc:sldMkLst>
        <pc:spChg chg="del">
          <ac:chgData name="Venkatesh Patil" userId="d9f36aa470552ec6" providerId="LiveId" clId="{C0FF7060-21E9-442F-B040-53358D225ADF}" dt="2024-02-13T22:55:11.620" v="10852" actId="478"/>
          <ac:spMkLst>
            <pc:docMk/>
            <pc:sldMk cId="3239669770" sldId="1298"/>
            <ac:spMk id="39" creationId="{6802FC23-10C2-BE54-5D9C-057FD0AE3A7A}"/>
          </ac:spMkLst>
        </pc:spChg>
        <pc:spChg chg="del">
          <ac:chgData name="Venkatesh Patil" userId="d9f36aa470552ec6" providerId="LiveId" clId="{C0FF7060-21E9-442F-B040-53358D225ADF}" dt="2024-02-13T22:55:12.825" v="10853" actId="478"/>
          <ac:spMkLst>
            <pc:docMk/>
            <pc:sldMk cId="3239669770" sldId="1298"/>
            <ac:spMk id="40" creationId="{66530F90-8BCC-2C73-94F0-5BBF9565E5BD}"/>
          </ac:spMkLst>
        </pc:spChg>
        <pc:cxnChg chg="del mod">
          <ac:chgData name="Venkatesh Patil" userId="d9f36aa470552ec6" providerId="LiveId" clId="{C0FF7060-21E9-442F-B040-53358D225ADF}" dt="2024-02-13T22:55:14.995" v="10855" actId="478"/>
          <ac:cxnSpMkLst>
            <pc:docMk/>
            <pc:sldMk cId="3239669770" sldId="1298"/>
            <ac:cxnSpMk id="47" creationId="{2AFD85CF-9276-E707-E735-8BDE79D7CC24}"/>
          </ac:cxnSpMkLst>
        </pc:cxnChg>
        <pc:cxnChg chg="del">
          <ac:chgData name="Venkatesh Patil" userId="d9f36aa470552ec6" providerId="LiveId" clId="{C0FF7060-21E9-442F-B040-53358D225ADF}" dt="2024-02-13T22:55:13.971" v="10854" actId="478"/>
          <ac:cxnSpMkLst>
            <pc:docMk/>
            <pc:sldMk cId="3239669770" sldId="1298"/>
            <ac:cxnSpMk id="49" creationId="{0F9C19D2-86E6-378F-B074-EDBACDF7F24F}"/>
          </ac:cxnSpMkLst>
        </pc:cxnChg>
        <pc:cxnChg chg="del">
          <ac:chgData name="Venkatesh Patil" userId="d9f36aa470552ec6" providerId="LiveId" clId="{C0FF7060-21E9-442F-B040-53358D225ADF}" dt="2024-02-13T22:55:16.382" v="10856" actId="478"/>
          <ac:cxnSpMkLst>
            <pc:docMk/>
            <pc:sldMk cId="3239669770" sldId="1298"/>
            <ac:cxnSpMk id="51" creationId="{E58A2A5D-0E7B-568D-59DB-D8A0BD5A0798}"/>
          </ac:cxnSpMkLst>
        </pc:cxnChg>
        <pc:cxnChg chg="del mod">
          <ac:chgData name="Venkatesh Patil" userId="d9f36aa470552ec6" providerId="LiveId" clId="{C0FF7060-21E9-442F-B040-53358D225ADF}" dt="2024-02-13T22:55:17.538" v="10857" actId="478"/>
          <ac:cxnSpMkLst>
            <pc:docMk/>
            <pc:sldMk cId="3239669770" sldId="1298"/>
            <ac:cxnSpMk id="56" creationId="{2A71A009-578C-79B3-7D3D-714AEBABFB3E}"/>
          </ac:cxnSpMkLst>
        </pc:cxnChg>
      </pc:sldChg>
      <pc:sldChg chg="delSp modSp add mod ord">
        <pc:chgData name="Venkatesh Patil" userId="d9f36aa470552ec6" providerId="LiveId" clId="{C0FF7060-21E9-442F-B040-53358D225ADF}" dt="2024-02-13T22:56:56.642" v="10873" actId="478"/>
        <pc:sldMkLst>
          <pc:docMk/>
          <pc:sldMk cId="2043018020" sldId="1299"/>
        </pc:sldMkLst>
        <pc:spChg chg="del">
          <ac:chgData name="Venkatesh Patil" userId="d9f36aa470552ec6" providerId="LiveId" clId="{C0FF7060-21E9-442F-B040-53358D225ADF}" dt="2024-02-13T22:56:52.443" v="10869" actId="478"/>
          <ac:spMkLst>
            <pc:docMk/>
            <pc:sldMk cId="2043018020" sldId="1299"/>
            <ac:spMk id="39" creationId="{7C3E5FE3-AC4B-CF33-51D8-1AD4FBE40CDA}"/>
          </ac:spMkLst>
        </pc:spChg>
        <pc:spChg chg="del">
          <ac:chgData name="Venkatesh Patil" userId="d9f36aa470552ec6" providerId="LiveId" clId="{C0FF7060-21E9-442F-B040-53358D225ADF}" dt="2024-02-13T22:56:51.535" v="10868" actId="478"/>
          <ac:spMkLst>
            <pc:docMk/>
            <pc:sldMk cId="2043018020" sldId="1299"/>
            <ac:spMk id="40" creationId="{ECA46582-7CFB-5097-DC15-10704D865052}"/>
          </ac:spMkLst>
        </pc:spChg>
        <pc:cxnChg chg="del mod">
          <ac:chgData name="Venkatesh Patil" userId="d9f36aa470552ec6" providerId="LiveId" clId="{C0FF7060-21E9-442F-B040-53358D225ADF}" dt="2024-02-13T22:56:53.501" v="10870" actId="478"/>
          <ac:cxnSpMkLst>
            <pc:docMk/>
            <pc:sldMk cId="2043018020" sldId="1299"/>
            <ac:cxnSpMk id="47" creationId="{976FC46B-08F4-EEB8-4DE1-7A89AD9FA6AA}"/>
          </ac:cxnSpMkLst>
        </pc:cxnChg>
        <pc:cxnChg chg="del">
          <ac:chgData name="Venkatesh Patil" userId="d9f36aa470552ec6" providerId="LiveId" clId="{C0FF7060-21E9-442F-B040-53358D225ADF}" dt="2024-02-13T22:56:54.579" v="10871" actId="478"/>
          <ac:cxnSpMkLst>
            <pc:docMk/>
            <pc:sldMk cId="2043018020" sldId="1299"/>
            <ac:cxnSpMk id="49" creationId="{158706D0-CCB0-77D9-BF6C-2502B12399FE}"/>
          </ac:cxnSpMkLst>
        </pc:cxnChg>
        <pc:cxnChg chg="del">
          <ac:chgData name="Venkatesh Patil" userId="d9f36aa470552ec6" providerId="LiveId" clId="{C0FF7060-21E9-442F-B040-53358D225ADF}" dt="2024-02-13T22:56:55.754" v="10872" actId="478"/>
          <ac:cxnSpMkLst>
            <pc:docMk/>
            <pc:sldMk cId="2043018020" sldId="1299"/>
            <ac:cxnSpMk id="51" creationId="{C40F9FCF-5032-796D-EFD1-D9F8A4D1143E}"/>
          </ac:cxnSpMkLst>
        </pc:cxnChg>
        <pc:cxnChg chg="del mod">
          <ac:chgData name="Venkatesh Patil" userId="d9f36aa470552ec6" providerId="LiveId" clId="{C0FF7060-21E9-442F-B040-53358D225ADF}" dt="2024-02-13T22:56:56.642" v="10873" actId="478"/>
          <ac:cxnSpMkLst>
            <pc:docMk/>
            <pc:sldMk cId="2043018020" sldId="1299"/>
            <ac:cxnSpMk id="56" creationId="{80A510BE-910C-8687-62A6-68C304454AB4}"/>
          </ac:cxnSpMkLst>
        </pc:cxnChg>
      </pc:sldChg>
      <pc:sldChg chg="delSp modSp add mod delAnim modAnim">
        <pc:chgData name="Venkatesh Patil" userId="d9f36aa470552ec6" providerId="LiveId" clId="{C0FF7060-21E9-442F-B040-53358D225ADF}" dt="2024-02-13T23:03:18.645" v="11170" actId="478"/>
        <pc:sldMkLst>
          <pc:docMk/>
          <pc:sldMk cId="1404448858" sldId="1300"/>
        </pc:sldMkLst>
        <pc:spChg chg="mod">
          <ac:chgData name="Venkatesh Patil" userId="d9f36aa470552ec6" providerId="LiveId" clId="{C0FF7060-21E9-442F-B040-53358D225ADF}" dt="2024-02-13T23:01:24.580" v="10968" actId="20577"/>
          <ac:spMkLst>
            <pc:docMk/>
            <pc:sldMk cId="1404448858" sldId="1300"/>
            <ac:spMk id="2" creationId="{20AD3739-F7FF-C888-79CC-422E8410BB49}"/>
          </ac:spMkLst>
        </pc:spChg>
        <pc:spChg chg="mod">
          <ac:chgData name="Venkatesh Patil" userId="d9f36aa470552ec6" providerId="LiveId" clId="{C0FF7060-21E9-442F-B040-53358D225ADF}" dt="2024-02-13T23:03:04.273" v="11169" actId="20577"/>
          <ac:spMkLst>
            <pc:docMk/>
            <pc:sldMk cId="1404448858" sldId="1300"/>
            <ac:spMk id="3" creationId="{13EABC5B-AA0E-8853-415B-158B900028EB}"/>
          </ac:spMkLst>
        </pc:spChg>
        <pc:spChg chg="del">
          <ac:chgData name="Venkatesh Patil" userId="d9f36aa470552ec6" providerId="LiveId" clId="{C0FF7060-21E9-442F-B040-53358D225ADF}" dt="2024-02-13T23:03:18.645" v="11170" actId="478"/>
          <ac:spMkLst>
            <pc:docMk/>
            <pc:sldMk cId="1404448858" sldId="1300"/>
            <ac:spMk id="17" creationId="{92CA4BD6-78E8-E6EB-9417-361AC88A63DD}"/>
          </ac:spMkLst>
        </pc:spChg>
        <pc:picChg chg="del">
          <ac:chgData name="Venkatesh Patil" userId="d9f36aa470552ec6" providerId="LiveId" clId="{C0FF7060-21E9-442F-B040-53358D225ADF}" dt="2024-02-13T23:00:51.171" v="10952" actId="478"/>
          <ac:picMkLst>
            <pc:docMk/>
            <pc:sldMk cId="1404448858" sldId="1300"/>
            <ac:picMk id="14" creationId="{695A53BC-D380-5A0B-8024-4B5B7C6A965B}"/>
          </ac:picMkLst>
        </pc:picChg>
      </pc:sldChg>
      <pc:sldChg chg="delSp modSp add mod ord modAnim">
        <pc:chgData name="Venkatesh Patil" userId="d9f36aa470552ec6" providerId="LiveId" clId="{C0FF7060-21E9-442F-B040-53358D225ADF}" dt="2024-02-13T23:24:01.821" v="12172" actId="207"/>
        <pc:sldMkLst>
          <pc:docMk/>
          <pc:sldMk cId="1193246787" sldId="1301"/>
        </pc:sldMkLst>
        <pc:spChg chg="mod">
          <ac:chgData name="Venkatesh Patil" userId="d9f36aa470552ec6" providerId="LiveId" clId="{C0FF7060-21E9-442F-B040-53358D225ADF}" dt="2024-02-13T23:05:19.093" v="11223" actId="20577"/>
          <ac:spMkLst>
            <pc:docMk/>
            <pc:sldMk cId="1193246787" sldId="1301"/>
            <ac:spMk id="2" creationId="{5E3B553E-87BB-C8B9-A079-0DBEB2DADA50}"/>
          </ac:spMkLst>
        </pc:spChg>
        <pc:spChg chg="mod">
          <ac:chgData name="Venkatesh Patil" userId="d9f36aa470552ec6" providerId="LiveId" clId="{C0FF7060-21E9-442F-B040-53358D225ADF}" dt="2024-02-13T23:24:01.821" v="12172" actId="207"/>
          <ac:spMkLst>
            <pc:docMk/>
            <pc:sldMk cId="1193246787" sldId="1301"/>
            <ac:spMk id="3" creationId="{075677A3-1477-C8F3-D9A2-76F6A03370B9}"/>
          </ac:spMkLst>
        </pc:spChg>
        <pc:spChg chg="del">
          <ac:chgData name="Venkatesh Patil" userId="d9f36aa470552ec6" providerId="LiveId" clId="{C0FF7060-21E9-442F-B040-53358D225ADF}" dt="2024-02-13T23:10:58.663" v="11630" actId="478"/>
          <ac:spMkLst>
            <pc:docMk/>
            <pc:sldMk cId="1193246787" sldId="1301"/>
            <ac:spMk id="18" creationId="{DE39FE70-5F38-F484-7F2C-AA519258B9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7D420-6701-47F1-A15D-0449448C7758}" type="datetimeFigureOut">
              <a:rPr lang="en-US" smtClean="0"/>
              <a:t>6/11/2024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42914-098C-4E86-82B7-D66B5499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2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DD79BE-23ED-4B65-ABC5-648AC1E492E5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809569-1AAC-17FA-9969-70D5351A2B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ECE-593: Fundamentals of Pre-Silicon Validation - Venkatesh Patil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7A463C2A-7D56-AAC9-E9C4-E45C945A5DC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ECE-593: Fundamentals of Pre-Silicon Validation</a:t>
            </a:r>
          </a:p>
        </p:txBody>
      </p:sp>
    </p:spTree>
    <p:extLst>
      <p:ext uri="{BB962C8B-B14F-4D97-AF65-F5344CB8AC3E}">
        <p14:creationId xmlns:p14="http://schemas.microsoft.com/office/powerpoint/2010/main" val="3635283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67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42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24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69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6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05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40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85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D2C3-8D99-9D45-4A20-D27311DF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5425D-8DB6-B8BF-AF15-AD0E03BC1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47EE-4B5E-51AC-1DC9-9D27836A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E01E0-2407-5E2F-D61C-66F477878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42914-098C-4E86-82B7-D66B549958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7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50268-D869-491C-9ED0-E041F9A565B7}" type="datetime1">
              <a:rPr lang="en-US" smtClean="0"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1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60531"/>
            <a:ext cx="7886700" cy="4351338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q"/>
              <a:defRPr/>
            </a:lvl1pPr>
            <a:lvl2pPr marL="800100" indent="-342900">
              <a:buSzPct val="100000"/>
              <a:buFont typeface="Wingdings" panose="05000000000000000000" pitchFamily="2" charset="2"/>
              <a:buChar char="q"/>
              <a:defRPr/>
            </a:lvl2pPr>
            <a:lvl3pPr marL="1257300" indent="-342900">
              <a:buFont typeface="Wingdings" panose="05000000000000000000" pitchFamily="2" charset="2"/>
              <a:buChar char="q"/>
              <a:defRPr/>
            </a:lvl3pPr>
            <a:lvl4pPr marL="1657350" indent="-285750">
              <a:buFont typeface="Wingdings" panose="05000000000000000000" pitchFamily="2" charset="2"/>
              <a:buChar char="q"/>
              <a:defRPr/>
            </a:lvl4pPr>
            <a:lvl5pPr marL="2114550" indent="-285750">
              <a:buFont typeface="Wingdings" panose="05000000000000000000" pitchFamily="2" charset="2"/>
              <a:buChar char="q"/>
              <a:defRPr/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9CC9104-2EDE-AEC7-9493-C0CB134A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1F3F-D9AD-4EC1-ADAD-674C6682030C}" type="datetime1">
              <a:rPr lang="en-US" smtClean="0"/>
              <a:t>6/11/2024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0BD3DC4-0EDF-9B54-2616-AB7F4AAA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A1CB09D-D777-7E23-F2EE-FEF193E8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4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32681-985F-4D3E-851F-B2CE5DD59AD2}" type="datetime1">
              <a:rPr lang="en-US" smtClean="0"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6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1A2D1-659E-4B98-AB97-A20848EABDF4}" type="datetime1">
              <a:rPr lang="en-US" smtClean="0"/>
              <a:t>6/11/2024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2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7D39-B5E8-4C50-877D-95F06E9CA593}" type="datetime1">
              <a:rPr lang="en-US" smtClean="0"/>
              <a:t>6/11/2024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0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CCBEF-C8B3-4186-9FF5-A5BE287F0A2A}" type="datetime1">
              <a:rPr lang="en-US" smtClean="0"/>
              <a:t>6/11/2024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0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038E1-00BE-4ED5-9155-F585C0DF5972}" type="datetime1">
              <a:rPr lang="en-US" smtClean="0"/>
              <a:t>6/11/2024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8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705B0-BEA4-4561-9B45-499BF5C784C2}" type="datetime1">
              <a:rPr lang="en-US" smtClean="0"/>
              <a:t>6/11/2024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F76D6-2445-4903-A132-CAD6D0247801}" type="datetime1">
              <a:rPr lang="en-US" smtClean="0"/>
              <a:t>6/11/2024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2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049DC-32BE-4F91-9663-1E1E0B3028C0}" type="datetime1">
              <a:rPr lang="en-US" smtClean="0"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6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55D9B-CE84-40AD-8E84-087EC6FE32A6}" type="datetime1">
              <a:rPr lang="en-US" smtClean="0"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29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/>
        </p:nvSpPr>
        <p:spPr bwMode="auto">
          <a:xfrm>
            <a:off x="685800" y="2514600"/>
            <a:ext cx="7772400" cy="0"/>
          </a:xfrm>
          <a:prstGeom prst="line">
            <a:avLst/>
          </a:prstGeom>
          <a:noFill/>
          <a:ln w="12700">
            <a:solidFill>
              <a:srgbClr val="7090B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38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38200"/>
            <a:ext cx="7772400" cy="13716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048000"/>
            <a:ext cx="7010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800" y="3048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7C54DE-E180-4CED-92A3-1DBEDC582CA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Line 8">
            <a:extLst>
              <a:ext uri="{FF2B5EF4-FFF2-40B4-BE49-F238E27FC236}">
                <a16:creationId xmlns:a16="http://schemas.microsoft.com/office/drawing/2014/main" id="{C4DC03BC-FE63-F761-8AE9-4F9C24337C5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2514600"/>
            <a:ext cx="7772400" cy="0"/>
          </a:xfrm>
          <a:prstGeom prst="line">
            <a:avLst/>
          </a:prstGeom>
          <a:noFill/>
          <a:ln w="12700">
            <a:solidFill>
              <a:srgbClr val="7090B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DE409-9FB0-814E-030A-349EB1D3EE0C}"/>
              </a:ext>
            </a:extLst>
          </p:cNvPr>
          <p:cNvSpPr txBox="1"/>
          <p:nvPr userDrawn="1"/>
        </p:nvSpPr>
        <p:spPr>
          <a:xfrm>
            <a:off x="8305800" y="3048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7C54DE-E180-4CED-92A3-1DBEDC582CA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30067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D1F3F-D9AD-4EC1-ADAD-674C6682030C}" type="datetime1">
              <a:rPr lang="en-US" smtClean="0"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4F8F5-7E28-4CCD-B37C-16288F737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7848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66800"/>
            <a:ext cx="838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Line 12"/>
          <p:cNvSpPr>
            <a:spLocks noChangeShapeType="1"/>
          </p:cNvSpPr>
          <p:nvPr/>
        </p:nvSpPr>
        <p:spPr bwMode="auto">
          <a:xfrm>
            <a:off x="381000" y="990600"/>
            <a:ext cx="8305800" cy="0"/>
          </a:xfrm>
          <a:prstGeom prst="line">
            <a:avLst/>
          </a:prstGeom>
          <a:noFill/>
          <a:ln w="9525">
            <a:solidFill>
              <a:srgbClr val="7090B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29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16625"/>
            <a:ext cx="9144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13"/>
          <p:cNvSpPr>
            <a:spLocks noChangeArrowheads="1"/>
          </p:cNvSpPr>
          <p:nvPr/>
        </p:nvSpPr>
        <p:spPr bwMode="auto">
          <a:xfrm>
            <a:off x="347133" y="6392862"/>
            <a:ext cx="3886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dirty="0">
                <a:solidFill>
                  <a:srgbClr val="002776"/>
                </a:solidFill>
              </a:rPr>
              <a:t>ECE 571 Introduction</a:t>
            </a:r>
            <a:r>
              <a:rPr lang="en-US" altLang="en-US" sz="1200" baseline="0" dirty="0">
                <a:solidFill>
                  <a:srgbClr val="002776"/>
                </a:solidFill>
              </a:rPr>
              <a:t> to SystemVerilog</a:t>
            </a:r>
            <a:endParaRPr lang="en-US" altLang="en-US" sz="1200" dirty="0">
              <a:solidFill>
                <a:srgbClr val="002776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43619-DD10-4503-BD03-8935275FEFF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05800" y="3048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A7C54DE-E180-4CED-92A3-1DBEDC582CA4}" type="slidenum">
              <a:rPr lang="en-US" sz="1600" smtClean="0"/>
              <a:t>‹#›</a:t>
            </a:fld>
            <a:endParaRPr lang="en-US" sz="1600"/>
          </a:p>
        </p:txBody>
      </p:sp>
      <p:sp>
        <p:nvSpPr>
          <p:cNvPr id="2" name="Line 12">
            <a:extLst>
              <a:ext uri="{FF2B5EF4-FFF2-40B4-BE49-F238E27FC236}">
                <a16:creationId xmlns:a16="http://schemas.microsoft.com/office/drawing/2014/main" id="{7FCD6F84-F59C-1470-23FC-B00F6AFAD48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305800" cy="0"/>
          </a:xfrm>
          <a:prstGeom prst="line">
            <a:avLst/>
          </a:prstGeom>
          <a:noFill/>
          <a:ln w="9525">
            <a:solidFill>
              <a:srgbClr val="7090B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C8C5E7A1-D39D-28C8-E99D-D27D99F43F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16625"/>
            <a:ext cx="9144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3">
            <a:extLst>
              <a:ext uri="{FF2B5EF4-FFF2-40B4-BE49-F238E27FC236}">
                <a16:creationId xmlns:a16="http://schemas.microsoft.com/office/drawing/2014/main" id="{8DBD7C63-4FF8-B5F2-195F-C35930CB62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132" y="6392862"/>
            <a:ext cx="5214029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dirty="0">
                <a:solidFill>
                  <a:srgbClr val="002776"/>
                </a:solidFill>
              </a:rPr>
              <a:t>ECE 593 Fundamentals of Pre-Silicon Validation (Venkatesh Patil)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B68A7-58B4-BF68-5A76-447E8604CD96}"/>
              </a:ext>
            </a:extLst>
          </p:cNvPr>
          <p:cNvSpPr txBox="1"/>
          <p:nvPr userDrawn="1"/>
        </p:nvSpPr>
        <p:spPr>
          <a:xfrm>
            <a:off x="8305800" y="3048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A7C54DE-E180-4CED-92A3-1DBEDC582CA4}" type="slidenum">
              <a:rPr lang="en-US" sz="1600" smtClean="0"/>
              <a:t>‹#›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5307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/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469900" indent="-469900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anose="05000000000000000000" pitchFamily="2" charset="2"/>
        <a:buChar char="o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anose="05000000000000000000" pitchFamily="2" charset="2"/>
        <a:buChar char="o"/>
        <a:defRPr sz="1600">
          <a:solidFill>
            <a:schemeClr val="tx1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  <a:cs typeface="+mn-cs"/>
        </a:defRPr>
      </a:lvl5pPr>
      <a:lvl6pPr marL="2551113" indent="-398463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cs typeface="+mn-cs"/>
        </a:defRPr>
      </a:lvl6pPr>
      <a:lvl7pPr marL="3008313" indent="-398463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cs typeface="+mn-cs"/>
        </a:defRPr>
      </a:lvl7pPr>
      <a:lvl8pPr marL="3465513" indent="-398463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cs typeface="+mn-cs"/>
        </a:defRPr>
      </a:lvl8pPr>
      <a:lvl9pPr marL="3922713" indent="-398463" algn="l" rtl="0" eaLnBrk="1" fontAlgn="base" hangingPunct="1">
        <a:spcBef>
          <a:spcPct val="30000"/>
        </a:spcBef>
        <a:spcAft>
          <a:spcPct val="0"/>
        </a:spcAft>
        <a:buClr>
          <a:srgbClr val="7090B7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8907-B858-9364-CE77-C61F463AB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104" y="619626"/>
            <a:ext cx="8235617" cy="1010392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latin typeface="Tenorite" panose="00000500000000000000" pitchFamily="2" charset="0"/>
              </a:rPr>
              <a:t>ECE 593</a:t>
            </a:r>
            <a:br>
              <a:rPr lang="en-US" sz="3600" b="1" dirty="0">
                <a:latin typeface="Tenorite" panose="00000500000000000000" pitchFamily="2" charset="0"/>
              </a:rPr>
            </a:br>
            <a:r>
              <a:rPr lang="en-US" sz="3600" b="1" dirty="0">
                <a:latin typeface="Tenorite" panose="00000500000000000000" pitchFamily="2" charset="0"/>
              </a:rPr>
              <a:t>Fundamentals of Pre-Silicon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E17A2-58A8-4F84-6B00-DA6263594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104" y="4770524"/>
            <a:ext cx="8235617" cy="1263287"/>
          </a:xfrm>
        </p:spPr>
        <p:txBody>
          <a:bodyPr/>
          <a:lstStyle/>
          <a:p>
            <a:pPr algn="l"/>
            <a:r>
              <a:rPr lang="en-US" dirty="0">
                <a:latin typeface="Tenorite" panose="00000500000000000000" pitchFamily="2" charset="0"/>
              </a:rPr>
              <a:t>Venkatesh Patil</a:t>
            </a:r>
            <a:br>
              <a:rPr lang="en-US" dirty="0">
                <a:latin typeface="Tenorite" panose="00000500000000000000" pitchFamily="2" charset="0"/>
              </a:rPr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enorite" panose="00000500000000000000" pitchFamily="2" charset="0"/>
              </a:rPr>
              <a:t>Electrical and Computer Engineering Department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Tenorite" panose="00000500000000000000" pitchFamily="2" charset="0"/>
              </a:rPr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enorite" panose="00000500000000000000" pitchFamily="2" charset="0"/>
              </a:rPr>
              <a:t>Maseeh College of Engineering and Computer Science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B09A15-DD4C-A5B4-0BF6-5B859FBF6D26}"/>
              </a:ext>
            </a:extLst>
          </p:cNvPr>
          <p:cNvCxnSpPr>
            <a:cxnSpLocks/>
          </p:cNvCxnSpPr>
          <p:nvPr/>
        </p:nvCxnSpPr>
        <p:spPr>
          <a:xfrm>
            <a:off x="421104" y="1733111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7B715FE-F36D-2B54-2A4C-6A24AE3FA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089" y="6118637"/>
            <a:ext cx="2152823" cy="587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5A646D-85A2-9A38-9CB0-54CF3C2A8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106" y="1836205"/>
            <a:ext cx="2664588" cy="28545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5F6160-3619-E104-7734-51A9891B9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977" y="2291023"/>
            <a:ext cx="2760812" cy="213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4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09600"/>
            <a:ext cx="8077200" cy="1600200"/>
          </a:xfrm>
        </p:spPr>
        <p:txBody>
          <a:bodyPr/>
          <a:lstStyle/>
          <a:p>
            <a:pPr eaLnBrk="1" hangingPunct="1"/>
            <a:br>
              <a:rPr lang="en-US" altLang="en-US" sz="2800" dirty="0">
                <a:latin typeface="Tenorite" panose="00000500000000000000" pitchFamily="2" charset="0"/>
              </a:rPr>
            </a:br>
            <a:br>
              <a:rPr lang="en-US" altLang="en-US" sz="2800" dirty="0">
                <a:latin typeface="Tenorite" panose="00000500000000000000" pitchFamily="2" charset="0"/>
              </a:rPr>
            </a:br>
            <a:r>
              <a:rPr lang="en-US" altLang="en-US" sz="2400" dirty="0">
                <a:latin typeface="Tenorite" panose="00000500000000000000" pitchFamily="2" charset="0"/>
              </a:rPr>
              <a:t>IMPLEMENTATION AND VERIFICATION OF ASYNCHRONOUS FIFO USING BOTH CLASS-BASED AND UVM METHODOLOGIES</a:t>
            </a:r>
            <a:br>
              <a:rPr lang="en-US" altLang="en-US" dirty="0">
                <a:latin typeface="Tenorite" panose="00000500000000000000" pitchFamily="2" charset="0"/>
              </a:rPr>
            </a:br>
            <a:endParaRPr lang="en-US" altLang="en-US" dirty="0">
              <a:latin typeface="Tenorite" panose="00000500000000000000" pitchFamily="2" charset="0"/>
            </a:endParaRPr>
          </a:p>
        </p:txBody>
      </p:sp>
      <p:sp>
        <p:nvSpPr>
          <p:cNvPr id="5079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590800"/>
            <a:ext cx="7772400" cy="3429000"/>
          </a:xfrm>
        </p:spPr>
        <p:txBody>
          <a:bodyPr/>
          <a:lstStyle/>
          <a:p>
            <a:pPr marL="1371600" indent="-1371600" eaLnBrk="1" hangingPunct="1">
              <a:spcBef>
                <a:spcPts val="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Tenorite" panose="00000500000000000000" pitchFamily="2" charset="0"/>
              </a:rPr>
              <a:t>S2 – G10</a:t>
            </a:r>
          </a:p>
          <a:p>
            <a:pPr marL="1371600" indent="-1371600" eaLnBrk="1" hangingPunct="1">
              <a:spcBef>
                <a:spcPts val="0"/>
              </a:spcBef>
              <a:defRPr/>
            </a:pPr>
            <a:endParaRPr lang="en-US" sz="2400" b="1" dirty="0">
              <a:solidFill>
                <a:srgbClr val="0000FF"/>
              </a:solidFill>
              <a:latin typeface="Tenorite" panose="00000500000000000000" pitchFamily="2" charset="0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Tenorite" panose="00000500000000000000" pitchFamily="2" charset="0"/>
              </a:rPr>
              <a:t>Manoj Bontalakoti manojmur@pdx.edu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Tenorite" panose="00000500000000000000" pitchFamily="2" charset="0"/>
              </a:rPr>
              <a:t>Balasainath Reddy Yelampalle  bala@pdx.edu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Tenorite" panose="00000500000000000000" pitchFamily="2" charset="0"/>
              </a:rPr>
              <a:t>Nikhilesh Devarasetty nikhi@pdx.edu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Tenorite" panose="00000500000000000000" pitchFamily="2" charset="0"/>
              </a:rPr>
              <a:t>Tanvitha Koganti koganti@pdx.edu</a:t>
            </a:r>
          </a:p>
          <a:p>
            <a:pPr marL="1371600" indent="-1371600" eaLnBrk="1" hangingPunct="1">
              <a:spcBef>
                <a:spcPts val="0"/>
              </a:spcBef>
              <a:defRPr/>
            </a:pPr>
            <a:r>
              <a:rPr lang="en-US" b="1" dirty="0">
                <a:solidFill>
                  <a:srgbClr val="0000FF"/>
                </a:solidFill>
                <a:latin typeface="Tenorite" panose="00000500000000000000" pitchFamily="2" charset="0"/>
              </a:rPr>
              <a:t>		</a:t>
            </a:r>
          </a:p>
          <a:p>
            <a:pPr marL="1371600" indent="-1371600" eaLnBrk="1" hangingPunct="1">
              <a:spcBef>
                <a:spcPts val="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Tenorite" panose="00000500000000000000" pitchFamily="2" charset="0"/>
              </a:rPr>
              <a:t>Date: 06/11/2024</a:t>
            </a:r>
          </a:p>
          <a:p>
            <a:pPr marL="1371600" indent="-1371600" eaLnBrk="1" hangingPunct="1">
              <a:spcBef>
                <a:spcPts val="0"/>
              </a:spcBef>
              <a:defRPr/>
            </a:pPr>
            <a:endParaRPr lang="en-US" b="1" dirty="0">
              <a:latin typeface="Tenorite" panose="00000500000000000000" pitchFamily="2" charset="0"/>
            </a:endParaRPr>
          </a:p>
          <a:p>
            <a:pPr marL="1371600" indent="-1371600" eaLnBrk="1" hangingPunct="1">
              <a:defRPr/>
            </a:pPr>
            <a:endParaRPr lang="en-US" sz="1400" i="1" dirty="0">
              <a:solidFill>
                <a:schemeClr val="bg2">
                  <a:lumMod val="50000"/>
                </a:schemeClr>
              </a:solidFill>
            </a:endParaRPr>
          </a:p>
          <a:p>
            <a:pPr marL="1371600" indent="-1371600" eaLnBrk="1" hangingPunct="1">
              <a:defRPr/>
            </a:pPr>
            <a:endParaRPr lang="en-US" sz="1400" i="1" dirty="0"/>
          </a:p>
        </p:txBody>
      </p:sp>
      <p:pic>
        <p:nvPicPr>
          <p:cNvPr id="512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0425"/>
            <a:ext cx="9144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030581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EC647-63FB-7697-132F-47402DD5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of Team Members </a:t>
            </a:r>
          </a:p>
          <a:p>
            <a:r>
              <a:rPr lang="en-US" dirty="0"/>
              <a:t>Project Introduction</a:t>
            </a:r>
          </a:p>
          <a:p>
            <a:r>
              <a:rPr lang="en-US" dirty="0"/>
              <a:t>Design Implementation</a:t>
            </a:r>
          </a:p>
          <a:p>
            <a:r>
              <a:rPr lang="en-US" dirty="0"/>
              <a:t>Class based Verification</a:t>
            </a:r>
          </a:p>
          <a:p>
            <a:r>
              <a:rPr lang="en-US" dirty="0"/>
              <a:t>UVM based Verification </a:t>
            </a:r>
          </a:p>
          <a:p>
            <a:r>
              <a:rPr lang="en-US" dirty="0"/>
              <a:t>Overall Challenges and Learnings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Q &amp; A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02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5A46ABD-59E7-AB9D-5FAC-D97C50039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794935"/>
              </p:ext>
            </p:extLst>
          </p:nvPr>
        </p:nvGraphicFramePr>
        <p:xfrm>
          <a:off x="628650" y="1860550"/>
          <a:ext cx="78867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43212054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398297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65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Manoj Bontalakoti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UVM Based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744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Balasainath Reddy Yelampalle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UVM Based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27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Nikhilesh Devarasetty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Based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51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Tanvitha Koganti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Based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37913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Team Introductions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74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EC647-63FB-7697-132F-47402DD5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713379"/>
            <a:ext cx="78867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 algn="just"/>
            <a:r>
              <a:rPr lang="en-US" dirty="0"/>
              <a:t>An asynchronous FIFO buffer transfers data between two clock domains with different frequencies. This project designs and verifies a reliable asynchronous FIFO.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Write Frequency (fA):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 500 MHz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Read Frequency (fB):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 225 MHz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Burst Length: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 1024 data items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Idle Cycles between Writes: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Idle Cycles between Reads: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 2</a:t>
            </a:r>
          </a:p>
          <a:p>
            <a:pPr marL="457200" lvl="1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Project Introduction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0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EC647-63FB-7697-132F-47402DD5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/>
              <a:t>The asynchronous FIFO design is based on the well-established principles outlined in industry-standard texts and reference designs, ensuring robustness and reliability</a:t>
            </a:r>
          </a:p>
          <a:p>
            <a:r>
              <a:rPr lang="en-US" sz="2600" b="1" dirty="0"/>
              <a:t>Quick Specification</a:t>
            </a:r>
            <a:r>
              <a:rPr lang="en-US" sz="2600" dirty="0"/>
              <a:t>:</a:t>
            </a:r>
          </a:p>
          <a:p>
            <a:r>
              <a:rPr lang="en-US" sz="2600" b="1" dirty="0"/>
              <a:t>Depth</a:t>
            </a:r>
            <a:r>
              <a:rPr lang="en-US" sz="2600" dirty="0"/>
              <a:t>: Configurable up to 409 entries</a:t>
            </a:r>
          </a:p>
          <a:p>
            <a:r>
              <a:rPr lang="en-US" sz="2600" b="1" dirty="0"/>
              <a:t>Data Width</a:t>
            </a:r>
            <a:r>
              <a:rPr lang="en-US" sz="2600" dirty="0"/>
              <a:t>: 32 bits</a:t>
            </a:r>
          </a:p>
          <a:p>
            <a:r>
              <a:rPr lang="en-US" sz="2600" b="1" dirty="0"/>
              <a:t>Clock Domains</a:t>
            </a:r>
            <a:r>
              <a:rPr lang="en-US" sz="2600" dirty="0"/>
              <a:t>: Independent read and write clocks</a:t>
            </a:r>
          </a:p>
          <a:p>
            <a:r>
              <a:rPr lang="en-US" sz="2600" b="1" dirty="0"/>
              <a:t>Control Signals</a:t>
            </a:r>
            <a:r>
              <a:rPr lang="en-US" sz="2600" dirty="0"/>
              <a:t>: Full, Empty, Read Enable, Write Enable</a:t>
            </a:r>
          </a:p>
          <a:p>
            <a:r>
              <a:rPr lang="en-US" sz="2600" b="1" dirty="0"/>
              <a:t>Features</a:t>
            </a:r>
            <a:r>
              <a:rPr lang="en-US" sz="2600" dirty="0"/>
              <a:t>: Gray-coded pointers for addressing, dual-port RAM for storage, and synchronization registers to handle clock domain crossing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Design Implementation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5DC6F1-1617-5F2F-BECD-1920F484F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8231" y="1860550"/>
            <a:ext cx="7587538" cy="43513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Class based Verification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09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EC647-63FB-7697-132F-47402DD5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UVM based Verification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D6B7F94-CA8E-A0EC-5033-108AE47978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681"/>
          <a:stretch/>
        </p:blipFill>
        <p:spPr>
          <a:xfrm>
            <a:off x="1264128" y="1860531"/>
            <a:ext cx="6286823" cy="350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52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EC647-63FB-7697-132F-47402DD5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Basic Functionality: Verify basic write and read operations.</a:t>
            </a:r>
          </a:p>
          <a:p>
            <a:r>
              <a:rPr lang="en-US" dirty="0"/>
              <a:t>Boundary Conditions: Test FIFO at near-full and near-empty conditions.</a:t>
            </a:r>
          </a:p>
          <a:p>
            <a:r>
              <a:rPr lang="en-US" dirty="0"/>
              <a:t>Simultaneous Operations: Ensure write and read do not occur simultaneously.</a:t>
            </a:r>
          </a:p>
          <a:p>
            <a:r>
              <a:rPr lang="en-US" dirty="0"/>
              <a:t>Overflow and Underflow: Check behavior when FIFO is full or empty.</a:t>
            </a:r>
          </a:p>
          <a:p>
            <a:r>
              <a:rPr lang="en-US" dirty="0"/>
              <a:t>Metastability Handling: Validate synchronization logic between clock domains.</a:t>
            </a:r>
          </a:p>
          <a:p>
            <a:r>
              <a:rPr lang="en-US" dirty="0"/>
              <a:t>Error Handling: Test with deliberate errors to check detection mechanisms.</a:t>
            </a:r>
          </a:p>
          <a:p>
            <a:r>
              <a:rPr lang="en-US" dirty="0"/>
              <a:t>Reset Conditions: Verify FIFO reset functionality in various states.</a:t>
            </a:r>
          </a:p>
          <a:p>
            <a:r>
              <a:rPr lang="en-US" dirty="0"/>
              <a:t>Performance under Load: Stress test with maximum and burst data rates.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Test Scenarios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359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EC647-63FB-7697-132F-47402DD5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100" b="1" dirty="0"/>
              <a:t>Code Coverage :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Statement Coverage</a:t>
            </a:r>
            <a:r>
              <a:rPr lang="en-US" sz="2100" dirty="0"/>
              <a:t>: Ensuring all executable statements are exercised.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Branch Coverage</a:t>
            </a:r>
            <a:r>
              <a:rPr lang="en-US" sz="2100" dirty="0"/>
              <a:t>: Testing all conditional branches within the FIFO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Path Coverage</a:t>
            </a:r>
            <a:r>
              <a:rPr lang="en-US" sz="2100" dirty="0"/>
              <a:t>: Verifying all possible execution paths in the design code</a:t>
            </a:r>
          </a:p>
          <a:p>
            <a:r>
              <a:rPr lang="en-US" sz="2100" b="1" dirty="0"/>
              <a:t>Functional Coverage :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Full and Empty Conditions</a:t>
            </a:r>
            <a:r>
              <a:rPr lang="en-US" sz="2100" dirty="0"/>
              <a:t>: Track FIFO reaching full and empty states.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Read and Write Operations</a:t>
            </a:r>
            <a:r>
              <a:rPr lang="en-US" sz="2100" dirty="0"/>
              <a:t>: Count and validate all read/write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Pointer Crossings</a:t>
            </a:r>
            <a:r>
              <a:rPr lang="en-US" sz="2100" dirty="0"/>
              <a:t>: Monitor read/write pointer transitions across clock domains.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Error Events</a:t>
            </a:r>
            <a:r>
              <a:rPr lang="en-US" sz="2100" dirty="0"/>
              <a:t>: Record occurrences of detected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Reset Operations</a:t>
            </a:r>
            <a:r>
              <a:rPr lang="en-US" sz="2100" dirty="0"/>
              <a:t>: Measure reset operation effectiveness under different conditions.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Coverage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476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78F-273F-F668-B929-96A5AE2E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EC647-63FB-7697-132F-47402DD5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Our project successfully designed and verified a robust asynchronous FIFO with enhanced metastability handling and error-checking mechanisms. Comprehensive testing and coverage metrics ensured reliable performance and correctness across different clock domains.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9B88-90EF-EEFA-3452-735746A4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365126"/>
            <a:ext cx="8265695" cy="68763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enorite" panose="00000500000000000000" pitchFamily="2" charset="0"/>
              </a:rPr>
              <a:t>Conclusion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5E9E-9A1C-108C-7875-9B404F6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214" y="6179581"/>
            <a:ext cx="4672263" cy="365125"/>
          </a:xfrm>
        </p:spPr>
        <p:txBody>
          <a:bodyPr/>
          <a:lstStyle/>
          <a:p>
            <a:pPr algn="l"/>
            <a:r>
              <a:rPr lang="en-US" b="1" dirty="0">
                <a:latin typeface="Tenorite" panose="00000500000000000000" pitchFamily="2" charset="0"/>
              </a:rPr>
              <a:t>ECE-593: Fundamentals of Pre-Silicon Validation: </a:t>
            </a:r>
            <a:r>
              <a:rPr lang="en-US" b="1" dirty="0">
                <a:solidFill>
                  <a:schemeClr val="tx1"/>
                </a:solidFill>
                <a:latin typeface="Tenorite" panose="00000500000000000000" pitchFamily="2" charset="0"/>
              </a:rPr>
              <a:t>S2 G10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C87A4-5981-4741-1286-A7CE165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AB4F8F5-7E28-4CCD-B37C-16288F737BD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36807-25F4-37B4-0114-2AD5E20D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16" y="6239785"/>
            <a:ext cx="1852862" cy="5059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4EC41-B600-0F1B-1139-329B5949D231}"/>
              </a:ext>
            </a:extLst>
          </p:cNvPr>
          <p:cNvCxnSpPr>
            <a:cxnSpLocks/>
          </p:cNvCxnSpPr>
          <p:nvPr/>
        </p:nvCxnSpPr>
        <p:spPr>
          <a:xfrm>
            <a:off x="454191" y="1167627"/>
            <a:ext cx="82356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46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CE-593-Pre-Silicon_validation2">
  <a:themeElements>
    <a:clrScheme name="week1_mon.ppt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week1_mon.ppt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eek1_mon.ppt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ek1_mon.ppt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ek1_mon.ppt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ek1_mon.ppt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ek1_mon.ppt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ek1_mon.ppt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ek1_mon.ppt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ek1_mon.ppt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ek1_mon.ppt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ECE-593-Pre-Silicon_validation2" id="{E816BBEA-DD41-47A7-82CF-F49A6AEA5683}" vid="{3809818F-F50F-40C2-8E45-80BE8BC9E2F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9476</TotalTime>
  <Words>613</Words>
  <Application>Microsoft Office PowerPoint</Application>
  <PresentationFormat>On-screen Show (4:3)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Tenorite</vt:lpstr>
      <vt:lpstr>ui-sans-serif</vt:lpstr>
      <vt:lpstr>Verdana</vt:lpstr>
      <vt:lpstr>Wingdings</vt:lpstr>
      <vt:lpstr>Office Theme</vt:lpstr>
      <vt:lpstr>ECE-593-Pre-Silicon_validation2</vt:lpstr>
      <vt:lpstr>ECE 593 Fundamentals of Pre-Silicon Validation</vt:lpstr>
      <vt:lpstr>  IMPLEMENTATION AND VERIFICATION OF ASYNCHRONOUS FIFO USING BOTH CLASS-BASED AND UVM METHODOLOGIES </vt:lpstr>
      <vt:lpstr>Agenda</vt:lpstr>
      <vt:lpstr>Team Introductions </vt:lpstr>
      <vt:lpstr>Project Introduction </vt:lpstr>
      <vt:lpstr>Design Implementation </vt:lpstr>
      <vt:lpstr>Class based Verification</vt:lpstr>
      <vt:lpstr>UVM based Verification</vt:lpstr>
      <vt:lpstr>Test Scenarios</vt:lpstr>
      <vt:lpstr>Coverage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593 Fundamentals of Pre-Silicon Validation</dc:title>
  <dc:creator>Venkatesh Patil</dc:creator>
  <cp:lastModifiedBy>Nikhilesh Devarasetty</cp:lastModifiedBy>
  <cp:revision>5</cp:revision>
  <dcterms:created xsi:type="dcterms:W3CDTF">2024-01-07T17:46:42Z</dcterms:created>
  <dcterms:modified xsi:type="dcterms:W3CDTF">2024-06-12T04:31:18Z</dcterms:modified>
</cp:coreProperties>
</file>